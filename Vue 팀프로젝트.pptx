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9947"/>
    <p:restoredTop sz="96391"/>
  </p:normalViewPr>
  <p:slideViewPr>
    <p:cSldViewPr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slide" Target="slides/slide30.xml"  /><Relationship Id="rId32" Type="http://schemas.openxmlformats.org/officeDocument/2006/relationships/slide" Target="slides/slide31.xml"  /><Relationship Id="rId33" Type="http://schemas.openxmlformats.org/officeDocument/2006/relationships/slide" Target="slides/slide32.xml"  /><Relationship Id="rId34" Type="http://schemas.openxmlformats.org/officeDocument/2006/relationships/presProps" Target="presProps.xml"  /><Relationship Id="rId35" Type="http://schemas.openxmlformats.org/officeDocument/2006/relationships/viewProps" Target="viewProps.xml"  /><Relationship Id="rId36" Type="http://schemas.openxmlformats.org/officeDocument/2006/relationships/theme" Target="theme/theme1.xml"  /><Relationship Id="rId37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940A130E-E3B8-4EBE-931F-81B26B8448AA}" type="datetime1">
              <a:rPr lang="ko-KR" altLang="en-US"/>
              <a:pPr lvl="0">
                <a:defRPr lang="ko-KR" altLang="en-US"/>
              </a:pPr>
              <a:t>2015-12-02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800C6A38-4290-41DD-B95C-4155372FD4A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3791712" y="476631"/>
            <a:ext cx="4608576" cy="1224153"/>
          </a:xfrm>
          <a:prstGeom prst="rect">
            <a:avLst/>
          </a:prstGeom>
          <a:solidFill>
            <a:schemeClr val="lt1">
              <a:alpha val="0"/>
            </a:schemeClr>
          </a:solidFill>
          <a:ln w="635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buClr>
                <a:schemeClr val="tx1"/>
              </a:buClr>
              <a:buNone/>
              <a:defRPr/>
            </a:pPr>
            <a:r>
              <a:rPr lang="ko-KR" altLang="en-US" sz="2700" b="1">
                <a:solidFill>
                  <a:schemeClr val="tx1"/>
                </a:solidFill>
              </a:rPr>
              <a:t>아이디어 선정</a:t>
            </a:r>
            <a:endParaRPr lang="ko-KR" altLang="en-US" sz="2700" b="1">
              <a:solidFill>
                <a:schemeClr val="tx1"/>
              </a:solidFill>
            </a:endParaRPr>
          </a:p>
        </p:txBody>
      </p:sp>
      <p:cxnSp>
        <p:nvCxnSpPr>
          <p:cNvPr id="5" name=""/>
          <p:cNvCxnSpPr>
            <a:stCxn id="4" idx="2"/>
          </p:cNvCxnSpPr>
          <p:nvPr/>
        </p:nvCxnSpPr>
        <p:spPr>
          <a:xfrm rot="16200000" flipH="1">
            <a:off x="5663946" y="2132838"/>
            <a:ext cx="864108" cy="0"/>
          </a:xfrm>
          <a:prstGeom prst="straightConnector1">
            <a:avLst/>
          </a:prstGeom>
          <a:ln w="635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"/>
          <p:cNvSpPr/>
          <p:nvPr/>
        </p:nvSpPr>
        <p:spPr>
          <a:xfrm>
            <a:off x="3791712" y="2564892"/>
            <a:ext cx="4608576" cy="1224153"/>
          </a:xfrm>
          <a:prstGeom prst="rect">
            <a:avLst/>
          </a:prstGeom>
          <a:solidFill>
            <a:schemeClr val="lt1">
              <a:alpha val="0"/>
            </a:schemeClr>
          </a:solidFill>
          <a:ln w="63500">
            <a:solidFill>
              <a:schemeClr val="accent1">
                <a:shade val="20000"/>
              </a:schemeClr>
            </a:solidFill>
          </a:ln>
          <a:effectLst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p>
            <a:pPr algn="ctr">
              <a:buClr>
                <a:schemeClr val="tx1"/>
              </a:buClr>
              <a:buNone/>
              <a:defRPr/>
            </a:pPr>
            <a:r>
              <a:rPr lang="ko-KR" altLang="en-US" sz="2700" b="1">
                <a:solidFill>
                  <a:schemeClr val="tx1"/>
                </a:solidFill>
              </a:rPr>
              <a:t>계획 일정 구성</a:t>
            </a:r>
            <a:r>
              <a:rPr lang="en-US" altLang="ko-KR" sz="2700" b="1">
                <a:solidFill>
                  <a:schemeClr val="tx1"/>
                </a:solidFill>
              </a:rPr>
              <a:t>(</a:t>
            </a:r>
            <a:r>
              <a:rPr lang="ko-KR" altLang="en-US" sz="2700" b="1">
                <a:solidFill>
                  <a:schemeClr val="tx1"/>
                </a:solidFill>
              </a:rPr>
              <a:t>대략적</a:t>
            </a:r>
            <a:r>
              <a:rPr lang="en-US" altLang="ko-KR" sz="2700" b="1">
                <a:solidFill>
                  <a:schemeClr val="tx1"/>
                </a:solidFill>
              </a:rPr>
              <a:t>)</a:t>
            </a:r>
            <a:r>
              <a:rPr lang="ko-KR" altLang="en-US" sz="2700" b="1">
                <a:solidFill>
                  <a:schemeClr val="tx1"/>
                </a:solidFill>
              </a:rPr>
              <a:t> </a:t>
            </a:r>
            <a:endParaRPr lang="ko-KR" altLang="en-US" sz="2700" b="1">
              <a:solidFill>
                <a:schemeClr val="tx1"/>
              </a:solidFill>
            </a:endParaRPr>
          </a:p>
        </p:txBody>
      </p:sp>
      <p:sp>
        <p:nvSpPr>
          <p:cNvPr id="7" name=""/>
          <p:cNvSpPr/>
          <p:nvPr/>
        </p:nvSpPr>
        <p:spPr>
          <a:xfrm>
            <a:off x="3791712" y="4869180"/>
            <a:ext cx="4608576" cy="1224153"/>
          </a:xfrm>
          <a:prstGeom prst="rect">
            <a:avLst/>
          </a:prstGeom>
          <a:solidFill>
            <a:schemeClr val="lt1">
              <a:alpha val="0"/>
            </a:schemeClr>
          </a:solidFill>
          <a:ln w="63500">
            <a:solidFill>
              <a:schemeClr val="accent1">
                <a:shade val="20000"/>
              </a:schemeClr>
            </a:solidFill>
          </a:ln>
          <a:effectLst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p>
            <a:pPr algn="ctr">
              <a:buClr>
                <a:schemeClr val="tx1"/>
              </a:buClr>
              <a:buNone/>
              <a:defRPr/>
            </a:pPr>
            <a:r>
              <a:rPr lang="ko-KR" altLang="en-US" sz="2700" b="1">
                <a:solidFill>
                  <a:schemeClr val="tx1"/>
                </a:solidFill>
              </a:rPr>
              <a:t>큰 틀 잡기</a:t>
            </a:r>
            <a:endParaRPr lang="ko-KR" altLang="en-US" sz="2700" b="1">
              <a:solidFill>
                <a:schemeClr val="tx1"/>
              </a:solidFill>
            </a:endParaRPr>
          </a:p>
        </p:txBody>
      </p:sp>
      <p:cxnSp>
        <p:nvCxnSpPr>
          <p:cNvPr id="8" name=""/>
          <p:cNvCxnSpPr>
            <a:endCxn id="7" idx="0"/>
          </p:cNvCxnSpPr>
          <p:nvPr/>
        </p:nvCxnSpPr>
        <p:spPr>
          <a:xfrm rot="16200000" flipH="1">
            <a:off x="5555932" y="4329112"/>
            <a:ext cx="1080135" cy="0"/>
          </a:xfrm>
          <a:prstGeom prst="straightConnector1">
            <a:avLst/>
          </a:prstGeom>
          <a:ln w="635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"/>
          <p:cNvSpPr txBox="1"/>
          <p:nvPr/>
        </p:nvSpPr>
        <p:spPr>
          <a:xfrm>
            <a:off x="1390269" y="906589"/>
            <a:ext cx="2257425" cy="364236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포트폴리오 웹사이트</a:t>
            </a:r>
            <a:endParaRPr lang="ko-KR" altLang="en-US"/>
          </a:p>
        </p:txBody>
      </p:sp>
      <p:sp>
        <p:nvSpPr>
          <p:cNvPr id="11" name=""/>
          <p:cNvSpPr txBox="1"/>
          <p:nvPr/>
        </p:nvSpPr>
        <p:spPr>
          <a:xfrm>
            <a:off x="623316" y="4869180"/>
            <a:ext cx="2678049" cy="146304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소스코드 캡처</a:t>
            </a:r>
            <a:r>
              <a:rPr lang="en-US" altLang="ko-KR"/>
              <a:t>,</a:t>
            </a:r>
            <a:r>
              <a:rPr lang="ko-KR" altLang="en-US"/>
              <a:t> 의도 전달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private, public</a:t>
            </a:r>
            <a:r>
              <a:rPr lang="ko-KR" altLang="en-US"/>
              <a:t> 기능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게시판 형식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3791712" y="476631"/>
            <a:ext cx="4608576" cy="1224153"/>
          </a:xfrm>
          <a:prstGeom prst="rect">
            <a:avLst/>
          </a:prstGeom>
          <a:solidFill>
            <a:schemeClr val="lt1">
              <a:alpha val="0"/>
            </a:schemeClr>
          </a:solidFill>
          <a:ln w="635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chemeClr val="tx1"/>
              </a:buClr>
              <a:buNone/>
              <a:defRPr/>
            </a:pPr>
            <a:r>
              <a:rPr lang="ko-KR" altLang="en-US" sz="2700" b="1">
                <a:solidFill>
                  <a:schemeClr val="tx1"/>
                </a:solidFill>
              </a:rPr>
              <a:t>세부적인 기능</a:t>
            </a:r>
            <a:endParaRPr lang="ko-KR" altLang="en-US" sz="2700" b="1">
              <a:solidFill>
                <a:schemeClr val="tx1"/>
              </a:solidFill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552450" y="476631"/>
            <a:ext cx="2672715" cy="1463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소스코드 캡처</a:t>
            </a:r>
            <a:r>
              <a:rPr lang="en-US" altLang="ko-KR"/>
              <a:t>,</a:t>
            </a:r>
            <a:r>
              <a:rPr lang="ko-KR" altLang="en-US"/>
              <a:t> 의도 전달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private, public</a:t>
            </a:r>
            <a:r>
              <a:rPr lang="ko-KR" altLang="en-US"/>
              <a:t> 기능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게시판 형식</a:t>
            </a:r>
            <a:endParaRPr lang="en-US" altLang="ko-KR"/>
          </a:p>
        </p:txBody>
      </p:sp>
      <p:sp>
        <p:nvSpPr>
          <p:cNvPr id="7" name=""/>
          <p:cNvSpPr txBox="1"/>
          <p:nvPr/>
        </p:nvSpPr>
        <p:spPr>
          <a:xfrm>
            <a:off x="6362320" y="1940433"/>
            <a:ext cx="3550157" cy="118262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로그인 기능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글쓰기 기능 </a:t>
            </a:r>
            <a:r>
              <a:rPr lang="en-US" altLang="ko-KR"/>
              <a:t>-&gt;</a:t>
            </a:r>
            <a:r>
              <a:rPr lang="ko-KR" altLang="en-US"/>
              <a:t> 하이퍼링크 기능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자기 프로필 소개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8" name=""/>
          <p:cNvSpPr txBox="1"/>
          <p:nvPr/>
        </p:nvSpPr>
        <p:spPr>
          <a:xfrm>
            <a:off x="874775" y="2168271"/>
            <a:ext cx="2769490" cy="36347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프로그래밍 목적의 게시판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992124" y="404622"/>
            <a:ext cx="1937766" cy="59550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3300" b="1"/>
              <a:t>화면 구조</a:t>
            </a:r>
            <a:endParaRPr lang="ko-KR" altLang="en-US" sz="3300" b="1"/>
          </a:p>
        </p:txBody>
      </p:sp>
      <p:sp>
        <p:nvSpPr>
          <p:cNvPr id="6" name=""/>
          <p:cNvSpPr/>
          <p:nvPr/>
        </p:nvSpPr>
        <p:spPr>
          <a:xfrm>
            <a:off x="263271" y="2749772"/>
            <a:ext cx="1697736" cy="926401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메인 페이지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7" name=""/>
          <p:cNvSpPr/>
          <p:nvPr/>
        </p:nvSpPr>
        <p:spPr>
          <a:xfrm>
            <a:off x="2783586" y="1823371"/>
            <a:ext cx="2304288" cy="926401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로그인창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2783586" y="3676174"/>
            <a:ext cx="2304288" cy="926401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프로필 사진 버튼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9" name=""/>
          <p:cNvSpPr/>
          <p:nvPr/>
        </p:nvSpPr>
        <p:spPr>
          <a:xfrm>
            <a:off x="5519928" y="2749772"/>
            <a:ext cx="1368171" cy="926401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개인 페이지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10" name=""/>
          <p:cNvSpPr/>
          <p:nvPr/>
        </p:nvSpPr>
        <p:spPr>
          <a:xfrm>
            <a:off x="7464171" y="2502599"/>
            <a:ext cx="1008126" cy="926401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b="1">
                <a:solidFill>
                  <a:schemeClr val="tx1"/>
                </a:solidFill>
              </a:rPr>
              <a:t>Public</a:t>
            </a:r>
            <a:endParaRPr lang="en-US" altLang="ko-KR" b="1">
              <a:solidFill>
                <a:schemeClr val="tx1"/>
              </a:solidFill>
            </a:endParaRPr>
          </a:p>
        </p:txBody>
      </p:sp>
      <p:sp>
        <p:nvSpPr>
          <p:cNvPr id="11" name=""/>
          <p:cNvSpPr/>
          <p:nvPr/>
        </p:nvSpPr>
        <p:spPr>
          <a:xfrm>
            <a:off x="7464171" y="4005072"/>
            <a:ext cx="936117" cy="926401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b="1">
                <a:solidFill>
                  <a:schemeClr val="tx1"/>
                </a:solidFill>
              </a:rPr>
              <a:t>Private</a:t>
            </a:r>
            <a:endParaRPr lang="en-US" altLang="ko-KR" b="1">
              <a:solidFill>
                <a:schemeClr val="tx1"/>
              </a:solidFill>
            </a:endParaRPr>
          </a:p>
        </p:txBody>
      </p:sp>
      <p:cxnSp>
        <p:nvCxnSpPr>
          <p:cNvPr id="12" name=""/>
          <p:cNvCxnSpPr>
            <a:stCxn id="6" idx="3"/>
            <a:endCxn id="7" idx="1"/>
          </p:cNvCxnSpPr>
          <p:nvPr/>
        </p:nvCxnSpPr>
        <p:spPr>
          <a:xfrm rot="5400000" flipH="1" flipV="1">
            <a:off x="1909095" y="2338483"/>
            <a:ext cx="926401" cy="8225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"/>
          <p:cNvCxnSpPr>
            <a:endCxn id="6" idx="3"/>
          </p:cNvCxnSpPr>
          <p:nvPr/>
        </p:nvCxnSpPr>
        <p:spPr>
          <a:xfrm rot="10800000" flipV="1">
            <a:off x="1961007" y="2749772"/>
            <a:ext cx="822578" cy="463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"/>
          <p:cNvCxnSpPr>
            <a:endCxn id="8" idx="1"/>
          </p:cNvCxnSpPr>
          <p:nvPr/>
        </p:nvCxnSpPr>
        <p:spPr>
          <a:xfrm>
            <a:off x="1961007" y="3520773"/>
            <a:ext cx="822578" cy="6186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"/>
          <p:cNvCxnSpPr>
            <a:endCxn id="9" idx="1"/>
          </p:cNvCxnSpPr>
          <p:nvPr/>
        </p:nvCxnSpPr>
        <p:spPr>
          <a:xfrm rot="5400000" flipH="1" flipV="1">
            <a:off x="4907849" y="3392998"/>
            <a:ext cx="792098" cy="4320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"/>
          <p:cNvCxnSpPr>
            <a:endCxn id="10" idx="1"/>
          </p:cNvCxnSpPr>
          <p:nvPr/>
        </p:nvCxnSpPr>
        <p:spPr>
          <a:xfrm flipV="1">
            <a:off x="6888100" y="2965799"/>
            <a:ext cx="576071" cy="247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"/>
          <p:cNvCxnSpPr>
            <a:stCxn id="9" idx="3"/>
            <a:endCxn id="11" idx="1"/>
          </p:cNvCxnSpPr>
          <p:nvPr/>
        </p:nvCxnSpPr>
        <p:spPr>
          <a:xfrm rot="16200000" flipH="1">
            <a:off x="6548485" y="3552587"/>
            <a:ext cx="1255299" cy="576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"/>
          <p:cNvSpPr/>
          <p:nvPr/>
        </p:nvSpPr>
        <p:spPr>
          <a:xfrm>
            <a:off x="9336405" y="3830073"/>
            <a:ext cx="1008126" cy="926401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글쓰기</a:t>
            </a:r>
            <a:endParaRPr lang="ko-KR" altLang="en-US" b="1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버튼</a:t>
            </a:r>
            <a:endParaRPr lang="ko-KR" altLang="en-US" b="1">
              <a:solidFill>
                <a:schemeClr val="tx1"/>
              </a:solidFill>
            </a:endParaRPr>
          </a:p>
        </p:txBody>
      </p:sp>
      <p:cxnSp>
        <p:nvCxnSpPr>
          <p:cNvPr id="19" name=""/>
          <p:cNvCxnSpPr>
            <a:stCxn id="10" idx="3"/>
            <a:endCxn id="18" idx="1"/>
          </p:cNvCxnSpPr>
          <p:nvPr/>
        </p:nvCxnSpPr>
        <p:spPr>
          <a:xfrm rot="16200000" flipH="1">
            <a:off x="8240613" y="3197482"/>
            <a:ext cx="1327474" cy="8641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"/>
          <p:cNvCxnSpPr>
            <a:stCxn id="11" idx="3"/>
            <a:endCxn id="18" idx="1"/>
          </p:cNvCxnSpPr>
          <p:nvPr/>
        </p:nvCxnSpPr>
        <p:spPr>
          <a:xfrm flipV="1">
            <a:off x="8400288" y="4293274"/>
            <a:ext cx="936117" cy="1749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"/>
          <p:cNvSpPr/>
          <p:nvPr/>
        </p:nvSpPr>
        <p:spPr>
          <a:xfrm>
            <a:off x="9336405" y="1576197"/>
            <a:ext cx="1008126" cy="926401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글 보기</a:t>
            </a:r>
            <a:endParaRPr lang="ko-KR" altLang="en-US" b="1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버튼</a:t>
            </a:r>
            <a:endParaRPr lang="ko-KR" altLang="en-US" b="1">
              <a:solidFill>
                <a:schemeClr val="tx1"/>
              </a:solidFill>
            </a:endParaRPr>
          </a:p>
        </p:txBody>
      </p:sp>
      <p:cxnSp>
        <p:nvCxnSpPr>
          <p:cNvPr id="22" name=""/>
          <p:cNvCxnSpPr>
            <a:stCxn id="10" idx="3"/>
            <a:endCxn id="21" idx="1"/>
          </p:cNvCxnSpPr>
          <p:nvPr/>
        </p:nvCxnSpPr>
        <p:spPr>
          <a:xfrm rot="5400000" flipH="1" flipV="1">
            <a:off x="8441150" y="2070545"/>
            <a:ext cx="926401" cy="8641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"/>
          <p:cNvSpPr txBox="1"/>
          <p:nvPr/>
        </p:nvSpPr>
        <p:spPr>
          <a:xfrm>
            <a:off x="8766428" y="3245739"/>
            <a:ext cx="2831212" cy="36233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관리자만 글쓰기 수정 가능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5244465" y="247650"/>
            <a:ext cx="1619249" cy="360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MAIN PAGE</a:t>
            </a:r>
            <a:r>
              <a:rPr lang="ko-KR" altLang="en-US"/>
              <a:t> </a:t>
            </a:r>
            <a:r>
              <a:rPr lang="en-US" altLang="ko-KR"/>
              <a:t>1</a:t>
            </a:r>
            <a:endParaRPr lang="en-US" altLang="ko-KR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  <p:sp>
        <p:nvSpPr>
          <p:cNvPr id="8" name=""/>
          <p:cNvSpPr/>
          <p:nvPr/>
        </p:nvSpPr>
        <p:spPr>
          <a:xfrm>
            <a:off x="9984486" y="128283"/>
            <a:ext cx="1872234" cy="91327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로그인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"/>
          <p:cNvSpPr/>
          <p:nvPr/>
        </p:nvSpPr>
        <p:spPr>
          <a:xfrm>
            <a:off x="9984486" y="1032777"/>
            <a:ext cx="1872234" cy="60769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간단한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회원가입 기능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"/>
          <p:cNvSpPr/>
          <p:nvPr/>
        </p:nvSpPr>
        <p:spPr>
          <a:xfrm>
            <a:off x="1427796" y="908685"/>
            <a:ext cx="8988743" cy="5555837"/>
          </a:xfrm>
          <a:prstGeom prst="rect">
            <a:avLst/>
          </a:prstGeom>
          <a:blipFill rotWithShape="1">
            <a:blip r:embed="rId3">
              <a:alphaModFix/>
              <a:lum/>
            </a:blip>
            <a:srcRect/>
            <a:stretch>
              <a:fillRect/>
            </a:stretch>
          </a:blipFill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/>
          <p:nvPr/>
        </p:nvSpPr>
        <p:spPr>
          <a:xfrm rot="16171478">
            <a:off x="2052745" y="3233761"/>
            <a:ext cx="1080135" cy="905684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/>
          <p:nvPr/>
        </p:nvSpPr>
        <p:spPr>
          <a:xfrm rot="16171478" flipV="1">
            <a:off x="8889340" y="3362385"/>
            <a:ext cx="1162894" cy="729734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 txBox="1"/>
          <p:nvPr/>
        </p:nvSpPr>
        <p:spPr>
          <a:xfrm>
            <a:off x="4007739" y="2564892"/>
            <a:ext cx="2771395" cy="36690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>
                <a:solidFill>
                  <a:schemeClr val="lt1"/>
                </a:solidFill>
              </a:rPr>
              <a:t>한장씩 슬라이드로 넘기기</a:t>
            </a:r>
            <a:endParaRPr lang="ko-KR" altLang="en-US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288774" cy="68580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5" name=""/>
          <p:cNvSpPr txBox="1"/>
          <p:nvPr/>
        </p:nvSpPr>
        <p:spPr>
          <a:xfrm>
            <a:off x="5244465" y="247650"/>
            <a:ext cx="6515100" cy="36004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MAIN PAGE</a:t>
            </a:r>
            <a:r>
              <a:rPr lang="ko-KR" altLang="en-US"/>
              <a:t> </a:t>
            </a:r>
            <a:r>
              <a:rPr lang="en-US" altLang="ko-KR"/>
              <a:t>2(</a:t>
            </a:r>
            <a:r>
              <a:rPr lang="ko-KR" altLang="en-US"/>
              <a:t>보류</a:t>
            </a:r>
            <a:r>
              <a:rPr lang="en-US" altLang="ko-KR"/>
              <a:t>)</a:t>
            </a:r>
            <a:r>
              <a:rPr lang="ko-KR" altLang="en-US"/>
              <a:t>   </a:t>
            </a:r>
            <a:r>
              <a:rPr lang="en-US" altLang="ko-KR"/>
              <a:t>//</a:t>
            </a:r>
            <a:r>
              <a:rPr lang="ko-KR" altLang="en-US"/>
              <a:t> 메인페이지 </a:t>
            </a:r>
            <a:r>
              <a:rPr lang="en-US" altLang="ko-KR"/>
              <a:t>1</a:t>
            </a:r>
            <a:r>
              <a:rPr lang="ko-KR" altLang="en-US"/>
              <a:t> 구현이 어려우면 </a:t>
            </a:r>
            <a:r>
              <a:rPr lang="en-US" altLang="ko-KR"/>
              <a:t>2</a:t>
            </a:r>
            <a:r>
              <a:rPr lang="ko-KR" altLang="en-US"/>
              <a:t>번으로</a:t>
            </a: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1055370" y="3716275"/>
            <a:ext cx="2160270" cy="194424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7" name=""/>
          <p:cNvSpPr/>
          <p:nvPr/>
        </p:nvSpPr>
        <p:spPr>
          <a:xfrm>
            <a:off x="3798569" y="980694"/>
            <a:ext cx="2160270" cy="194424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8" name=""/>
          <p:cNvSpPr/>
          <p:nvPr/>
        </p:nvSpPr>
        <p:spPr>
          <a:xfrm>
            <a:off x="6534911" y="980694"/>
            <a:ext cx="2160270" cy="194424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9" name=""/>
          <p:cNvSpPr/>
          <p:nvPr/>
        </p:nvSpPr>
        <p:spPr>
          <a:xfrm>
            <a:off x="3791712" y="3716275"/>
            <a:ext cx="2160270" cy="194424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1" name=""/>
          <p:cNvSpPr txBox="1"/>
          <p:nvPr/>
        </p:nvSpPr>
        <p:spPr>
          <a:xfrm>
            <a:off x="1452562" y="5798059"/>
            <a:ext cx="1373315" cy="36728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프로필 사진</a:t>
            </a:r>
            <a:endParaRPr lang="ko-KR" altLang="en-US"/>
          </a:p>
        </p:txBody>
      </p:sp>
      <p:sp>
        <p:nvSpPr>
          <p:cNvPr id="12" name=""/>
          <p:cNvSpPr txBox="1"/>
          <p:nvPr/>
        </p:nvSpPr>
        <p:spPr>
          <a:xfrm>
            <a:off x="4188904" y="5798059"/>
            <a:ext cx="1372172" cy="36728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프로필 사진</a:t>
            </a:r>
            <a:endParaRPr lang="ko-KR" altLang="en-US"/>
          </a:p>
        </p:txBody>
      </p:sp>
      <p:sp>
        <p:nvSpPr>
          <p:cNvPr id="13" name=""/>
          <p:cNvSpPr txBox="1"/>
          <p:nvPr/>
        </p:nvSpPr>
        <p:spPr>
          <a:xfrm>
            <a:off x="4192618" y="3062478"/>
            <a:ext cx="1372172" cy="36652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프로필 사진</a:t>
            </a:r>
            <a:endParaRPr lang="ko-KR" altLang="en-US"/>
          </a:p>
        </p:txBody>
      </p:sp>
      <p:sp>
        <p:nvSpPr>
          <p:cNvPr id="14" name=""/>
          <p:cNvSpPr txBox="1"/>
          <p:nvPr/>
        </p:nvSpPr>
        <p:spPr>
          <a:xfrm>
            <a:off x="6928961" y="3062478"/>
            <a:ext cx="1372172" cy="36652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프로필 사진</a:t>
            </a:r>
            <a:endParaRPr lang="ko-KR" altLang="en-US"/>
          </a:p>
        </p:txBody>
      </p:sp>
      <p:sp>
        <p:nvSpPr>
          <p:cNvPr id="15" name=""/>
          <p:cNvSpPr/>
          <p:nvPr/>
        </p:nvSpPr>
        <p:spPr>
          <a:xfrm>
            <a:off x="9696450" y="980694"/>
            <a:ext cx="1872234" cy="134532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로그인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"/>
          <p:cNvSpPr/>
          <p:nvPr/>
        </p:nvSpPr>
        <p:spPr>
          <a:xfrm>
            <a:off x="9696450" y="2317242"/>
            <a:ext cx="1872234" cy="60769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간단한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회원가입 기능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"/>
          <p:cNvSpPr/>
          <p:nvPr/>
        </p:nvSpPr>
        <p:spPr>
          <a:xfrm>
            <a:off x="1127379" y="980694"/>
            <a:ext cx="2160270" cy="194424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8" name=""/>
          <p:cNvSpPr txBox="1"/>
          <p:nvPr/>
        </p:nvSpPr>
        <p:spPr>
          <a:xfrm>
            <a:off x="1627441" y="3062478"/>
            <a:ext cx="1372172" cy="36652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프로필 사진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598551" y="620649"/>
            <a:ext cx="2617089" cy="420128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메인 페이지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&gt;</a:t>
            </a:r>
            <a:r>
              <a:rPr lang="ko-KR" altLang="en-US"/>
              <a:t> 변수들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프로필 사진 위치 </a:t>
            </a:r>
            <a:r>
              <a:rPr lang="en-US" altLang="ko-KR"/>
              <a:t>(5</a:t>
            </a:r>
            <a:r>
              <a:rPr lang="ko-KR" altLang="en-US"/>
              <a:t>개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로그인 버튼 위치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br>
              <a:rPr lang="ko-KR" altLang="en-US"/>
            </a:br>
            <a:r>
              <a:rPr lang="en-US" altLang="ko-KR"/>
              <a:t>&gt;</a:t>
            </a:r>
            <a:r>
              <a:rPr lang="ko-KR" altLang="en-US"/>
              <a:t>기능들 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로그인 기능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회원가입 버튼 클릭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프로필 사진 버튼 클릭</a:t>
            </a:r>
            <a:endParaRPr lang="ko-KR" altLang="en-US"/>
          </a:p>
          <a:p>
            <a:pPr>
              <a:defRPr/>
            </a:pP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"/>
          <p:cNvSpPr/>
          <p:nvPr/>
        </p:nvSpPr>
        <p:spPr>
          <a:xfrm>
            <a:off x="1919478" y="0"/>
            <a:ext cx="1800225" cy="67266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회원가입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800225" cy="67266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로그인 화면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3431667" y="1772793"/>
            <a:ext cx="4032504" cy="7920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/>
          <p:nvPr/>
        </p:nvSpPr>
        <p:spPr>
          <a:xfrm>
            <a:off x="3431667" y="2924937"/>
            <a:ext cx="4032504" cy="7920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 txBox="1"/>
          <p:nvPr/>
        </p:nvSpPr>
        <p:spPr>
          <a:xfrm>
            <a:off x="3513582" y="1844802"/>
            <a:ext cx="797433" cy="643509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3600" b="1"/>
              <a:t>ID:</a:t>
            </a:r>
            <a:endParaRPr lang="en-US" altLang="ko-KR" sz="3600" b="1"/>
          </a:p>
        </p:txBody>
      </p:sp>
      <p:sp>
        <p:nvSpPr>
          <p:cNvPr id="12" name=""/>
          <p:cNvSpPr txBox="1"/>
          <p:nvPr/>
        </p:nvSpPr>
        <p:spPr>
          <a:xfrm>
            <a:off x="3513582" y="2924937"/>
            <a:ext cx="1026033" cy="64389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3600" b="1"/>
              <a:t>PW:</a:t>
            </a:r>
            <a:endParaRPr lang="en-US" altLang="ko-KR" sz="3600" b="1"/>
          </a:p>
        </p:txBody>
      </p:sp>
      <p:sp>
        <p:nvSpPr>
          <p:cNvPr id="13" name=""/>
          <p:cNvSpPr/>
          <p:nvPr/>
        </p:nvSpPr>
        <p:spPr>
          <a:xfrm>
            <a:off x="3431667" y="4149089"/>
            <a:ext cx="4032504" cy="792099"/>
          </a:xfrm>
          <a:prstGeom prst="rect">
            <a:avLst/>
          </a:prstGeom>
        </p:spPr>
        <p:style>
          <a:lnRef idx="2">
            <a:schemeClr val="accent4">
              <a:shade val="2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/>
              <a:t>로그인하기</a:t>
            </a:r>
            <a:endParaRPr lang="ko-KR" altLang="en-US" sz="2400"/>
          </a:p>
        </p:txBody>
      </p:sp>
      <p:sp>
        <p:nvSpPr>
          <p:cNvPr id="14" name=""/>
          <p:cNvSpPr txBox="1"/>
          <p:nvPr/>
        </p:nvSpPr>
        <p:spPr>
          <a:xfrm>
            <a:off x="8832342" y="1340739"/>
            <a:ext cx="250698" cy="36233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endParaRPr lang="ko-KR" altLang="en-US"/>
          </a:p>
        </p:txBody>
      </p:sp>
      <p:sp>
        <p:nvSpPr>
          <p:cNvPr id="15" name=""/>
          <p:cNvSpPr txBox="1"/>
          <p:nvPr/>
        </p:nvSpPr>
        <p:spPr>
          <a:xfrm>
            <a:off x="8957691" y="824292"/>
            <a:ext cx="2039875" cy="36600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로그인 페이지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&gt;</a:t>
            </a:r>
            <a:r>
              <a:rPr lang="ko-KR" altLang="en-US"/>
              <a:t> 변수들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ID,PW</a:t>
            </a:r>
            <a:endParaRPr lang="en-US" altLang="ko-KR"/>
          </a:p>
          <a:p>
            <a:pPr>
              <a:defRPr/>
            </a:pPr>
            <a:r>
              <a:rPr lang="en-US" altLang="ko-KR"/>
              <a:t>- ID,PW</a:t>
            </a:r>
            <a:r>
              <a:rPr lang="ko-KR" altLang="en-US"/>
              <a:t> 좌표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로그인버튼 좌표</a:t>
            </a:r>
            <a:endParaRPr lang="ko-KR" altLang="en-US"/>
          </a:p>
          <a:p>
            <a:pPr>
              <a:defRPr/>
            </a:pPr>
            <a:br>
              <a:rPr lang="ko-KR" altLang="en-US"/>
            </a:br>
            <a:r>
              <a:rPr lang="en-US" altLang="ko-KR"/>
              <a:t>&gt;</a:t>
            </a:r>
            <a:r>
              <a:rPr lang="ko-KR" altLang="en-US"/>
              <a:t>기능들 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 </a:t>
            </a:r>
            <a:r>
              <a:rPr lang="en-US" altLang="ko-KR"/>
              <a:t>ID,PW </a:t>
            </a:r>
            <a:r>
              <a:rPr lang="ko-KR" altLang="en-US"/>
              <a:t>받아오기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로그인하기 버튼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48181" y="122683"/>
            <a:ext cx="10392512" cy="6612633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2927604" y="3645027"/>
            <a:ext cx="507111" cy="567309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6" name=""/>
          <p:cNvSpPr txBox="1"/>
          <p:nvPr/>
        </p:nvSpPr>
        <p:spPr>
          <a:xfrm>
            <a:off x="4860417" y="3653790"/>
            <a:ext cx="515493" cy="56730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7" name=""/>
          <p:cNvSpPr txBox="1"/>
          <p:nvPr/>
        </p:nvSpPr>
        <p:spPr>
          <a:xfrm>
            <a:off x="6744081" y="3583686"/>
            <a:ext cx="515493" cy="56730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8" name=""/>
          <p:cNvSpPr/>
          <p:nvPr/>
        </p:nvSpPr>
        <p:spPr>
          <a:xfrm>
            <a:off x="3434715" y="4005072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PRIVATE</a:t>
            </a:r>
            <a:r>
              <a:rPr lang="ko-KR" altLang="en-US">
                <a:solidFill>
                  <a:schemeClr val="tx1"/>
                </a:solidFill>
              </a:rPr>
              <a:t> 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432" y="44577"/>
            <a:ext cx="1700019" cy="42443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200" b="1"/>
              <a:t>개인 페이지</a:t>
            </a:r>
            <a:endParaRPr lang="ko-KR" altLang="en-US" sz="2200" b="1"/>
          </a:p>
        </p:txBody>
      </p:sp>
      <p:sp>
        <p:nvSpPr>
          <p:cNvPr id="10" name=""/>
          <p:cNvSpPr/>
          <p:nvPr/>
        </p:nvSpPr>
        <p:spPr>
          <a:xfrm>
            <a:off x="3434715" y="4581144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DELETE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버튼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1" name=""/>
          <p:cNvCxnSpPr/>
          <p:nvPr/>
        </p:nvCxnSpPr>
        <p:spPr>
          <a:xfrm>
            <a:off x="3181159" y="4221099"/>
            <a:ext cx="253555" cy="2160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"/>
          <p:cNvSpPr txBox="1"/>
          <p:nvPr/>
        </p:nvSpPr>
        <p:spPr>
          <a:xfrm>
            <a:off x="-1434465" y="1340739"/>
            <a:ext cx="257556" cy="36118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endParaRPr lang="ko-KR" altLang="en-US"/>
          </a:p>
        </p:txBody>
      </p:sp>
      <p:sp>
        <p:nvSpPr>
          <p:cNvPr id="14" name=""/>
          <p:cNvSpPr/>
          <p:nvPr/>
        </p:nvSpPr>
        <p:spPr>
          <a:xfrm>
            <a:off x="768106" y="764667"/>
            <a:ext cx="10872586" cy="5887973"/>
          </a:xfrm>
          <a:prstGeom prst="rect">
            <a:avLst/>
          </a:prstGeom>
          <a:noFill/>
          <a:ln w="635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48181" y="942784"/>
            <a:ext cx="2186534" cy="2742628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1127379" y="942784"/>
            <a:ext cx="2920366" cy="63646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하나씩 추가할때마다 </a:t>
            </a:r>
            <a:endParaRPr lang="ko-KR" altLang="en-US"/>
          </a:p>
          <a:p>
            <a:pPr>
              <a:defRPr/>
            </a:pPr>
            <a:r>
              <a:rPr lang="ko-KR" altLang="en-US"/>
              <a:t>한칸씩 밀림</a:t>
            </a:r>
            <a:endParaRPr lang="ko-KR" altLang="en-US"/>
          </a:p>
        </p:txBody>
      </p:sp>
      <p:sp>
        <p:nvSpPr>
          <p:cNvPr id="17" name=""/>
          <p:cNvSpPr/>
          <p:nvPr/>
        </p:nvSpPr>
        <p:spPr>
          <a:xfrm>
            <a:off x="1939766" y="2708910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추가 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541644" y="762666"/>
            <a:ext cx="2920366" cy="36023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없으면 비어있음</a:t>
            </a:r>
            <a:endParaRPr lang="ko-KR" altLang="en-US"/>
          </a:p>
        </p:txBody>
      </p:sp>
      <p:sp>
        <p:nvSpPr>
          <p:cNvPr id="21" name=""/>
          <p:cNvSpPr/>
          <p:nvPr/>
        </p:nvSpPr>
        <p:spPr>
          <a:xfrm>
            <a:off x="-24765" y="1772793"/>
            <a:ext cx="1079362" cy="55114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Private</a:t>
            </a:r>
            <a:endParaRPr lang="en-US" altLang="ko-KR"/>
          </a:p>
        </p:txBody>
      </p:sp>
      <p:sp>
        <p:nvSpPr>
          <p:cNvPr id="19" name=""/>
          <p:cNvSpPr/>
          <p:nvPr/>
        </p:nvSpPr>
        <p:spPr>
          <a:xfrm>
            <a:off x="-96774" y="1426356"/>
            <a:ext cx="1079362" cy="551140"/>
          </a:xfrm>
          <a:prstGeom prst="rect">
            <a:avLst/>
          </a:prstGeom>
          <a:solidFill>
            <a:srgbClr val="ecd174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 Public</a:t>
            </a:r>
            <a:endParaRPr lang="en-US" altLang="ko-KR"/>
          </a:p>
        </p:txBody>
      </p:sp>
      <p:sp>
        <p:nvSpPr>
          <p:cNvPr id="22" name=""/>
          <p:cNvSpPr/>
          <p:nvPr/>
        </p:nvSpPr>
        <p:spPr>
          <a:xfrm>
            <a:off x="9800823" y="6237351"/>
            <a:ext cx="655362" cy="56997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"/>
          <p:cNvSpPr/>
          <p:nvPr/>
        </p:nvSpPr>
        <p:spPr>
          <a:xfrm>
            <a:off x="10481268" y="6237351"/>
            <a:ext cx="655362" cy="56997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"/>
          <p:cNvSpPr/>
          <p:nvPr/>
        </p:nvSpPr>
        <p:spPr>
          <a:xfrm>
            <a:off x="9833187" y="6237351"/>
            <a:ext cx="648081" cy="620649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"/>
          <p:cNvSpPr/>
          <p:nvPr/>
        </p:nvSpPr>
        <p:spPr>
          <a:xfrm flipH="1">
            <a:off x="10632567" y="6237351"/>
            <a:ext cx="536426" cy="620649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"/>
          <p:cNvSpPr/>
          <p:nvPr/>
        </p:nvSpPr>
        <p:spPr>
          <a:xfrm>
            <a:off x="8913252" y="615838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MAIN</a:t>
            </a:r>
            <a:r>
              <a:rPr lang="ko-KR" altLang="en-US"/>
              <a:t>화면버튼</a:t>
            </a:r>
            <a:endParaRPr lang="ko-KR" altLang="en-US"/>
          </a:p>
        </p:txBody>
      </p:sp>
      <p:sp>
        <p:nvSpPr>
          <p:cNvPr id="28" name=""/>
          <p:cNvSpPr/>
          <p:nvPr/>
        </p:nvSpPr>
        <p:spPr>
          <a:xfrm>
            <a:off x="8970582" y="1122902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이름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9" name=""/>
          <p:cNvSpPr/>
          <p:nvPr/>
        </p:nvSpPr>
        <p:spPr>
          <a:xfrm>
            <a:off x="8969079" y="1721417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이름 </a:t>
            </a:r>
            <a:r>
              <a:rPr lang="en-US" altLang="ko-KR"/>
              <a:t>2</a:t>
            </a:r>
            <a:endParaRPr lang="en-US" altLang="ko-KR"/>
          </a:p>
        </p:txBody>
      </p:sp>
      <p:sp>
        <p:nvSpPr>
          <p:cNvPr id="30" name=""/>
          <p:cNvSpPr/>
          <p:nvPr/>
        </p:nvSpPr>
        <p:spPr>
          <a:xfrm>
            <a:off x="8970582" y="2271045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이름 </a:t>
            </a: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32" name=""/>
          <p:cNvSpPr txBox="1"/>
          <p:nvPr/>
        </p:nvSpPr>
        <p:spPr>
          <a:xfrm>
            <a:off x="8855922" y="248173"/>
            <a:ext cx="1954530" cy="36766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메뉴 버튼 클릭 시</a:t>
            </a:r>
            <a:endParaRPr lang="ko-KR" altLang="en-US"/>
          </a:p>
        </p:txBody>
      </p:sp>
      <p:sp>
        <p:nvSpPr>
          <p:cNvPr id="33" name=""/>
          <p:cNvSpPr/>
          <p:nvPr/>
        </p:nvSpPr>
        <p:spPr>
          <a:xfrm>
            <a:off x="3431667" y="5157216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FIX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"/>
          <p:cNvSpPr/>
          <p:nvPr/>
        </p:nvSpPr>
        <p:spPr>
          <a:xfrm>
            <a:off x="3431667" y="5661279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순서 변경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"/>
          <p:cNvSpPr/>
          <p:nvPr/>
        </p:nvSpPr>
        <p:spPr>
          <a:xfrm>
            <a:off x="8970582" y="2780919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이름 </a:t>
            </a:r>
            <a:r>
              <a:rPr lang="en-US" altLang="ko-KR"/>
              <a:t>4</a:t>
            </a:r>
            <a:endParaRPr lang="en-US" altLang="ko-KR"/>
          </a:p>
        </p:txBody>
      </p:sp>
      <p:sp>
        <p:nvSpPr>
          <p:cNvPr id="36" name=""/>
          <p:cNvSpPr/>
          <p:nvPr/>
        </p:nvSpPr>
        <p:spPr>
          <a:xfrm>
            <a:off x="8970582" y="3356991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이름 </a:t>
            </a:r>
            <a:r>
              <a:rPr lang="en-US" altLang="ko-KR"/>
              <a:t>5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3884194" y="337185"/>
            <a:ext cx="4423611" cy="618363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개인 페이지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&gt;</a:t>
            </a:r>
            <a:r>
              <a:rPr lang="ko-KR" altLang="en-US">
                <a:solidFill>
                  <a:schemeClr val="tx1"/>
                </a:solidFill>
              </a:rPr>
              <a:t> 변수들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포트폴리오 개수 </a:t>
            </a:r>
            <a:r>
              <a:rPr lang="en-US" altLang="ko-KR">
                <a:solidFill>
                  <a:schemeClr val="tx1"/>
                </a:solidFill>
              </a:rPr>
              <a:t> (MAX </a:t>
            </a:r>
            <a:r>
              <a:rPr lang="ko-KR" altLang="en-US">
                <a:solidFill>
                  <a:schemeClr val="tx1"/>
                </a:solidFill>
              </a:rPr>
              <a:t>정하기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포트폴리오 상태</a:t>
            </a:r>
            <a:r>
              <a:rPr lang="en-US" altLang="ko-KR">
                <a:solidFill>
                  <a:schemeClr val="tx1"/>
                </a:solidFill>
              </a:rPr>
              <a:t> (public,private)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br>
              <a:rPr lang="ko-KR" altLang="en-US">
                <a:solidFill>
                  <a:schemeClr val="tx1"/>
                </a:solidFill>
              </a:rPr>
            </a:br>
            <a:r>
              <a:rPr lang="en-US" altLang="ko-KR">
                <a:solidFill>
                  <a:schemeClr val="tx1"/>
                </a:solidFill>
              </a:rPr>
              <a:t>&gt;</a:t>
            </a:r>
            <a:r>
              <a:rPr lang="ko-KR" altLang="en-US">
                <a:solidFill>
                  <a:schemeClr val="tx1"/>
                </a:solidFill>
              </a:rPr>
              <a:t>기능들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각 포트폴리오 클릭 버튼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추가버튼 클릭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r>
              <a:rPr lang="ko-KR" altLang="en-US">
                <a:solidFill>
                  <a:schemeClr val="tx1"/>
                </a:solidFill>
              </a:rPr>
              <a:t>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Private</a:t>
            </a:r>
            <a:r>
              <a:rPr lang="ko-KR" altLang="en-US">
                <a:solidFill>
                  <a:schemeClr val="tx1"/>
                </a:solidFill>
              </a:rPr>
              <a:t> 화면 버튼 클릭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 Menu</a:t>
            </a:r>
            <a:r>
              <a:rPr lang="ko-KR" altLang="en-US">
                <a:solidFill>
                  <a:schemeClr val="tx1"/>
                </a:solidFill>
              </a:rPr>
              <a:t> 버튼 클릭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다른 개인 페이지 확인하고싶을때 사용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스크롤 버튼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추가 포트폴리오가 있을때 스무스하게 옆으로 넘겨줌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Private </a:t>
            </a:r>
            <a:r>
              <a:rPr lang="ko-KR" altLang="en-US">
                <a:solidFill>
                  <a:schemeClr val="tx1"/>
                </a:solidFill>
              </a:rPr>
              <a:t>버튼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포트폴리오 하나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r>
              <a:rPr lang="ko-KR" altLang="en-US">
                <a:solidFill>
                  <a:schemeClr val="tx1"/>
                </a:solidFill>
              </a:rPr>
              <a:t>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 </a:t>
            </a: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private</a:t>
            </a:r>
            <a:r>
              <a:rPr lang="ko-KR" altLang="en-US">
                <a:solidFill>
                  <a:schemeClr val="tx1"/>
                </a:solidFill>
              </a:rPr>
              <a:t> 화면 으로 넘겨줌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Delete </a:t>
            </a:r>
            <a:r>
              <a:rPr lang="ko-KR" altLang="en-US">
                <a:solidFill>
                  <a:schemeClr val="tx1"/>
                </a:solidFill>
              </a:rPr>
              <a:t>버튼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 FIX</a:t>
            </a:r>
            <a:r>
              <a:rPr lang="ko-KR" altLang="en-US">
                <a:solidFill>
                  <a:schemeClr val="tx1"/>
                </a:solidFill>
              </a:rPr>
              <a:t> 화면 버튼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메뉴버튼 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메인화면 버튼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 </a:t>
            </a:r>
            <a:r>
              <a:rPr lang="en-US" altLang="ko-KR">
                <a:solidFill>
                  <a:schemeClr val="tx1"/>
                </a:solidFill>
              </a:rPr>
              <a:t>-&gt;</a:t>
            </a:r>
            <a:r>
              <a:rPr lang="ko-KR" altLang="en-US">
                <a:solidFill>
                  <a:schemeClr val="tx1"/>
                </a:solidFill>
              </a:rPr>
              <a:t> 이름</a:t>
            </a:r>
            <a:r>
              <a:rPr lang="en-US" altLang="ko-KR">
                <a:solidFill>
                  <a:schemeClr val="tx1"/>
                </a:solidFill>
              </a:rPr>
              <a:t>1,</a:t>
            </a:r>
            <a:r>
              <a:rPr lang="ko-KR" altLang="en-US">
                <a:solidFill>
                  <a:schemeClr val="tx1"/>
                </a:solidFill>
              </a:rPr>
              <a:t> 이름</a:t>
            </a:r>
            <a:r>
              <a:rPr lang="en-US" altLang="ko-KR">
                <a:solidFill>
                  <a:schemeClr val="tx1"/>
                </a:solidFill>
              </a:rPr>
              <a:t>2,</a:t>
            </a:r>
            <a:r>
              <a:rPr lang="ko-KR" altLang="en-US">
                <a:solidFill>
                  <a:schemeClr val="tx1"/>
                </a:solidFill>
              </a:rPr>
              <a:t> 이름</a:t>
            </a:r>
            <a:r>
              <a:rPr lang="en-US" altLang="ko-KR">
                <a:solidFill>
                  <a:schemeClr val="tx1"/>
                </a:solidFill>
              </a:rPr>
              <a:t>3</a:t>
            </a:r>
            <a:r>
              <a:rPr lang="ko-KR" altLang="en-US">
                <a:solidFill>
                  <a:schemeClr val="tx1"/>
                </a:solidFill>
              </a:rPr>
              <a:t> 호출 버튼</a:t>
            </a: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48181" y="122683"/>
            <a:ext cx="10392512" cy="6612633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2927604" y="3645027"/>
            <a:ext cx="507111" cy="567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8" name=""/>
          <p:cNvSpPr txBox="1"/>
          <p:nvPr/>
        </p:nvSpPr>
        <p:spPr>
          <a:xfrm>
            <a:off x="4860417" y="3653790"/>
            <a:ext cx="515493" cy="567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9" name=""/>
          <p:cNvSpPr txBox="1"/>
          <p:nvPr/>
        </p:nvSpPr>
        <p:spPr>
          <a:xfrm>
            <a:off x="6744081" y="3583686"/>
            <a:ext cx="515493" cy="567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10" name=""/>
          <p:cNvSpPr/>
          <p:nvPr/>
        </p:nvSpPr>
        <p:spPr>
          <a:xfrm>
            <a:off x="3434715" y="4005072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PRIVATE</a:t>
            </a:r>
            <a:r>
              <a:rPr lang="ko-KR" altLang="en-US">
                <a:solidFill>
                  <a:schemeClr val="tx1"/>
                </a:solidFill>
              </a:rPr>
              <a:t> 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927604" y="0"/>
            <a:ext cx="1700019" cy="424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200" b="1"/>
              <a:t>개인 페이지</a:t>
            </a:r>
            <a:endParaRPr lang="ko-KR" altLang="en-US" sz="2200" b="1"/>
          </a:p>
        </p:txBody>
      </p:sp>
      <p:sp>
        <p:nvSpPr>
          <p:cNvPr id="12" name=""/>
          <p:cNvSpPr/>
          <p:nvPr/>
        </p:nvSpPr>
        <p:spPr>
          <a:xfrm>
            <a:off x="3434715" y="4581144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DELETE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버튼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3" name=""/>
          <p:cNvCxnSpPr/>
          <p:nvPr/>
        </p:nvCxnSpPr>
        <p:spPr>
          <a:xfrm>
            <a:off x="3181159" y="4221099"/>
            <a:ext cx="253555" cy="2160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48181" y="942784"/>
            <a:ext cx="2186534" cy="2742628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4223766" y="1269730"/>
            <a:ext cx="2920366" cy="642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하나씩 추가할때마다 </a:t>
            </a:r>
            <a:endParaRPr lang="ko-KR" altLang="en-US"/>
          </a:p>
          <a:p>
            <a:pPr>
              <a:defRPr/>
            </a:pPr>
            <a:r>
              <a:rPr lang="ko-KR" altLang="en-US"/>
              <a:t>한칸씩 밀림</a:t>
            </a:r>
            <a:endParaRPr lang="ko-KR" altLang="en-US"/>
          </a:p>
        </p:txBody>
      </p:sp>
      <p:sp>
        <p:nvSpPr>
          <p:cNvPr id="17" name=""/>
          <p:cNvSpPr/>
          <p:nvPr/>
        </p:nvSpPr>
        <p:spPr>
          <a:xfrm>
            <a:off x="1703451" y="2996946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추가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541644" y="762666"/>
            <a:ext cx="2920366" cy="360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없으면 비어있음</a:t>
            </a:r>
            <a:endParaRPr lang="ko-KR" altLang="en-US"/>
          </a:p>
        </p:txBody>
      </p:sp>
      <p:cxnSp>
        <p:nvCxnSpPr>
          <p:cNvPr id="21" name=""/>
          <p:cNvCxnSpPr/>
          <p:nvPr/>
        </p:nvCxnSpPr>
        <p:spPr>
          <a:xfrm>
            <a:off x="3287649" y="1122902"/>
            <a:ext cx="5616702" cy="0"/>
          </a:xfrm>
          <a:prstGeom prst="straightConnector1">
            <a:avLst/>
          </a:prstGeom>
          <a:ln w="76200">
            <a:solidFill>
              <a:schemeClr val="accent2">
                <a:shade val="20000"/>
              </a:schemeClr>
            </a:solidFill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22" name=""/>
          <p:cNvCxnSpPr>
            <a:stCxn id="17" idx="0"/>
          </p:cNvCxnSpPr>
          <p:nvPr/>
        </p:nvCxnSpPr>
        <p:spPr>
          <a:xfrm rot="16200000">
            <a:off x="2046112" y="2655522"/>
            <a:ext cx="682848" cy="0"/>
          </a:xfrm>
          <a:prstGeom prst="straightConnector1">
            <a:avLst/>
          </a:prstGeom>
          <a:ln w="76200">
            <a:solidFill>
              <a:schemeClr val="accent2">
                <a:shade val="20000"/>
              </a:schemeClr>
            </a:solidFill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3" name=""/>
          <p:cNvSpPr/>
          <p:nvPr/>
        </p:nvSpPr>
        <p:spPr>
          <a:xfrm>
            <a:off x="9800823" y="6237351"/>
            <a:ext cx="655362" cy="56997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"/>
          <p:cNvSpPr/>
          <p:nvPr/>
        </p:nvSpPr>
        <p:spPr>
          <a:xfrm>
            <a:off x="10481268" y="6237351"/>
            <a:ext cx="655362" cy="56997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"/>
          <p:cNvSpPr/>
          <p:nvPr/>
        </p:nvSpPr>
        <p:spPr>
          <a:xfrm>
            <a:off x="9833187" y="6237351"/>
            <a:ext cx="648081" cy="620649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"/>
          <p:cNvSpPr/>
          <p:nvPr/>
        </p:nvSpPr>
        <p:spPr>
          <a:xfrm flipH="1">
            <a:off x="10632567" y="6237351"/>
            <a:ext cx="536426" cy="620649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"/>
          <p:cNvSpPr/>
          <p:nvPr/>
        </p:nvSpPr>
        <p:spPr>
          <a:xfrm>
            <a:off x="3431667" y="5085207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FIX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"/>
          <p:cNvSpPr/>
          <p:nvPr/>
        </p:nvSpPr>
        <p:spPr>
          <a:xfrm>
            <a:off x="3431667" y="5661279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순서 변경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"/>
          <p:cNvSpPr/>
          <p:nvPr/>
        </p:nvSpPr>
        <p:spPr>
          <a:xfrm>
            <a:off x="8913252" y="615838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MAIN</a:t>
            </a:r>
            <a:r>
              <a:rPr lang="ko-KR" altLang="en-US"/>
              <a:t>화면버튼</a:t>
            </a:r>
            <a:endParaRPr lang="ko-KR" altLang="en-US"/>
          </a:p>
        </p:txBody>
      </p:sp>
      <p:sp>
        <p:nvSpPr>
          <p:cNvPr id="31" name=""/>
          <p:cNvSpPr/>
          <p:nvPr/>
        </p:nvSpPr>
        <p:spPr>
          <a:xfrm>
            <a:off x="8970582" y="1122902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이름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2" name=""/>
          <p:cNvSpPr/>
          <p:nvPr/>
        </p:nvSpPr>
        <p:spPr>
          <a:xfrm>
            <a:off x="8969079" y="1721417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이름 </a:t>
            </a:r>
            <a:r>
              <a:rPr lang="en-US" altLang="ko-KR"/>
              <a:t>2</a:t>
            </a:r>
            <a:endParaRPr lang="en-US" altLang="ko-KR"/>
          </a:p>
        </p:txBody>
      </p:sp>
      <p:sp>
        <p:nvSpPr>
          <p:cNvPr id="33" name=""/>
          <p:cNvSpPr/>
          <p:nvPr/>
        </p:nvSpPr>
        <p:spPr>
          <a:xfrm>
            <a:off x="8970582" y="2271045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이름 </a:t>
            </a: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34" name=""/>
          <p:cNvSpPr txBox="1"/>
          <p:nvPr/>
        </p:nvSpPr>
        <p:spPr>
          <a:xfrm>
            <a:off x="8855922" y="248173"/>
            <a:ext cx="1954530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메뉴 버튼 클릭 시</a:t>
            </a:r>
            <a:endParaRPr lang="ko-KR" altLang="en-US"/>
          </a:p>
        </p:txBody>
      </p:sp>
      <p:sp>
        <p:nvSpPr>
          <p:cNvPr id="35" name=""/>
          <p:cNvSpPr/>
          <p:nvPr/>
        </p:nvSpPr>
        <p:spPr>
          <a:xfrm>
            <a:off x="8970582" y="2780919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이름 </a:t>
            </a:r>
            <a:r>
              <a:rPr lang="en-US" altLang="ko-KR"/>
              <a:t>4</a:t>
            </a:r>
            <a:endParaRPr lang="en-US" altLang="ko-KR"/>
          </a:p>
        </p:txBody>
      </p:sp>
      <p:sp>
        <p:nvSpPr>
          <p:cNvPr id="36" name=""/>
          <p:cNvSpPr/>
          <p:nvPr/>
        </p:nvSpPr>
        <p:spPr>
          <a:xfrm>
            <a:off x="8970582" y="3356991"/>
            <a:ext cx="1839870" cy="653892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이름 </a:t>
            </a:r>
            <a:r>
              <a:rPr lang="en-US" altLang="ko-KR"/>
              <a:t>5</a:t>
            </a:r>
            <a:endParaRPr lang="en-US" altLang="ko-KR"/>
          </a:p>
        </p:txBody>
      </p:sp>
      <p:grpSp>
        <p:nvGrpSpPr>
          <p:cNvPr id="40" name=""/>
          <p:cNvGrpSpPr/>
          <p:nvPr/>
        </p:nvGrpSpPr>
        <p:grpSpPr>
          <a:xfrm rot="0">
            <a:off x="144018" y="135114"/>
            <a:ext cx="479298" cy="485535"/>
            <a:chOff x="144017" y="135114"/>
            <a:chExt cx="479298" cy="485535"/>
          </a:xfrm>
        </p:grpSpPr>
        <p:sp>
          <p:nvSpPr>
            <p:cNvPr id="37" name=""/>
            <p:cNvSpPr/>
            <p:nvPr/>
          </p:nvSpPr>
          <p:spPr>
            <a:xfrm>
              <a:off x="144017" y="135114"/>
              <a:ext cx="479298" cy="125490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8" name=""/>
            <p:cNvSpPr/>
            <p:nvPr/>
          </p:nvSpPr>
          <p:spPr>
            <a:xfrm>
              <a:off x="144017" y="332613"/>
              <a:ext cx="479298" cy="125490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9" name=""/>
            <p:cNvSpPr/>
            <p:nvPr/>
          </p:nvSpPr>
          <p:spPr>
            <a:xfrm>
              <a:off x="144017" y="495159"/>
              <a:ext cx="479298" cy="125490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41" name=""/>
          <p:cNvSpPr txBox="1"/>
          <p:nvPr/>
        </p:nvSpPr>
        <p:spPr>
          <a:xfrm>
            <a:off x="839343" y="311949"/>
            <a:ext cx="2906651" cy="1460844"/>
          </a:xfrm>
          <a:prstGeom prst="rect">
            <a:avLst/>
          </a:prstGeom>
          <a:solidFill>
            <a:srgbClr val="f2f2f2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&lt;-</a:t>
            </a:r>
            <a:r>
              <a:rPr lang="ko-KR" altLang="en-US">
                <a:solidFill>
                  <a:schemeClr val="tx1"/>
                </a:solidFill>
              </a:rPr>
              <a:t> 전체보기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숨겨진 창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누르면 옆으로 검은색 창이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5</a:t>
            </a:r>
            <a:r>
              <a:rPr lang="ko-KR" altLang="en-US">
                <a:solidFill>
                  <a:schemeClr val="tx1"/>
                </a:solidFill>
              </a:rPr>
              <a:t>분의 </a:t>
            </a:r>
            <a:r>
              <a:rPr lang="en-US" altLang="ko-KR">
                <a:solidFill>
                  <a:schemeClr val="tx1"/>
                </a:solidFill>
              </a:rPr>
              <a:t>1</a:t>
            </a:r>
            <a:r>
              <a:rPr lang="ko-KR" altLang="en-US">
                <a:solidFill>
                  <a:schemeClr val="tx1"/>
                </a:solidFill>
              </a:rPr>
              <a:t>정도 밀려나옴</a:t>
            </a: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3884194" y="337185"/>
            <a:ext cx="4423611" cy="618363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개인 페이지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&gt;</a:t>
            </a:r>
            <a:r>
              <a:rPr lang="ko-KR" altLang="en-US">
                <a:solidFill>
                  <a:schemeClr val="tx1"/>
                </a:solidFill>
              </a:rPr>
              <a:t> 변수들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포트폴리오 개수 </a:t>
            </a:r>
            <a:r>
              <a:rPr lang="en-US" altLang="ko-KR">
                <a:solidFill>
                  <a:schemeClr val="tx1"/>
                </a:solidFill>
              </a:rPr>
              <a:t> (MAX </a:t>
            </a:r>
            <a:r>
              <a:rPr lang="ko-KR" altLang="en-US">
                <a:solidFill>
                  <a:schemeClr val="tx1"/>
                </a:solidFill>
              </a:rPr>
              <a:t>정하기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포트폴리오 상태</a:t>
            </a:r>
            <a:r>
              <a:rPr lang="en-US" altLang="ko-KR">
                <a:solidFill>
                  <a:schemeClr val="tx1"/>
                </a:solidFill>
              </a:rPr>
              <a:t> (public,private)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br>
              <a:rPr lang="ko-KR" altLang="en-US">
                <a:solidFill>
                  <a:schemeClr val="tx1"/>
                </a:solidFill>
              </a:rPr>
            </a:br>
            <a:r>
              <a:rPr lang="en-US" altLang="ko-KR">
                <a:solidFill>
                  <a:schemeClr val="tx1"/>
                </a:solidFill>
              </a:rPr>
              <a:t>&gt;</a:t>
            </a:r>
            <a:r>
              <a:rPr lang="ko-KR" altLang="en-US">
                <a:solidFill>
                  <a:schemeClr val="tx1"/>
                </a:solidFill>
              </a:rPr>
              <a:t>기능들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각 포트폴리오 클릭 버튼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추가버튼 클릭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r>
              <a:rPr lang="ko-KR" altLang="en-US">
                <a:solidFill>
                  <a:schemeClr val="tx1"/>
                </a:solidFill>
              </a:rPr>
              <a:t>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Public</a:t>
            </a:r>
            <a:r>
              <a:rPr lang="ko-KR" altLang="en-US">
                <a:solidFill>
                  <a:schemeClr val="tx1"/>
                </a:solidFill>
              </a:rPr>
              <a:t> 화면 버튼 클릭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 Menu</a:t>
            </a:r>
            <a:r>
              <a:rPr lang="ko-KR" altLang="en-US">
                <a:solidFill>
                  <a:schemeClr val="tx1"/>
                </a:solidFill>
              </a:rPr>
              <a:t> 버튼 클릭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다른 개인 페이지 확인하고싶을때 사용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스크롤 버튼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추가 포트폴리오가 있을때 스무스하게 옆으로 넘겨줌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Private </a:t>
            </a:r>
            <a:r>
              <a:rPr lang="ko-KR" altLang="en-US">
                <a:solidFill>
                  <a:schemeClr val="tx1"/>
                </a:solidFill>
              </a:rPr>
              <a:t>버튼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포트폴리오 하나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r>
              <a:rPr lang="ko-KR" altLang="en-US">
                <a:solidFill>
                  <a:schemeClr val="tx1"/>
                </a:solidFill>
              </a:rPr>
              <a:t>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Delete </a:t>
            </a:r>
            <a:r>
              <a:rPr lang="ko-KR" altLang="en-US">
                <a:solidFill>
                  <a:schemeClr val="tx1"/>
                </a:solidFill>
              </a:rPr>
              <a:t>버튼 및 좌표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메뉴버튼 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메인화면 버튼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 </a:t>
            </a:r>
            <a:r>
              <a:rPr lang="en-US" altLang="ko-KR">
                <a:solidFill>
                  <a:schemeClr val="tx1"/>
                </a:solidFill>
              </a:rPr>
              <a:t>-&gt;</a:t>
            </a:r>
            <a:r>
              <a:rPr lang="ko-KR" altLang="en-US">
                <a:solidFill>
                  <a:schemeClr val="tx1"/>
                </a:solidFill>
              </a:rPr>
              <a:t> 이름</a:t>
            </a:r>
            <a:r>
              <a:rPr lang="en-US" altLang="ko-KR">
                <a:solidFill>
                  <a:schemeClr val="tx1"/>
                </a:solidFill>
              </a:rPr>
              <a:t>1,</a:t>
            </a:r>
            <a:r>
              <a:rPr lang="ko-KR" altLang="en-US">
                <a:solidFill>
                  <a:schemeClr val="tx1"/>
                </a:solidFill>
              </a:rPr>
              <a:t> 이름</a:t>
            </a:r>
            <a:r>
              <a:rPr lang="en-US" altLang="ko-KR">
                <a:solidFill>
                  <a:schemeClr val="tx1"/>
                </a:solidFill>
              </a:rPr>
              <a:t>2,</a:t>
            </a:r>
            <a:r>
              <a:rPr lang="ko-KR" altLang="en-US">
                <a:solidFill>
                  <a:schemeClr val="tx1"/>
                </a:solidFill>
              </a:rPr>
              <a:t> 이름</a:t>
            </a:r>
            <a:r>
              <a:rPr lang="en-US" altLang="ko-KR">
                <a:solidFill>
                  <a:schemeClr val="tx1"/>
                </a:solidFill>
              </a:rPr>
              <a:t>3</a:t>
            </a:r>
            <a:r>
              <a:rPr lang="ko-KR" altLang="en-US">
                <a:solidFill>
                  <a:schemeClr val="tx1"/>
                </a:solidFill>
              </a:rPr>
              <a:t> 호출 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463676" y="2204847"/>
            <a:ext cx="2685289" cy="201282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각 포트폴리오 옆에</a:t>
            </a:r>
            <a:endParaRPr lang="ko-KR" altLang="en-US"/>
          </a:p>
          <a:p>
            <a:pPr>
              <a:defRPr/>
            </a:pPr>
            <a:r>
              <a:rPr lang="ko-KR" altLang="en-US"/>
              <a:t>쩜 세개 누르면 </a:t>
            </a:r>
            <a:endParaRPr lang="ko-KR" altLang="en-US"/>
          </a:p>
          <a:p>
            <a:pPr>
              <a:defRPr/>
            </a:pPr>
            <a:r>
              <a:rPr lang="ko-KR" altLang="en-US"/>
              <a:t>포트폴리오 순서 이동할</a:t>
            </a:r>
            <a:endParaRPr lang="ko-KR" altLang="en-US"/>
          </a:p>
          <a:p>
            <a:pPr>
              <a:defRPr/>
            </a:pPr>
            <a:r>
              <a:rPr lang="ko-KR" altLang="en-US"/>
              <a:t>수 있게 만드는 것도 고려</a:t>
            </a:r>
            <a:endParaRPr lang="ko-KR" altLang="en-US"/>
          </a:p>
          <a:p>
            <a:pPr>
              <a:defRPr/>
            </a:pPr>
            <a:r>
              <a:rPr lang="ko-KR" altLang="en-US"/>
              <a:t>해보기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1127379" y="1456563"/>
            <a:ext cx="9937242" cy="496862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7" name=""/>
          <p:cNvGrpSpPr/>
          <p:nvPr/>
        </p:nvGrpSpPr>
        <p:grpSpPr>
          <a:xfrm rot="0">
            <a:off x="6034087" y="1484757"/>
            <a:ext cx="3039428" cy="512635"/>
            <a:chOff x="6034087" y="1564195"/>
            <a:chExt cx="3039428" cy="512635"/>
          </a:xfrm>
        </p:grpSpPr>
        <p:sp>
          <p:nvSpPr>
            <p:cNvPr id="32" name=""/>
            <p:cNvSpPr/>
            <p:nvPr/>
          </p:nvSpPr>
          <p:spPr>
            <a:xfrm>
              <a:off x="6034087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3" name=""/>
            <p:cNvSpPr/>
            <p:nvPr/>
          </p:nvSpPr>
          <p:spPr>
            <a:xfrm>
              <a:off x="6663738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4" name=""/>
            <p:cNvSpPr/>
            <p:nvPr/>
          </p:nvSpPr>
          <p:spPr>
            <a:xfrm>
              <a:off x="7256763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5" name=""/>
            <p:cNvSpPr/>
            <p:nvPr/>
          </p:nvSpPr>
          <p:spPr>
            <a:xfrm>
              <a:off x="7820263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6" name=""/>
            <p:cNvSpPr/>
            <p:nvPr/>
          </p:nvSpPr>
          <p:spPr>
            <a:xfrm>
              <a:off x="8417528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4" name=""/>
          <p:cNvSpPr txBox="1"/>
          <p:nvPr/>
        </p:nvSpPr>
        <p:spPr>
          <a:xfrm>
            <a:off x="191262" y="38481"/>
            <a:ext cx="8301228" cy="36614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개인 페이지 글쓰기 화면</a:t>
            </a:r>
            <a:r>
              <a:rPr lang="en-US" altLang="ko-KR"/>
              <a:t>(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수정 화면 이기도함</a:t>
            </a:r>
            <a:r>
              <a:rPr lang="en-US" altLang="ko-KR"/>
              <a:t>)</a:t>
            </a:r>
            <a:r>
              <a:rPr lang="ko-KR" altLang="en-US"/>
              <a:t>        </a:t>
            </a:r>
            <a:r>
              <a:rPr lang="en-US" altLang="ko-KR"/>
              <a:t>//</a:t>
            </a:r>
            <a:r>
              <a:rPr lang="ko-KR" altLang="en-US"/>
              <a:t> 캡처 안되면 업로드로 바뀜</a:t>
            </a:r>
            <a:endParaRPr lang="ko-KR" altLang="en-US"/>
          </a:p>
        </p:txBody>
      </p:sp>
      <p:sp>
        <p:nvSpPr>
          <p:cNvPr id="5" name=""/>
          <p:cNvSpPr txBox="1"/>
          <p:nvPr/>
        </p:nvSpPr>
        <p:spPr>
          <a:xfrm>
            <a:off x="191262" y="548640"/>
            <a:ext cx="1586104" cy="90792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캡처 저장</a:t>
            </a:r>
            <a:endParaRPr lang="ko-KR" altLang="en-US"/>
          </a:p>
          <a:p>
            <a:pPr>
              <a:defRPr/>
            </a:pPr>
            <a:r>
              <a:rPr lang="ko-KR" altLang="en-US"/>
              <a:t>캡처 불러오기</a:t>
            </a:r>
            <a:endParaRPr lang="ko-KR" altLang="en-US"/>
          </a:p>
          <a:p>
            <a:pPr>
              <a:defRPr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1415415" y="1744599"/>
            <a:ext cx="4104513" cy="4392549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ko-KR" altLang="en-US"/>
              <a:t>이미지 넣기 </a:t>
            </a: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en-US" altLang="ko-KR"/>
              <a:t>1000</a:t>
            </a:r>
            <a:r>
              <a:rPr lang="ko-KR" altLang="en-US"/>
              <a:t> </a:t>
            </a:r>
            <a:r>
              <a:rPr lang="en-US" altLang="ko-KR"/>
              <a:t>X 700 </a:t>
            </a:r>
            <a:endParaRPr lang="en-US" altLang="ko-KR"/>
          </a:p>
        </p:txBody>
      </p:sp>
      <p:sp>
        <p:nvSpPr>
          <p:cNvPr id="10" name=""/>
          <p:cNvSpPr/>
          <p:nvPr/>
        </p:nvSpPr>
        <p:spPr>
          <a:xfrm>
            <a:off x="6096000" y="2132838"/>
            <a:ext cx="4104513" cy="400430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</a:t>
            </a:r>
            <a:r>
              <a:rPr lang="ko-KR" altLang="en-US" sz="2500">
                <a:solidFill>
                  <a:schemeClr val="tx1"/>
                </a:solidFill>
              </a:rPr>
              <a:t> </a:t>
            </a:r>
            <a:r>
              <a:rPr lang="en-US" altLang="ko-KR" sz="2500">
                <a:solidFill>
                  <a:schemeClr val="tx1"/>
                </a:solidFill>
              </a:rPr>
              <a:t>~~~~~~</a:t>
            </a:r>
            <a:r>
              <a:rPr lang="en-US" altLang="ko-KR">
                <a:solidFill>
                  <a:schemeClr val="tx1"/>
                </a:solidFill>
              </a:rPr>
              <a:t>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하이퍼링크 가능해야함</a:t>
            </a:r>
            <a:r>
              <a:rPr lang="en-US" altLang="ko-KR">
                <a:solidFill>
                  <a:schemeClr val="tx1"/>
                </a:solidFill>
              </a:rPr>
              <a:t>.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095999" y="1565338"/>
            <a:ext cx="2958466" cy="36633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글꼴 크기   색</a:t>
            </a:r>
            <a:r>
              <a:rPr lang="en-US" altLang="ko-KR"/>
              <a:t>  </a:t>
            </a:r>
            <a:r>
              <a:rPr lang="ko-KR" altLang="en-US"/>
              <a:t> 하이퍼링크 </a:t>
            </a:r>
            <a:endParaRPr lang="ko-KR" altLang="en-US"/>
          </a:p>
        </p:txBody>
      </p:sp>
      <p:sp>
        <p:nvSpPr>
          <p:cNvPr id="13" name=""/>
          <p:cNvSpPr/>
          <p:nvPr/>
        </p:nvSpPr>
        <p:spPr>
          <a:xfrm>
            <a:off x="2353246" y="2745676"/>
            <a:ext cx="2228849" cy="2195512"/>
          </a:xfrm>
          <a:prstGeom prst="plus">
            <a:avLst>
              <a:gd name="adj" fmla="val 43359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/>
          <p:nvPr/>
        </p:nvSpPr>
        <p:spPr>
          <a:xfrm>
            <a:off x="2423541" y="1633061"/>
            <a:ext cx="2088261" cy="999554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플러스 버튼 </a:t>
            </a:r>
            <a:endParaRPr lang="ko-KR" altLang="en-US"/>
          </a:p>
        </p:txBody>
      </p:sp>
      <p:sp>
        <p:nvSpPr>
          <p:cNvPr id="15" name=""/>
          <p:cNvSpPr/>
          <p:nvPr/>
        </p:nvSpPr>
        <p:spPr>
          <a:xfrm>
            <a:off x="5627941" y="6262306"/>
            <a:ext cx="2124266" cy="407099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파일 찾아보기 버튼</a:t>
            </a:r>
            <a:endParaRPr lang="ko-KR" altLang="en-US"/>
          </a:p>
        </p:txBody>
      </p:sp>
      <p:sp>
        <p:nvSpPr>
          <p:cNvPr id="16" name=""/>
          <p:cNvSpPr/>
          <p:nvPr/>
        </p:nvSpPr>
        <p:spPr>
          <a:xfrm>
            <a:off x="1415415" y="6262306"/>
            <a:ext cx="4104513" cy="407099"/>
          </a:xfrm>
          <a:prstGeom prst="rect">
            <a:avLst/>
          </a:prstGeom>
          <a:solidFill>
            <a:srgbClr val="faf3db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어쩌구</a:t>
            </a:r>
            <a:r>
              <a:rPr lang="en-US" altLang="ko-KR">
                <a:solidFill>
                  <a:schemeClr val="tx1"/>
                </a:solidFill>
              </a:rPr>
              <a:t>.JPG</a:t>
            </a:r>
            <a:endParaRPr lang="en-US" altLang="ko-KR">
              <a:solidFill>
                <a:schemeClr val="tx1"/>
              </a:solidFill>
            </a:endParaRPr>
          </a:p>
        </p:txBody>
      </p:sp>
      <p:cxnSp>
        <p:nvCxnSpPr>
          <p:cNvPr id="17" name=""/>
          <p:cNvCxnSpPr>
            <a:stCxn id="15" idx="1"/>
            <a:endCxn id="16" idx="3"/>
          </p:cNvCxnSpPr>
          <p:nvPr/>
        </p:nvCxnSpPr>
        <p:spPr>
          <a:xfrm rot="10800000">
            <a:off x="5519928" y="6465855"/>
            <a:ext cx="108013" cy="0"/>
          </a:xfrm>
          <a:prstGeom prst="straightConnector1">
            <a:avLst/>
          </a:prstGeom>
          <a:ln w="38100">
            <a:solidFill>
              <a:schemeClr val="accent1"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"/>
          <p:cNvSpPr/>
          <p:nvPr/>
        </p:nvSpPr>
        <p:spPr>
          <a:xfrm>
            <a:off x="9408414" y="5466302"/>
            <a:ext cx="2088261" cy="999554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등록 버튼 </a:t>
            </a:r>
            <a:endParaRPr lang="ko-KR" altLang="en-US"/>
          </a:p>
        </p:txBody>
      </p:sp>
      <p:sp>
        <p:nvSpPr>
          <p:cNvPr id="21" name=""/>
          <p:cNvSpPr/>
          <p:nvPr/>
        </p:nvSpPr>
        <p:spPr>
          <a:xfrm rot="16154264">
            <a:off x="663" y="3034321"/>
            <a:ext cx="1008126" cy="79990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/>
          <p:nvPr/>
        </p:nvSpPr>
        <p:spPr>
          <a:xfrm rot="12671016">
            <a:off x="11046286" y="3029044"/>
            <a:ext cx="1008126" cy="79990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6" name=""/>
          <p:cNvSpPr txBox="1"/>
          <p:nvPr/>
        </p:nvSpPr>
        <p:spPr>
          <a:xfrm>
            <a:off x="1527809" y="1118425"/>
            <a:ext cx="4568191" cy="36633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&lt;</a:t>
            </a:r>
            <a:r>
              <a:rPr lang="ko-KR" altLang="en-US"/>
              <a:t>글 그림 위치는 제한이 없음</a:t>
            </a:r>
            <a:r>
              <a:rPr lang="en-US" altLang="ko-KR"/>
              <a:t>&gt;</a:t>
            </a:r>
            <a:endParaRPr lang="en-US" altLang="ko-KR"/>
          </a:p>
        </p:txBody>
      </p:sp>
      <p:sp>
        <p:nvSpPr>
          <p:cNvPr id="27" name=""/>
          <p:cNvSpPr txBox="1"/>
          <p:nvPr/>
        </p:nvSpPr>
        <p:spPr>
          <a:xfrm>
            <a:off x="6928483" y="289939"/>
            <a:ext cx="4568192" cy="90830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&lt;</a:t>
            </a:r>
            <a:r>
              <a:rPr lang="ko-KR" altLang="en-US"/>
              <a:t>기능</a:t>
            </a:r>
            <a:r>
              <a:rPr lang="en-US" altLang="ko-KR"/>
              <a:t>&gt;</a:t>
            </a:r>
            <a:endParaRPr lang="en-US" altLang="ko-KR"/>
          </a:p>
          <a:p>
            <a:pPr>
              <a:defRPr/>
            </a:pPr>
            <a:r>
              <a:rPr lang="ko-KR" altLang="en-US"/>
              <a:t>이미지를 넣고 사이즈 조정</a:t>
            </a:r>
            <a:r>
              <a:rPr lang="en-US" altLang="ko-KR"/>
              <a:t> </a:t>
            </a:r>
            <a:r>
              <a:rPr lang="ko-KR" altLang="en-US"/>
              <a:t>가능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ko-KR" altLang="en-US"/>
              <a:t>글하고 이미지 순서상관없이 배치가능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28" name=""/>
          <p:cNvSpPr/>
          <p:nvPr/>
        </p:nvSpPr>
        <p:spPr>
          <a:xfrm>
            <a:off x="-375193" y="1600580"/>
            <a:ext cx="1759840" cy="532257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여유가 되면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메모기능 추가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"/>
          <p:cNvSpPr/>
          <p:nvPr/>
        </p:nvSpPr>
        <p:spPr>
          <a:xfrm>
            <a:off x="10912027" y="1564195"/>
            <a:ext cx="1759840" cy="1137285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가로 버튼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누르면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스무스하게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넘겨짐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007739" y="6519292"/>
            <a:ext cx="1649348" cy="36614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동영상</a:t>
            </a:r>
            <a:r>
              <a:rPr lang="en-US" altLang="ko-KR"/>
              <a:t>,</a:t>
            </a:r>
            <a:r>
              <a:rPr lang="ko-KR" altLang="en-US"/>
              <a:t> 사운드</a:t>
            </a:r>
            <a:endParaRPr lang="ko-KR" altLang="en-US"/>
          </a:p>
        </p:txBody>
      </p:sp>
      <p:sp>
        <p:nvSpPr>
          <p:cNvPr id="38" name=""/>
          <p:cNvSpPr/>
          <p:nvPr/>
        </p:nvSpPr>
        <p:spPr>
          <a:xfrm>
            <a:off x="5807964" y="2026967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 돋움</a:t>
            </a:r>
            <a:endParaRPr lang="ko-KR" altLang="en-US"/>
          </a:p>
        </p:txBody>
      </p:sp>
      <p:sp>
        <p:nvSpPr>
          <p:cNvPr id="39" name=""/>
          <p:cNvSpPr/>
          <p:nvPr/>
        </p:nvSpPr>
        <p:spPr>
          <a:xfrm>
            <a:off x="5879973" y="2276856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 바탕</a:t>
            </a:r>
            <a:endParaRPr lang="ko-KR" altLang="en-US"/>
          </a:p>
        </p:txBody>
      </p:sp>
      <p:sp>
        <p:nvSpPr>
          <p:cNvPr id="40" name=""/>
          <p:cNvSpPr/>
          <p:nvPr/>
        </p:nvSpPr>
        <p:spPr>
          <a:xfrm>
            <a:off x="6600730" y="2026967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9pt</a:t>
            </a:r>
            <a:endParaRPr lang="en-US" altLang="ko-KR"/>
          </a:p>
        </p:txBody>
      </p:sp>
      <p:sp>
        <p:nvSpPr>
          <p:cNvPr id="41" name=""/>
          <p:cNvSpPr/>
          <p:nvPr/>
        </p:nvSpPr>
        <p:spPr>
          <a:xfrm>
            <a:off x="6600730" y="2276856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12pt</a:t>
            </a:r>
            <a:endParaRPr lang="en-US" altLang="ko-KR"/>
          </a:p>
        </p:txBody>
      </p:sp>
      <p:sp>
        <p:nvSpPr>
          <p:cNvPr id="42" name=""/>
          <p:cNvSpPr/>
          <p:nvPr/>
        </p:nvSpPr>
        <p:spPr>
          <a:xfrm>
            <a:off x="7162799" y="2026967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Blue</a:t>
            </a:r>
            <a:endParaRPr lang="en-US" altLang="ko-KR"/>
          </a:p>
        </p:txBody>
      </p:sp>
      <p:sp>
        <p:nvSpPr>
          <p:cNvPr id="43" name=""/>
          <p:cNvSpPr/>
          <p:nvPr/>
        </p:nvSpPr>
        <p:spPr>
          <a:xfrm>
            <a:off x="7162799" y="2276856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Red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1127379" y="1456563"/>
            <a:ext cx="9937242" cy="496862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7" name=""/>
          <p:cNvGrpSpPr/>
          <p:nvPr/>
        </p:nvGrpSpPr>
        <p:grpSpPr>
          <a:xfrm rot="0">
            <a:off x="6034087" y="1484757"/>
            <a:ext cx="3039428" cy="512635"/>
            <a:chOff x="6034087" y="1564195"/>
            <a:chExt cx="3039428" cy="512635"/>
          </a:xfrm>
        </p:grpSpPr>
        <p:sp>
          <p:nvSpPr>
            <p:cNvPr id="32" name=""/>
            <p:cNvSpPr/>
            <p:nvPr/>
          </p:nvSpPr>
          <p:spPr>
            <a:xfrm>
              <a:off x="6034087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3" name=""/>
            <p:cNvSpPr/>
            <p:nvPr/>
          </p:nvSpPr>
          <p:spPr>
            <a:xfrm>
              <a:off x="6663738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4" name=""/>
            <p:cNvSpPr/>
            <p:nvPr/>
          </p:nvSpPr>
          <p:spPr>
            <a:xfrm>
              <a:off x="7256763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5" name=""/>
            <p:cNvSpPr/>
            <p:nvPr/>
          </p:nvSpPr>
          <p:spPr>
            <a:xfrm>
              <a:off x="7820263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6" name=""/>
            <p:cNvSpPr/>
            <p:nvPr/>
          </p:nvSpPr>
          <p:spPr>
            <a:xfrm>
              <a:off x="8417528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" name=""/>
          <p:cNvSpPr/>
          <p:nvPr/>
        </p:nvSpPr>
        <p:spPr>
          <a:xfrm>
            <a:off x="1415415" y="1744599"/>
            <a:ext cx="4104513" cy="4392549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ko-KR" altLang="en-US"/>
              <a:t>이미지 넣기 </a:t>
            </a: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en-US" altLang="ko-KR"/>
              <a:t>1000</a:t>
            </a:r>
            <a:r>
              <a:rPr lang="ko-KR" altLang="en-US"/>
              <a:t> </a:t>
            </a:r>
            <a:r>
              <a:rPr lang="en-US" altLang="ko-KR"/>
              <a:t>X 700 </a:t>
            </a:r>
            <a:endParaRPr lang="en-US" altLang="ko-KR"/>
          </a:p>
        </p:txBody>
      </p:sp>
      <p:sp>
        <p:nvSpPr>
          <p:cNvPr id="10" name=""/>
          <p:cNvSpPr/>
          <p:nvPr/>
        </p:nvSpPr>
        <p:spPr>
          <a:xfrm>
            <a:off x="6096000" y="2132838"/>
            <a:ext cx="4104513" cy="400430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</a:t>
            </a:r>
            <a:r>
              <a:rPr lang="ko-KR" altLang="en-US" sz="2500">
                <a:solidFill>
                  <a:schemeClr val="tx1"/>
                </a:solidFill>
              </a:rPr>
              <a:t> </a:t>
            </a:r>
            <a:r>
              <a:rPr lang="en-US" altLang="ko-KR" sz="2500">
                <a:solidFill>
                  <a:schemeClr val="tx1"/>
                </a:solidFill>
              </a:rPr>
              <a:t>~~~~~~</a:t>
            </a:r>
            <a:r>
              <a:rPr lang="en-US" altLang="ko-KR">
                <a:solidFill>
                  <a:schemeClr val="tx1"/>
                </a:solidFill>
              </a:rPr>
              <a:t>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하이퍼링크 가능해야함</a:t>
            </a:r>
            <a:r>
              <a:rPr lang="en-US" altLang="ko-KR">
                <a:solidFill>
                  <a:schemeClr val="tx1"/>
                </a:solidFill>
              </a:rPr>
              <a:t>.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095999" y="1565338"/>
            <a:ext cx="2958466" cy="36633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글꼴 크기   색</a:t>
            </a:r>
            <a:r>
              <a:rPr lang="en-US" altLang="ko-KR"/>
              <a:t>  </a:t>
            </a:r>
            <a:r>
              <a:rPr lang="ko-KR" altLang="en-US"/>
              <a:t> 하이퍼링크 </a:t>
            </a:r>
            <a:endParaRPr lang="ko-KR" altLang="en-US"/>
          </a:p>
        </p:txBody>
      </p:sp>
      <p:sp>
        <p:nvSpPr>
          <p:cNvPr id="13" name=""/>
          <p:cNvSpPr/>
          <p:nvPr/>
        </p:nvSpPr>
        <p:spPr>
          <a:xfrm>
            <a:off x="2353246" y="2745676"/>
            <a:ext cx="2228849" cy="2195512"/>
          </a:xfrm>
          <a:prstGeom prst="plus">
            <a:avLst>
              <a:gd name="adj" fmla="val 43359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/>
          <p:nvPr/>
        </p:nvSpPr>
        <p:spPr>
          <a:xfrm>
            <a:off x="2423541" y="1633061"/>
            <a:ext cx="2088261" cy="999554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플러스 버튼 </a:t>
            </a:r>
            <a:endParaRPr lang="ko-KR" altLang="en-US"/>
          </a:p>
        </p:txBody>
      </p:sp>
      <p:sp>
        <p:nvSpPr>
          <p:cNvPr id="15" name=""/>
          <p:cNvSpPr/>
          <p:nvPr/>
        </p:nvSpPr>
        <p:spPr>
          <a:xfrm>
            <a:off x="5627941" y="6262306"/>
            <a:ext cx="2124266" cy="407099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파일 찾아보기 버튼</a:t>
            </a:r>
            <a:endParaRPr lang="ko-KR" altLang="en-US"/>
          </a:p>
        </p:txBody>
      </p:sp>
      <p:sp>
        <p:nvSpPr>
          <p:cNvPr id="16" name=""/>
          <p:cNvSpPr/>
          <p:nvPr/>
        </p:nvSpPr>
        <p:spPr>
          <a:xfrm>
            <a:off x="1415415" y="6262306"/>
            <a:ext cx="4104513" cy="407099"/>
          </a:xfrm>
          <a:prstGeom prst="rect">
            <a:avLst/>
          </a:prstGeom>
          <a:solidFill>
            <a:srgbClr val="faf3db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어쩌구</a:t>
            </a:r>
            <a:r>
              <a:rPr lang="en-US" altLang="ko-KR">
                <a:solidFill>
                  <a:schemeClr val="tx1"/>
                </a:solidFill>
              </a:rPr>
              <a:t>.JPG</a:t>
            </a:r>
            <a:endParaRPr lang="en-US" altLang="ko-KR">
              <a:solidFill>
                <a:schemeClr val="tx1"/>
              </a:solidFill>
            </a:endParaRPr>
          </a:p>
        </p:txBody>
      </p:sp>
      <p:cxnSp>
        <p:nvCxnSpPr>
          <p:cNvPr id="17" name=""/>
          <p:cNvCxnSpPr>
            <a:stCxn id="15" idx="1"/>
            <a:endCxn id="16" idx="3"/>
          </p:cNvCxnSpPr>
          <p:nvPr/>
        </p:nvCxnSpPr>
        <p:spPr>
          <a:xfrm rot="10800000">
            <a:off x="5519928" y="6465855"/>
            <a:ext cx="108013" cy="0"/>
          </a:xfrm>
          <a:prstGeom prst="straightConnector1">
            <a:avLst/>
          </a:prstGeom>
          <a:ln w="38100">
            <a:solidFill>
              <a:schemeClr val="accent1"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"/>
          <p:cNvSpPr/>
          <p:nvPr/>
        </p:nvSpPr>
        <p:spPr>
          <a:xfrm>
            <a:off x="9408414" y="5466302"/>
            <a:ext cx="2088261" cy="999554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등록 버튼 </a:t>
            </a:r>
            <a:endParaRPr lang="ko-KR" altLang="en-US"/>
          </a:p>
        </p:txBody>
      </p:sp>
      <p:sp>
        <p:nvSpPr>
          <p:cNvPr id="21" name=""/>
          <p:cNvSpPr/>
          <p:nvPr/>
        </p:nvSpPr>
        <p:spPr>
          <a:xfrm rot="16154264">
            <a:off x="663" y="3034321"/>
            <a:ext cx="1008126" cy="79990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/>
          <p:nvPr/>
        </p:nvSpPr>
        <p:spPr>
          <a:xfrm rot="12671016">
            <a:off x="11046286" y="3029044"/>
            <a:ext cx="1008126" cy="79990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"/>
          <p:cNvSpPr/>
          <p:nvPr/>
        </p:nvSpPr>
        <p:spPr>
          <a:xfrm>
            <a:off x="-375193" y="1600580"/>
            <a:ext cx="1759840" cy="532257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여유가 되면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메모기능 추가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"/>
          <p:cNvSpPr/>
          <p:nvPr/>
        </p:nvSpPr>
        <p:spPr>
          <a:xfrm>
            <a:off x="10912027" y="1564195"/>
            <a:ext cx="1759840" cy="1137285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가로 버튼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누르면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스무스하게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넘겨짐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007739" y="6519292"/>
            <a:ext cx="1649348" cy="36614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동영상</a:t>
            </a:r>
            <a:r>
              <a:rPr lang="en-US" altLang="ko-KR"/>
              <a:t>,</a:t>
            </a:r>
            <a:r>
              <a:rPr lang="ko-KR" altLang="en-US"/>
              <a:t> 사운드</a:t>
            </a:r>
            <a:endParaRPr lang="ko-KR" altLang="en-US"/>
          </a:p>
        </p:txBody>
      </p:sp>
      <p:sp>
        <p:nvSpPr>
          <p:cNvPr id="38" name=""/>
          <p:cNvSpPr/>
          <p:nvPr/>
        </p:nvSpPr>
        <p:spPr>
          <a:xfrm>
            <a:off x="5807964" y="2026967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 돋움</a:t>
            </a:r>
            <a:endParaRPr lang="ko-KR" altLang="en-US"/>
          </a:p>
        </p:txBody>
      </p:sp>
      <p:sp>
        <p:nvSpPr>
          <p:cNvPr id="39" name=""/>
          <p:cNvSpPr/>
          <p:nvPr/>
        </p:nvSpPr>
        <p:spPr>
          <a:xfrm>
            <a:off x="5879973" y="2276856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 바탕</a:t>
            </a:r>
            <a:endParaRPr lang="ko-KR" altLang="en-US"/>
          </a:p>
        </p:txBody>
      </p:sp>
      <p:sp>
        <p:nvSpPr>
          <p:cNvPr id="40" name=""/>
          <p:cNvSpPr/>
          <p:nvPr/>
        </p:nvSpPr>
        <p:spPr>
          <a:xfrm>
            <a:off x="6600730" y="2026967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9pt</a:t>
            </a:r>
            <a:endParaRPr lang="en-US" altLang="ko-KR"/>
          </a:p>
        </p:txBody>
      </p:sp>
      <p:sp>
        <p:nvSpPr>
          <p:cNvPr id="41" name=""/>
          <p:cNvSpPr/>
          <p:nvPr/>
        </p:nvSpPr>
        <p:spPr>
          <a:xfrm>
            <a:off x="6600730" y="2276856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12pt</a:t>
            </a:r>
            <a:endParaRPr lang="en-US" altLang="ko-KR"/>
          </a:p>
        </p:txBody>
      </p:sp>
      <p:sp>
        <p:nvSpPr>
          <p:cNvPr id="42" name=""/>
          <p:cNvSpPr/>
          <p:nvPr/>
        </p:nvSpPr>
        <p:spPr>
          <a:xfrm>
            <a:off x="7162799" y="2026967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Blue</a:t>
            </a:r>
            <a:endParaRPr lang="en-US" altLang="ko-KR"/>
          </a:p>
        </p:txBody>
      </p:sp>
      <p:sp>
        <p:nvSpPr>
          <p:cNvPr id="43" name=""/>
          <p:cNvSpPr/>
          <p:nvPr/>
        </p:nvSpPr>
        <p:spPr>
          <a:xfrm>
            <a:off x="7162799" y="2276856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Red</a:t>
            </a:r>
            <a:endParaRPr lang="en-US" altLang="ko-KR"/>
          </a:p>
        </p:txBody>
      </p:sp>
      <p:sp>
        <p:nvSpPr>
          <p:cNvPr id="44" name=""/>
          <p:cNvSpPr txBox="1"/>
          <p:nvPr/>
        </p:nvSpPr>
        <p:spPr>
          <a:xfrm>
            <a:off x="2548127" y="116586"/>
            <a:ext cx="8516494" cy="117690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&lt;</a:t>
            </a:r>
            <a:r>
              <a:rPr lang="ko-KR" altLang="en-US"/>
              <a:t>제목 </a:t>
            </a:r>
            <a:r>
              <a:rPr lang="en-US" altLang="ko-KR"/>
              <a:t>+</a:t>
            </a:r>
            <a:r>
              <a:rPr lang="ko-KR" altLang="en-US"/>
              <a:t> 썸네일 이미지 첨부 기능</a:t>
            </a:r>
            <a:r>
              <a:rPr lang="en-US" altLang="ko-KR"/>
              <a:t>&gt;</a:t>
            </a: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r>
              <a:rPr lang="ko-KR" altLang="en-US" sz="3500" b="1"/>
              <a:t> </a:t>
            </a:r>
            <a:r>
              <a:rPr lang="en-US" altLang="ko-KR" sz="3500" b="1"/>
              <a:t>(</a:t>
            </a:r>
            <a:r>
              <a:rPr lang="ko-KR" altLang="en-US" sz="3500" b="1"/>
              <a:t>제목</a:t>
            </a:r>
            <a:r>
              <a:rPr lang="en-US" altLang="ko-KR" sz="3500" b="1"/>
              <a:t>:</a:t>
            </a:r>
            <a:r>
              <a:rPr lang="ko-KR" altLang="en-US" sz="3500" b="1"/>
              <a:t>                                     </a:t>
            </a:r>
            <a:r>
              <a:rPr lang="en-US" altLang="ko-KR" sz="3500" b="1"/>
              <a:t>)</a:t>
            </a:r>
            <a:endParaRPr lang="en-US" altLang="ko-KR" sz="3500" b="1"/>
          </a:p>
          <a:p>
            <a:pPr>
              <a:defRPr/>
            </a:pPr>
            <a:r>
              <a:rPr lang="ko-KR" altLang="en-US"/>
              <a:t>파일첨부칸</a:t>
            </a:r>
            <a:endParaRPr lang="ko-KR" altLang="en-US"/>
          </a:p>
        </p:txBody>
      </p:sp>
      <p:sp>
        <p:nvSpPr>
          <p:cNvPr id="45" name=""/>
          <p:cNvSpPr/>
          <p:nvPr/>
        </p:nvSpPr>
        <p:spPr>
          <a:xfrm>
            <a:off x="3791712" y="980694"/>
            <a:ext cx="5904738" cy="312801"/>
          </a:xfrm>
          <a:prstGeom prst="rect">
            <a:avLst/>
          </a:prstGeom>
          <a:solidFill>
            <a:srgbClr val="faf3db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b="1">
                <a:solidFill>
                  <a:schemeClr val="tx1"/>
                </a:solidFill>
              </a:rPr>
              <a:t>.jpg</a:t>
            </a:r>
            <a:endParaRPr lang="en-US" altLang="ko-KR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1127379" y="1456563"/>
            <a:ext cx="9937242" cy="496862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"/>
          <p:cNvSpPr txBox="1"/>
          <p:nvPr/>
        </p:nvSpPr>
        <p:spPr>
          <a:xfrm>
            <a:off x="335280" y="188594"/>
            <a:ext cx="8301228" cy="542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b="1"/>
              <a:t>글 보기 화면</a:t>
            </a:r>
            <a:endParaRPr lang="ko-KR" altLang="en-US" sz="3000" b="1"/>
          </a:p>
        </p:txBody>
      </p:sp>
      <p:sp>
        <p:nvSpPr>
          <p:cNvPr id="6" name=""/>
          <p:cNvSpPr/>
          <p:nvPr/>
        </p:nvSpPr>
        <p:spPr>
          <a:xfrm rot="12671016">
            <a:off x="10930363" y="3632206"/>
            <a:ext cx="1008126" cy="79990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 rot="16154264">
            <a:off x="72673" y="3538385"/>
            <a:ext cx="1008126" cy="79990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/>
          <p:nvPr/>
        </p:nvSpPr>
        <p:spPr>
          <a:xfrm>
            <a:off x="1127379" y="1456563"/>
            <a:ext cx="9937242" cy="496862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/>
          <p:nvPr/>
        </p:nvSpPr>
        <p:spPr>
          <a:xfrm>
            <a:off x="1415415" y="1744599"/>
            <a:ext cx="4104513" cy="4392549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ko-KR" altLang="en-US"/>
              <a:t>이미지 넣기 </a:t>
            </a: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en-US" altLang="ko-KR"/>
              <a:t>1000</a:t>
            </a:r>
            <a:r>
              <a:rPr lang="ko-KR" altLang="en-US"/>
              <a:t> </a:t>
            </a:r>
            <a:r>
              <a:rPr lang="en-US" altLang="ko-KR"/>
              <a:t>X 700 </a:t>
            </a:r>
            <a:endParaRPr lang="en-US" altLang="ko-KR"/>
          </a:p>
        </p:txBody>
      </p:sp>
      <p:sp>
        <p:nvSpPr>
          <p:cNvPr id="10" name=""/>
          <p:cNvSpPr/>
          <p:nvPr/>
        </p:nvSpPr>
        <p:spPr>
          <a:xfrm>
            <a:off x="6096000" y="1744599"/>
            <a:ext cx="4104513" cy="4392548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글</a:t>
            </a:r>
            <a:r>
              <a:rPr lang="ko-KR" altLang="en-US" sz="2500">
                <a:solidFill>
                  <a:schemeClr val="tx1"/>
                </a:solidFill>
              </a:rPr>
              <a:t> </a:t>
            </a:r>
            <a:r>
              <a:rPr lang="en-US" altLang="ko-KR" sz="2500">
                <a:solidFill>
                  <a:schemeClr val="tx1"/>
                </a:solidFill>
              </a:rPr>
              <a:t>~~~~~~</a:t>
            </a:r>
            <a:r>
              <a:rPr lang="en-US" altLang="ko-KR">
                <a:solidFill>
                  <a:schemeClr val="tx1"/>
                </a:solidFill>
              </a:rPr>
              <a:t>~~~~~~~~~~~~~~~~~~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글 </a:t>
            </a:r>
            <a:r>
              <a:rPr lang="en-US" altLang="ko-KR">
                <a:solidFill>
                  <a:schemeClr val="tx1"/>
                </a:solidFill>
              </a:rPr>
              <a:t>~~~~~~~~~~~~~~~~~~~~~~~~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설명</a:t>
            </a:r>
            <a:r>
              <a:rPr lang="en-US" altLang="ko-KR">
                <a:solidFill>
                  <a:schemeClr val="tx1"/>
                </a:solidFill>
              </a:rPr>
              <a:t>: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깃허브 리드미처럼 </a:t>
            </a:r>
            <a:r>
              <a:rPr lang="en-US" altLang="ko-KR">
                <a:solidFill>
                  <a:schemeClr val="tx1"/>
                </a:solidFill>
              </a:rPr>
              <a:t>#</a:t>
            </a:r>
            <a:r>
              <a:rPr lang="ko-KR" altLang="en-US">
                <a:solidFill>
                  <a:schemeClr val="tx1"/>
                </a:solidFill>
              </a:rPr>
              <a:t>이나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기타 키워드 등으로 글 꾸미기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가능해야함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+</a:t>
            </a:r>
            <a:r>
              <a:rPr lang="ko-KR" altLang="en-US">
                <a:solidFill>
                  <a:schemeClr val="tx1"/>
                </a:solidFill>
              </a:rPr>
              <a:t>하이퍼링크 가능해야함</a:t>
            </a:r>
            <a:r>
              <a:rPr lang="en-US" altLang="ko-KR">
                <a:solidFill>
                  <a:schemeClr val="tx1"/>
                </a:solidFill>
              </a:rPr>
              <a:t>.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548127" y="460057"/>
            <a:ext cx="8516495" cy="1176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r>
              <a:rPr lang="ko-KR" altLang="en-US" sz="3500" b="1"/>
              <a:t> </a:t>
            </a:r>
            <a:r>
              <a:rPr lang="en-US" altLang="ko-KR" sz="3500" b="1"/>
              <a:t>(</a:t>
            </a:r>
            <a:r>
              <a:rPr lang="ko-KR" altLang="en-US" sz="3500" b="1"/>
              <a:t>제목</a:t>
            </a:r>
            <a:r>
              <a:rPr lang="en-US" altLang="ko-KR" sz="3500" b="1"/>
              <a:t>:</a:t>
            </a:r>
            <a:r>
              <a:rPr lang="ko-KR" altLang="en-US" sz="3500" b="1"/>
              <a:t>                                     </a:t>
            </a:r>
            <a:r>
              <a:rPr lang="en-US" altLang="ko-KR" sz="3500" b="1"/>
              <a:t>)</a:t>
            </a:r>
            <a:endParaRPr lang="en-US" altLang="ko-KR" sz="3500" b="1"/>
          </a:p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335280" y="188594"/>
            <a:ext cx="8301228" cy="542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b="1"/>
              <a:t>글 보기 화면</a:t>
            </a:r>
            <a:r>
              <a:rPr lang="en-US" altLang="ko-KR" sz="3000" b="1"/>
              <a:t> </a:t>
            </a:r>
            <a:r>
              <a:rPr lang="ko-KR" altLang="en-US" sz="3000" b="1"/>
              <a:t>아래 스크롤 </a:t>
            </a:r>
            <a:r>
              <a:rPr lang="en-US" altLang="ko-KR" sz="3000" b="1"/>
              <a:t>- </a:t>
            </a:r>
            <a:r>
              <a:rPr lang="ko-KR" altLang="en-US" sz="3000" b="1"/>
              <a:t>댓글 기능</a:t>
            </a:r>
            <a:endParaRPr lang="ko-KR" altLang="en-US" sz="3000" b="1"/>
          </a:p>
        </p:txBody>
      </p:sp>
      <p:sp>
        <p:nvSpPr>
          <p:cNvPr id="6" name=""/>
          <p:cNvSpPr txBox="1"/>
          <p:nvPr/>
        </p:nvSpPr>
        <p:spPr>
          <a:xfrm>
            <a:off x="1847469" y="1340739"/>
            <a:ext cx="2187321" cy="365798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[</a:t>
            </a:r>
            <a:r>
              <a:rPr lang="ko-KR" altLang="en-US"/>
              <a:t>사용자 이름</a:t>
            </a:r>
            <a:r>
              <a:rPr lang="en-US" altLang="ko-KR"/>
              <a:t>]</a:t>
            </a:r>
            <a:r>
              <a:rPr lang="ko-KR" altLang="en-US"/>
              <a:t> </a:t>
            </a:r>
            <a:r>
              <a:rPr lang="en-US" altLang="ko-KR"/>
              <a:t>[</a:t>
            </a:r>
            <a:r>
              <a:rPr lang="ko-KR" altLang="en-US"/>
              <a:t>비번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댓글 창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댓글</a:t>
            </a:r>
            <a:r>
              <a:rPr lang="en-US" altLang="ko-KR"/>
              <a:t>1: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댓글</a:t>
            </a:r>
            <a:r>
              <a:rPr lang="en-US" altLang="ko-KR"/>
              <a:t>2:</a:t>
            </a:r>
            <a:endParaRPr lang="en-US" altLang="ko-KR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댓글</a:t>
            </a:r>
            <a:r>
              <a:rPr lang="en-US" altLang="ko-KR"/>
              <a:t>3:</a:t>
            </a:r>
            <a:br>
              <a:rPr lang="ko-KR" altLang="en-US"/>
            </a:br>
            <a:endParaRPr lang="ko-KR" altLang="en-US"/>
          </a:p>
          <a:p>
            <a:pPr>
              <a:defRPr/>
            </a:pPr>
            <a:r>
              <a:rPr lang="ko-KR" altLang="en-US"/>
              <a:t>댓글</a:t>
            </a:r>
            <a:r>
              <a:rPr lang="en-US" altLang="ko-KR"/>
              <a:t>4: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등등등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4048685" y="530590"/>
            <a:ext cx="4423611" cy="579681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개인 페이지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&gt;</a:t>
            </a:r>
            <a:r>
              <a:rPr lang="ko-KR" altLang="en-US">
                <a:solidFill>
                  <a:schemeClr val="tx1"/>
                </a:solidFill>
              </a:rPr>
              <a:t> 변수들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br>
              <a:rPr lang="ko-KR" altLang="en-US">
                <a:solidFill>
                  <a:schemeClr val="tx1"/>
                </a:solidFill>
              </a:rPr>
            </a:br>
            <a:r>
              <a:rPr lang="en-US" altLang="ko-KR">
                <a:solidFill>
                  <a:schemeClr val="tx1"/>
                </a:solidFill>
              </a:rPr>
              <a:t>&gt;</a:t>
            </a:r>
            <a:r>
              <a:rPr lang="ko-KR" altLang="en-US">
                <a:solidFill>
                  <a:schemeClr val="tx1"/>
                </a:solidFill>
              </a:rPr>
              <a:t> 기능들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뒤로가기 버튼 </a:t>
            </a:r>
            <a:r>
              <a:rPr lang="en-US" altLang="ko-KR">
                <a:solidFill>
                  <a:schemeClr val="tx1"/>
                </a:solidFill>
              </a:rPr>
              <a:t>-&gt;</a:t>
            </a:r>
            <a:r>
              <a:rPr lang="ko-KR" altLang="en-US">
                <a:solidFill>
                  <a:schemeClr val="tx1"/>
                </a:solidFill>
              </a:rPr>
              <a:t> 개인 페이지로 돌아감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글 등록 버튼  </a:t>
            </a:r>
            <a:r>
              <a:rPr lang="en-US" altLang="ko-KR">
                <a:solidFill>
                  <a:schemeClr val="tx1"/>
                </a:solidFill>
              </a:rPr>
              <a:t>-&gt;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MYSQL</a:t>
            </a:r>
            <a:r>
              <a:rPr lang="ko-KR" altLang="en-US">
                <a:solidFill>
                  <a:schemeClr val="tx1"/>
                </a:solidFill>
              </a:rPr>
              <a:t>로 저장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플러스 버튼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파일 찾아보기 버튼 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 첨부파일 방식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가로 버튼 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누르면 스무스하게 넘겨짐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이미지 </a:t>
            </a:r>
            <a:r>
              <a:rPr lang="en-US" altLang="ko-KR">
                <a:solidFill>
                  <a:schemeClr val="tx1"/>
                </a:solidFill>
              </a:rPr>
              <a:t>Resize</a:t>
            </a:r>
            <a:r>
              <a:rPr lang="ko-KR" altLang="en-US">
                <a:solidFill>
                  <a:schemeClr val="tx1"/>
                </a:solidFill>
              </a:rPr>
              <a:t> 기능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 </a:t>
            </a: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1000 X 700</a:t>
            </a:r>
            <a:r>
              <a:rPr lang="ko-KR" altLang="en-US">
                <a:solidFill>
                  <a:schemeClr val="tx1"/>
                </a:solidFill>
              </a:rPr>
              <a:t> 을 기준으로 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 </a:t>
            </a: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만약 보다 작으면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 </a:t>
            </a: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이미지 틀을 축소 시킴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 </a:t>
            </a: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만약 크면 이미지 못 넣음</a:t>
            </a:r>
            <a:r>
              <a:rPr lang="en-US" altLang="ko-KR">
                <a:solidFill>
                  <a:schemeClr val="tx1"/>
                </a:solidFill>
              </a:rPr>
              <a:t>.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//</a:t>
            </a:r>
            <a:r>
              <a:rPr lang="ko-KR" altLang="en-US">
                <a:solidFill>
                  <a:schemeClr val="tx1"/>
                </a:solidFill>
              </a:rPr>
              <a:t> 스크롤 없음 좌우로만</a:t>
            </a:r>
            <a:r>
              <a:rPr lang="en-US" altLang="ko-KR">
                <a:solidFill>
                  <a:schemeClr val="tx1"/>
                </a:solidFill>
              </a:rPr>
              <a:t>.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책 넘기는 느낌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-ex) eBook</a:t>
            </a: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487424" y="1484757"/>
            <a:ext cx="2318766" cy="310438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가능하다면</a:t>
            </a:r>
            <a:r>
              <a:rPr lang="en-US" altLang="ko-KR"/>
              <a:t>,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eBook</a:t>
            </a:r>
            <a:r>
              <a:rPr lang="ko-KR" altLang="en-US"/>
              <a:t> 느낌으로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마우스 휠 시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책넘기는 모션으로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좌우로만 넘어가는거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구현해보기</a:t>
            </a: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8544306" y="548640"/>
            <a:ext cx="2304288" cy="579681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개인 페이지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&gt;</a:t>
            </a:r>
            <a:r>
              <a:rPr lang="ko-KR" altLang="en-US">
                <a:solidFill>
                  <a:schemeClr val="tx1"/>
                </a:solidFill>
              </a:rPr>
              <a:t> 변수들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tx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&gt;</a:t>
            </a:r>
            <a:r>
              <a:rPr lang="ko-KR" altLang="en-US">
                <a:solidFill>
                  <a:schemeClr val="tx1"/>
                </a:solidFill>
              </a:rPr>
              <a:t>기능들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글꼴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글 크기</a:t>
            </a:r>
            <a:endParaRPr lang="ko-KR" alt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색</a:t>
            </a: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3553779" y="946022"/>
            <a:ext cx="5084442" cy="2776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200" b="1"/>
              <a:t>1.</a:t>
            </a:r>
            <a:r>
              <a:rPr lang="ko-KR" altLang="en-US" sz="2200" b="1"/>
              <a:t> 깃허브 아이디 만들기</a:t>
            </a:r>
            <a:endParaRPr lang="ko-KR" altLang="en-US" sz="2200" b="1"/>
          </a:p>
          <a:p>
            <a:pPr>
              <a:defRPr/>
            </a:pPr>
            <a:endParaRPr lang="ko-KR" altLang="en-US" sz="2200" b="1"/>
          </a:p>
          <a:p>
            <a:pPr>
              <a:defRPr/>
            </a:pPr>
            <a:r>
              <a:rPr lang="en-US" altLang="ko-KR" sz="2200" b="1"/>
              <a:t>2.</a:t>
            </a:r>
            <a:r>
              <a:rPr lang="ko-KR" altLang="en-US" sz="2200" b="1"/>
              <a:t> 이 프로젝트와 적합한 언어 찾아보기</a:t>
            </a: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  </a:t>
            </a:r>
            <a:r>
              <a:rPr lang="en-US" altLang="ko-KR" sz="2200" b="1"/>
              <a:t>-</a:t>
            </a:r>
            <a:r>
              <a:rPr lang="ko-KR" altLang="en-US" sz="2200" b="1"/>
              <a:t> 다음주 전에 카톡으로 공유</a:t>
            </a: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  </a:t>
            </a:r>
            <a:r>
              <a:rPr lang="en-US" altLang="ko-KR" sz="2200" b="1"/>
              <a:t>-</a:t>
            </a:r>
            <a:r>
              <a:rPr lang="ko-KR" altLang="en-US" sz="2200" b="1"/>
              <a:t> 만약 언어 선택되면 환경 세팅 하기</a:t>
            </a:r>
            <a:endParaRPr lang="ko-KR" altLang="en-US" sz="2200" b="1"/>
          </a:p>
          <a:p>
            <a:pPr>
              <a:defRPr/>
            </a:pPr>
            <a:endParaRPr lang="ko-KR" altLang="en-US" sz="2200" b="1"/>
          </a:p>
          <a:p>
            <a:pPr>
              <a:defRPr/>
            </a:pPr>
            <a:r>
              <a:rPr lang="en-US" altLang="ko-KR" sz="2200" b="1"/>
              <a:t>3.</a:t>
            </a:r>
            <a:r>
              <a:rPr lang="ko-KR" altLang="en-US" sz="2200" b="1"/>
              <a:t> 세부적인 기능들 생각 해보기</a:t>
            </a: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 </a:t>
            </a:r>
            <a:endParaRPr lang="ko-KR" altLang="en-US" sz="2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3791712" y="476631"/>
            <a:ext cx="4608576" cy="1224153"/>
          </a:xfrm>
          <a:prstGeom prst="rect">
            <a:avLst/>
          </a:prstGeom>
          <a:solidFill>
            <a:schemeClr val="lt1">
              <a:alpha val="0"/>
            </a:schemeClr>
          </a:solidFill>
          <a:ln w="635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chemeClr val="tx1"/>
              </a:buClr>
              <a:buNone/>
              <a:defRPr/>
            </a:pPr>
            <a:r>
              <a:rPr lang="ko-KR" altLang="en-US" sz="2700" b="1">
                <a:solidFill>
                  <a:schemeClr val="tx1"/>
                </a:solidFill>
              </a:rPr>
              <a:t>개발 기능 종합</a:t>
            </a:r>
            <a:endParaRPr lang="ko-KR" altLang="en-US" sz="2700" b="1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3791712" y="2564892"/>
            <a:ext cx="4608576" cy="1224153"/>
          </a:xfrm>
          <a:prstGeom prst="rect">
            <a:avLst/>
          </a:prstGeom>
          <a:solidFill>
            <a:schemeClr val="lt1">
              <a:alpha val="0"/>
            </a:schemeClr>
          </a:solidFill>
          <a:ln w="635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chemeClr val="tx1"/>
              </a:buClr>
              <a:buNone/>
              <a:defRPr/>
            </a:pPr>
            <a:r>
              <a:rPr lang="ko-KR" altLang="en-US" sz="2700" b="1">
                <a:solidFill>
                  <a:schemeClr val="tx1"/>
                </a:solidFill>
              </a:rPr>
              <a:t>프로세스 정리</a:t>
            </a:r>
            <a:endParaRPr lang="ko-KR" altLang="en-US" sz="2700" b="1">
              <a:solidFill>
                <a:schemeClr val="tx1"/>
              </a:solidFill>
            </a:endParaRPr>
          </a:p>
        </p:txBody>
      </p:sp>
      <p:sp>
        <p:nvSpPr>
          <p:cNvPr id="6" name=""/>
          <p:cNvSpPr/>
          <p:nvPr/>
        </p:nvSpPr>
        <p:spPr>
          <a:xfrm>
            <a:off x="3791712" y="4725162"/>
            <a:ext cx="4608576" cy="1224153"/>
          </a:xfrm>
          <a:prstGeom prst="rect">
            <a:avLst/>
          </a:prstGeom>
          <a:solidFill>
            <a:schemeClr val="lt1">
              <a:alpha val="0"/>
            </a:schemeClr>
          </a:solidFill>
          <a:ln w="635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chemeClr val="tx1"/>
              </a:buClr>
              <a:buNone/>
              <a:defRPr/>
            </a:pPr>
            <a:r>
              <a:rPr lang="ko-KR" altLang="en-US" sz="2700" b="1">
                <a:solidFill>
                  <a:schemeClr val="tx1"/>
                </a:solidFill>
              </a:rPr>
              <a:t>상세 화면기획</a:t>
            </a:r>
            <a:endParaRPr lang="ko-KR" altLang="en-US" sz="2700" b="1">
              <a:solidFill>
                <a:schemeClr val="tx1"/>
              </a:solidFill>
            </a:endParaRPr>
          </a:p>
        </p:txBody>
      </p:sp>
      <p:cxnSp>
        <p:nvCxnSpPr>
          <p:cNvPr id="7" name=""/>
          <p:cNvCxnSpPr>
            <a:stCxn id="4" idx="2"/>
            <a:endCxn id="5" idx="0"/>
          </p:cNvCxnSpPr>
          <p:nvPr/>
        </p:nvCxnSpPr>
        <p:spPr>
          <a:xfrm rot="16200000" flipH="1">
            <a:off x="5663946" y="2132838"/>
            <a:ext cx="86410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"/>
          <p:cNvCxnSpPr>
            <a:stCxn id="5" idx="2"/>
          </p:cNvCxnSpPr>
          <p:nvPr/>
        </p:nvCxnSpPr>
        <p:spPr>
          <a:xfrm rot="16200000" flipH="1">
            <a:off x="5627941" y="4257103"/>
            <a:ext cx="93611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"/>
          <p:cNvSpPr txBox="1"/>
          <p:nvPr/>
        </p:nvSpPr>
        <p:spPr>
          <a:xfrm>
            <a:off x="291467" y="1340739"/>
            <a:ext cx="5084442" cy="3438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200" b="1"/>
              <a:t>컨셉 먼저 정하고</a:t>
            </a:r>
            <a:endParaRPr lang="ko-KR" altLang="en-US" sz="2200" b="1"/>
          </a:p>
          <a:p>
            <a:pPr>
              <a:defRPr/>
            </a:pP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언어는 </a:t>
            </a:r>
            <a:r>
              <a:rPr lang="en-US" altLang="ko-KR" sz="2200" b="1"/>
              <a:t>Vue</a:t>
            </a:r>
            <a:r>
              <a:rPr lang="ko-KR" altLang="en-US" sz="2200" b="1"/>
              <a:t> </a:t>
            </a:r>
            <a:r>
              <a:rPr lang="en-US" altLang="ko-KR" sz="2200" b="1"/>
              <a:t>+</a:t>
            </a:r>
            <a:r>
              <a:rPr lang="ko-KR" altLang="en-US" sz="2200" b="1"/>
              <a:t> </a:t>
            </a:r>
            <a:r>
              <a:rPr lang="en-US" altLang="ko-KR" sz="2200" b="1"/>
              <a:t>Express</a:t>
            </a:r>
            <a:r>
              <a:rPr lang="ko-KR" altLang="en-US" sz="2200" b="1"/>
              <a:t> </a:t>
            </a:r>
            <a:r>
              <a:rPr lang="en-US" altLang="ko-KR" sz="2200" b="1"/>
              <a:t>+ MySQL</a:t>
            </a:r>
            <a:endParaRPr lang="en-US" altLang="ko-KR" sz="2200" b="1"/>
          </a:p>
          <a:p>
            <a:pPr>
              <a:defRPr/>
            </a:pPr>
            <a:r>
              <a:rPr lang="ko-KR" altLang="en-US" sz="2200" b="1"/>
              <a:t>협업툴은 </a:t>
            </a:r>
            <a:r>
              <a:rPr lang="en-US" altLang="ko-KR" sz="2200" b="1"/>
              <a:t>git + github</a:t>
            </a:r>
            <a:endParaRPr lang="en-US" altLang="ko-KR" sz="2200" b="1"/>
          </a:p>
          <a:p>
            <a:pPr>
              <a:defRPr/>
            </a:pPr>
            <a:r>
              <a:rPr lang="ko-KR" altLang="en-US" sz="2200" b="1"/>
              <a:t>배포는 </a:t>
            </a:r>
            <a:r>
              <a:rPr lang="en-US" altLang="ko-KR" sz="2200" b="1"/>
              <a:t>AWS</a:t>
            </a:r>
            <a:endParaRPr lang="en-US" altLang="ko-KR" sz="2200" b="1"/>
          </a:p>
          <a:p>
            <a:pPr>
              <a:defRPr/>
            </a:pPr>
            <a:endParaRPr lang="en-US" altLang="ko-KR" sz="2200" b="1"/>
          </a:p>
          <a:p>
            <a:pPr>
              <a:defRPr/>
            </a:pPr>
            <a:r>
              <a:rPr lang="ko-KR" altLang="en-US" sz="2200" b="1"/>
              <a:t>프로젝트 이름 정해서 변경 </a:t>
            </a:r>
            <a:endParaRPr lang="ko-KR" altLang="en-US" sz="2200" b="1"/>
          </a:p>
          <a:p>
            <a:pPr>
              <a:defRPr/>
            </a:pPr>
            <a:r>
              <a:rPr lang="en-US" altLang="ko-KR" sz="2200" b="1"/>
              <a:t>(github rename)</a:t>
            </a:r>
            <a:endParaRPr lang="en-US" altLang="ko-KR" sz="2200" b="1"/>
          </a:p>
          <a:p>
            <a:pPr>
              <a:defRPr/>
            </a:pPr>
            <a:endParaRPr lang="en-US" altLang="ko-KR" sz="2200" b="1"/>
          </a:p>
          <a:p>
            <a:pPr>
              <a:defRPr/>
            </a:pPr>
            <a:endParaRPr lang="en-US" altLang="ko-KR" sz="2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3553779" y="946022"/>
            <a:ext cx="5084442" cy="2442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200" b="1"/>
              <a:t>1.</a:t>
            </a:r>
            <a:r>
              <a:rPr lang="ko-KR" altLang="en-US" sz="2200" b="1"/>
              <a:t> 프로젝트 이름 정하기</a:t>
            </a:r>
            <a:endParaRPr lang="ko-KR" altLang="en-US" sz="2200" b="1"/>
          </a:p>
          <a:p>
            <a:pPr>
              <a:defRPr/>
            </a:pPr>
            <a:endParaRPr lang="en-US" altLang="ko-KR" sz="2200" b="1"/>
          </a:p>
          <a:p>
            <a:pPr>
              <a:defRPr/>
            </a:pPr>
            <a:r>
              <a:rPr lang="en-US" altLang="ko-KR" sz="2200" b="1"/>
              <a:t>2.</a:t>
            </a:r>
            <a:r>
              <a:rPr lang="ko-KR" altLang="en-US" sz="2200" b="1"/>
              <a:t> </a:t>
            </a:r>
            <a:r>
              <a:rPr lang="en-US" altLang="ko-KR" sz="2200" b="1"/>
              <a:t>VSC,</a:t>
            </a:r>
            <a:r>
              <a:rPr lang="ko-KR" altLang="en-US" sz="2200" b="1"/>
              <a:t>  </a:t>
            </a:r>
            <a:r>
              <a:rPr lang="en-US" altLang="ko-KR" sz="2200" b="1"/>
              <a:t>Vue.js + (node.js)Express + MySQL </a:t>
            </a:r>
            <a:endParaRPr lang="en-US" altLang="ko-KR" sz="2200" b="1"/>
          </a:p>
          <a:p>
            <a:pPr>
              <a:defRPr/>
            </a:pPr>
            <a:r>
              <a:rPr lang="en-US" altLang="ko-KR" sz="2200" b="1"/>
              <a:t>    Git +</a:t>
            </a:r>
            <a:r>
              <a:rPr lang="ko-KR" altLang="en-US" sz="2200" b="1"/>
              <a:t> </a:t>
            </a:r>
            <a:r>
              <a:rPr lang="en-US" altLang="ko-KR" sz="2200" b="1"/>
              <a:t>Github, AWS</a:t>
            </a:r>
            <a:endParaRPr lang="en-US" altLang="ko-KR" sz="2200" b="1"/>
          </a:p>
          <a:p>
            <a:pPr>
              <a:defRPr/>
            </a:pPr>
            <a:endParaRPr lang="en-US" altLang="ko-KR" sz="2200" b="1"/>
          </a:p>
          <a:p>
            <a:pPr>
              <a:defRPr/>
            </a:pPr>
            <a:r>
              <a:rPr lang="en-US" altLang="ko-KR" sz="2200" b="1"/>
              <a:t>3.</a:t>
            </a:r>
            <a:r>
              <a:rPr lang="ko-KR" altLang="en-US" sz="2200" b="1"/>
              <a:t> 컨셉 정하고 상세 기획하기</a:t>
            </a:r>
            <a:endParaRPr lang="ko-KR" altLang="en-US" sz="2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886968" y="620649"/>
            <a:ext cx="2909697" cy="6187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웹사이트 구조</a:t>
            </a:r>
            <a:endParaRPr lang="ko-KR" altLang="en-US" sz="3500" b="1"/>
          </a:p>
        </p:txBody>
      </p:sp>
      <p:sp>
        <p:nvSpPr>
          <p:cNvPr id="5" name=""/>
          <p:cNvSpPr txBox="1"/>
          <p:nvPr/>
        </p:nvSpPr>
        <p:spPr>
          <a:xfrm>
            <a:off x="1458087" y="1628775"/>
            <a:ext cx="1586103" cy="360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웹사이트 구조</a:t>
            </a: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252603" y="2960941"/>
            <a:ext cx="1268730" cy="936117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Project</a:t>
            </a:r>
            <a:endParaRPr lang="en-US" altLang="ko-KR"/>
          </a:p>
        </p:txBody>
      </p:sp>
      <p:sp>
        <p:nvSpPr>
          <p:cNvPr id="7" name=""/>
          <p:cNvSpPr/>
          <p:nvPr/>
        </p:nvSpPr>
        <p:spPr>
          <a:xfrm>
            <a:off x="1893570" y="2186844"/>
            <a:ext cx="1268730" cy="936117"/>
          </a:xfrm>
          <a:prstGeom prst="rect">
            <a:avLst/>
          </a:prstGeom>
          <a:solidFill>
            <a:srgbClr val="ffd7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Front</a:t>
            </a:r>
            <a:endParaRPr lang="en-US" altLang="ko-KR"/>
          </a:p>
        </p:txBody>
      </p:sp>
      <p:sp>
        <p:nvSpPr>
          <p:cNvPr id="8" name=""/>
          <p:cNvSpPr/>
          <p:nvPr/>
        </p:nvSpPr>
        <p:spPr>
          <a:xfrm>
            <a:off x="1893569" y="4203097"/>
            <a:ext cx="1268730" cy="936117"/>
          </a:xfrm>
          <a:prstGeom prst="rect">
            <a:avLst/>
          </a:prstGeom>
          <a:solidFill>
            <a:srgbClr val="ffd7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Back</a:t>
            </a:r>
            <a:endParaRPr lang="en-US" altLang="ko-KR"/>
          </a:p>
        </p:txBody>
      </p:sp>
      <p:sp>
        <p:nvSpPr>
          <p:cNvPr id="9" name=""/>
          <p:cNvSpPr/>
          <p:nvPr/>
        </p:nvSpPr>
        <p:spPr>
          <a:xfrm>
            <a:off x="3531108" y="2213848"/>
            <a:ext cx="1268730" cy="936117"/>
          </a:xfrm>
          <a:prstGeom prst="rect">
            <a:avLst/>
          </a:prstGeom>
          <a:solidFill>
            <a:srgbClr val="ffd7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Main</a:t>
            </a:r>
            <a:endParaRPr lang="en-US" altLang="ko-KR"/>
          </a:p>
          <a:p>
            <a:pPr algn="ctr">
              <a:defRPr/>
            </a:pPr>
            <a:r>
              <a:rPr lang="en-US" altLang="ko-KR"/>
              <a:t>page</a:t>
            </a:r>
            <a:endParaRPr lang="en-US" altLang="ko-KR"/>
          </a:p>
        </p:txBody>
      </p:sp>
      <p:sp>
        <p:nvSpPr>
          <p:cNvPr id="10" name=""/>
          <p:cNvSpPr/>
          <p:nvPr/>
        </p:nvSpPr>
        <p:spPr>
          <a:xfrm>
            <a:off x="5159883" y="1556766"/>
            <a:ext cx="1268730" cy="936117"/>
          </a:xfrm>
          <a:prstGeom prst="rect">
            <a:avLst/>
          </a:prstGeom>
          <a:solidFill>
            <a:srgbClr val="ffd7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Login</a:t>
            </a:r>
            <a:endParaRPr lang="en-US" altLang="ko-KR"/>
          </a:p>
        </p:txBody>
      </p:sp>
      <p:cxnSp>
        <p:nvCxnSpPr>
          <p:cNvPr id="11" name=""/>
          <p:cNvCxnSpPr>
            <a:stCxn id="6" idx="3"/>
            <a:endCxn id="7" idx="1"/>
          </p:cNvCxnSpPr>
          <p:nvPr/>
        </p:nvCxnSpPr>
        <p:spPr>
          <a:xfrm rot="5400000" flipH="1" flipV="1">
            <a:off x="1320403" y="2855833"/>
            <a:ext cx="774096" cy="372237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"/>
          <p:cNvCxnSpPr>
            <a:stCxn id="7" idx="3"/>
            <a:endCxn id="9" idx="1"/>
          </p:cNvCxnSpPr>
          <p:nvPr/>
        </p:nvCxnSpPr>
        <p:spPr>
          <a:xfrm>
            <a:off x="3162300" y="2654903"/>
            <a:ext cx="368808" cy="27003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"/>
          <p:cNvCxnSpPr>
            <a:stCxn id="9" idx="3"/>
            <a:endCxn id="10" idx="1"/>
          </p:cNvCxnSpPr>
          <p:nvPr/>
        </p:nvCxnSpPr>
        <p:spPr>
          <a:xfrm rot="5400000" flipH="1" flipV="1">
            <a:off x="4651319" y="2173343"/>
            <a:ext cx="657081" cy="360045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"/>
          <p:cNvCxnSpPr>
            <a:stCxn id="6" idx="3"/>
            <a:endCxn id="8" idx="1"/>
          </p:cNvCxnSpPr>
          <p:nvPr/>
        </p:nvCxnSpPr>
        <p:spPr>
          <a:xfrm rot="16200000" flipH="1">
            <a:off x="1086373" y="3863959"/>
            <a:ext cx="1242155" cy="372237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"/>
          <p:cNvSpPr/>
          <p:nvPr/>
        </p:nvSpPr>
        <p:spPr>
          <a:xfrm>
            <a:off x="5159883" y="2960941"/>
            <a:ext cx="1268730" cy="936117"/>
          </a:xfrm>
          <a:prstGeom prst="rect">
            <a:avLst/>
          </a:prstGeom>
          <a:solidFill>
            <a:srgbClr val="ffd7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Profile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버튼</a:t>
            </a:r>
            <a:endParaRPr lang="ko-KR" altLang="en-US"/>
          </a:p>
        </p:txBody>
      </p:sp>
      <p:cxnSp>
        <p:nvCxnSpPr>
          <p:cNvPr id="16" name=""/>
          <p:cNvCxnSpPr>
            <a:stCxn id="9" idx="3"/>
            <a:endCxn id="15" idx="1"/>
          </p:cNvCxnSpPr>
          <p:nvPr/>
        </p:nvCxnSpPr>
        <p:spPr>
          <a:xfrm rot="16200000" flipH="1">
            <a:off x="4606314" y="2875430"/>
            <a:ext cx="747093" cy="360045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"/>
          <p:cNvCxnSpPr>
            <a:stCxn id="15" idx="3"/>
            <a:endCxn id="18" idx="1"/>
          </p:cNvCxnSpPr>
          <p:nvPr/>
        </p:nvCxnSpPr>
        <p:spPr>
          <a:xfrm rot="5400000" flipH="1" flipV="1">
            <a:off x="6402038" y="2987516"/>
            <a:ext cx="468058" cy="414909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"/>
          <p:cNvSpPr/>
          <p:nvPr/>
        </p:nvSpPr>
        <p:spPr>
          <a:xfrm>
            <a:off x="6843522" y="2492883"/>
            <a:ext cx="1268730" cy="936117"/>
          </a:xfrm>
          <a:prstGeom prst="rect">
            <a:avLst/>
          </a:prstGeom>
          <a:solidFill>
            <a:srgbClr val="ffd7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개인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페이지</a:t>
            </a:r>
            <a:endParaRPr lang="ko-KR" altLang="en-US"/>
          </a:p>
        </p:txBody>
      </p:sp>
      <p:sp>
        <p:nvSpPr>
          <p:cNvPr id="19" name=""/>
          <p:cNvSpPr/>
          <p:nvPr/>
        </p:nvSpPr>
        <p:spPr>
          <a:xfrm>
            <a:off x="8616315" y="1808797"/>
            <a:ext cx="1268730" cy="936117"/>
          </a:xfrm>
          <a:prstGeom prst="rect">
            <a:avLst/>
          </a:prstGeom>
          <a:solidFill>
            <a:srgbClr val="ffd7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public</a:t>
            </a:r>
            <a:endParaRPr lang="en-US" altLang="ko-KR"/>
          </a:p>
        </p:txBody>
      </p:sp>
      <p:sp>
        <p:nvSpPr>
          <p:cNvPr id="20" name=""/>
          <p:cNvSpPr/>
          <p:nvPr/>
        </p:nvSpPr>
        <p:spPr>
          <a:xfrm>
            <a:off x="8616315" y="2960941"/>
            <a:ext cx="1268730" cy="936117"/>
          </a:xfrm>
          <a:prstGeom prst="rect">
            <a:avLst/>
          </a:prstGeom>
          <a:solidFill>
            <a:srgbClr val="ffd7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private</a:t>
            </a:r>
            <a:endParaRPr lang="en-US" altLang="ko-KR"/>
          </a:p>
        </p:txBody>
      </p:sp>
      <p:cxnSp>
        <p:nvCxnSpPr>
          <p:cNvPr id="21" name=""/>
          <p:cNvCxnSpPr>
            <a:stCxn id="18" idx="3"/>
            <a:endCxn id="19" idx="1"/>
          </p:cNvCxnSpPr>
          <p:nvPr/>
        </p:nvCxnSpPr>
        <p:spPr>
          <a:xfrm rot="5400000" flipH="1" flipV="1">
            <a:off x="8022240" y="2366867"/>
            <a:ext cx="684085" cy="504063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"/>
          <p:cNvCxnSpPr>
            <a:stCxn id="18" idx="3"/>
            <a:endCxn id="20" idx="1"/>
          </p:cNvCxnSpPr>
          <p:nvPr/>
        </p:nvCxnSpPr>
        <p:spPr>
          <a:xfrm>
            <a:off x="8112249" y="2960941"/>
            <a:ext cx="504066" cy="468058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"/>
          <p:cNvCxnSpPr>
            <a:stCxn id="19" idx="3"/>
          </p:cNvCxnSpPr>
          <p:nvPr/>
        </p:nvCxnSpPr>
        <p:spPr>
          <a:xfrm flipV="1">
            <a:off x="9885045" y="1628774"/>
            <a:ext cx="675512" cy="648081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"/>
          <p:cNvSpPr/>
          <p:nvPr/>
        </p:nvSpPr>
        <p:spPr>
          <a:xfrm>
            <a:off x="10560558" y="1160716"/>
            <a:ext cx="1268730" cy="936117"/>
          </a:xfrm>
          <a:prstGeom prst="rect">
            <a:avLst/>
          </a:prstGeom>
          <a:solidFill>
            <a:srgbClr val="ffd7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글 보기</a:t>
            </a:r>
            <a:endParaRPr lang="ko-KR" altLang="en-US"/>
          </a:p>
        </p:txBody>
      </p:sp>
      <p:sp>
        <p:nvSpPr>
          <p:cNvPr id="25" name=""/>
          <p:cNvSpPr/>
          <p:nvPr/>
        </p:nvSpPr>
        <p:spPr>
          <a:xfrm>
            <a:off x="10560557" y="2852928"/>
            <a:ext cx="1268730" cy="936117"/>
          </a:xfrm>
          <a:prstGeom prst="rect">
            <a:avLst/>
          </a:prstGeom>
          <a:solidFill>
            <a:srgbClr val="ffd7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글 쓰기</a:t>
            </a:r>
            <a:endParaRPr lang="ko-KR" altLang="en-US"/>
          </a:p>
        </p:txBody>
      </p:sp>
      <p:cxnSp>
        <p:nvCxnSpPr>
          <p:cNvPr id="26" name=""/>
          <p:cNvCxnSpPr>
            <a:stCxn id="19" idx="3"/>
            <a:endCxn id="25" idx="1"/>
          </p:cNvCxnSpPr>
          <p:nvPr/>
        </p:nvCxnSpPr>
        <p:spPr>
          <a:xfrm rot="16200000" flipH="1">
            <a:off x="9700736" y="2461165"/>
            <a:ext cx="1044130" cy="675512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"/>
          <p:cNvCxnSpPr>
            <a:stCxn id="20" idx="3"/>
            <a:endCxn id="25" idx="1"/>
          </p:cNvCxnSpPr>
          <p:nvPr/>
        </p:nvCxnSpPr>
        <p:spPr>
          <a:xfrm flipV="1">
            <a:off x="9885045" y="3320986"/>
            <a:ext cx="675512" cy="108013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086228" y="1209293"/>
            <a:ext cx="9042276" cy="435140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500"/>
              <a:t>해야될 일 </a:t>
            </a:r>
            <a:endParaRPr lang="ko-KR" altLang="en-US" sz="3500"/>
          </a:p>
          <a:p>
            <a:pPr>
              <a:defRPr/>
            </a:pPr>
            <a:endParaRPr lang="ko-KR" altLang="en-US" sz="3500"/>
          </a:p>
          <a:p>
            <a:pPr>
              <a:defRPr/>
            </a:pPr>
            <a:r>
              <a:rPr lang="en-US" altLang="ko-KR" sz="3500"/>
              <a:t>1.</a:t>
            </a:r>
            <a:r>
              <a:rPr lang="ko-KR" altLang="en-US" sz="3500"/>
              <a:t> 프로젝트 이름 정하기 각자 </a:t>
            </a:r>
            <a:r>
              <a:rPr lang="en-US" altLang="ko-KR" sz="3500"/>
              <a:t>3</a:t>
            </a:r>
            <a:r>
              <a:rPr lang="ko-KR" altLang="en-US" sz="3500"/>
              <a:t>개씩</a:t>
            </a:r>
            <a:endParaRPr lang="ko-KR" altLang="en-US" sz="3500"/>
          </a:p>
          <a:p>
            <a:pPr>
              <a:defRPr/>
            </a:pPr>
            <a:r>
              <a:rPr lang="en-US" altLang="ko-KR" sz="3500"/>
              <a:t>2.</a:t>
            </a:r>
            <a:r>
              <a:rPr lang="ko-KR" altLang="en-US" sz="3500"/>
              <a:t> </a:t>
            </a:r>
            <a:r>
              <a:rPr lang="en-US" altLang="ko-KR" sz="3500"/>
              <a:t>Vue</a:t>
            </a:r>
            <a:r>
              <a:rPr lang="ko-KR" altLang="en-US" sz="3500"/>
              <a:t> 관련 문법 찾아보기</a:t>
            </a:r>
            <a:endParaRPr lang="ko-KR" altLang="en-US" sz="3500"/>
          </a:p>
          <a:p>
            <a:pPr>
              <a:defRPr/>
            </a:pPr>
            <a:r>
              <a:rPr lang="en-US" altLang="ko-KR" sz="3500"/>
              <a:t>3.</a:t>
            </a:r>
            <a:r>
              <a:rPr lang="ko-KR" altLang="en-US" sz="3500"/>
              <a:t> 환경설정 완료하기</a:t>
            </a:r>
            <a:endParaRPr lang="ko-KR" altLang="en-US" sz="3500"/>
          </a:p>
          <a:p>
            <a:pPr>
              <a:defRPr/>
            </a:pPr>
            <a:r>
              <a:rPr lang="ko-KR" altLang="en-US" sz="3500"/>
              <a:t>  </a:t>
            </a:r>
            <a:r>
              <a:rPr lang="en-US" altLang="ko-KR" sz="3500"/>
              <a:t>-</a:t>
            </a:r>
            <a:r>
              <a:rPr lang="ko-KR" altLang="en-US" sz="3500"/>
              <a:t> </a:t>
            </a:r>
            <a:r>
              <a:rPr lang="en-US" altLang="ko-KR" sz="3500"/>
              <a:t>Visual studio code </a:t>
            </a:r>
            <a:r>
              <a:rPr lang="ko-KR" altLang="en-US" sz="3500"/>
              <a:t>설치</a:t>
            </a:r>
            <a:endParaRPr lang="ko-KR" altLang="en-US" sz="3500"/>
          </a:p>
          <a:p>
            <a:pPr>
              <a:defRPr/>
            </a:pPr>
            <a:r>
              <a:rPr lang="ko-KR" altLang="en-US" sz="3500"/>
              <a:t>  </a:t>
            </a:r>
            <a:r>
              <a:rPr lang="en-US" altLang="ko-KR" sz="3500"/>
              <a:t>-</a:t>
            </a:r>
            <a:r>
              <a:rPr lang="ko-KR" altLang="en-US" sz="3500"/>
              <a:t> </a:t>
            </a:r>
            <a:r>
              <a:rPr lang="en-US" altLang="ko-KR" sz="3500"/>
              <a:t>Vue</a:t>
            </a:r>
            <a:r>
              <a:rPr lang="ko-KR" altLang="en-US" sz="3500"/>
              <a:t> 관련 플러그인 및 기타 환경 설치</a:t>
            </a:r>
            <a:endParaRPr lang="ko-KR" altLang="en-US" sz="3500"/>
          </a:p>
          <a:p>
            <a:pPr>
              <a:defRPr/>
            </a:pPr>
            <a:r>
              <a:rPr lang="en-US" altLang="ko-KR" sz="3500"/>
              <a:t>4.</a:t>
            </a:r>
            <a:r>
              <a:rPr lang="ko-KR" altLang="en-US" sz="3500"/>
              <a:t> </a:t>
            </a:r>
            <a:r>
              <a:rPr lang="en-US" altLang="ko-KR" sz="3500"/>
              <a:t>git</a:t>
            </a:r>
            <a:r>
              <a:rPr lang="ko-KR" altLang="en-US" sz="3500"/>
              <a:t> </a:t>
            </a:r>
            <a:r>
              <a:rPr lang="en-US" altLang="ko-KR" sz="3500"/>
              <a:t>bash </a:t>
            </a:r>
            <a:r>
              <a:rPr lang="ko-KR" altLang="en-US" sz="3500"/>
              <a:t>설치</a:t>
            </a:r>
            <a:endParaRPr lang="ko-KR" altLang="en-US" sz="3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3791712" y="476631"/>
            <a:ext cx="4608576" cy="1224153"/>
          </a:xfrm>
          <a:prstGeom prst="rect">
            <a:avLst/>
          </a:prstGeom>
          <a:solidFill>
            <a:schemeClr val="lt1">
              <a:alpha val="0"/>
            </a:schemeClr>
          </a:solidFill>
          <a:ln w="635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chemeClr val="tx1"/>
              </a:buClr>
              <a:buNone/>
              <a:defRPr/>
            </a:pPr>
            <a:r>
              <a:rPr lang="en-US" altLang="ko-KR" sz="2700" b="1">
                <a:solidFill>
                  <a:schemeClr val="tx1"/>
                </a:solidFill>
              </a:rPr>
              <a:t>Vue </a:t>
            </a:r>
            <a:r>
              <a:rPr lang="ko-KR" altLang="en-US" sz="2700" b="1">
                <a:solidFill>
                  <a:schemeClr val="tx1"/>
                </a:solidFill>
              </a:rPr>
              <a:t>문법 알아보기</a:t>
            </a:r>
            <a:endParaRPr lang="ko-KR" altLang="en-US" sz="2700" b="1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3791712" y="2564892"/>
            <a:ext cx="4608576" cy="1224153"/>
          </a:xfrm>
          <a:prstGeom prst="rect">
            <a:avLst/>
          </a:prstGeom>
          <a:solidFill>
            <a:schemeClr val="lt1">
              <a:alpha val="0"/>
            </a:schemeClr>
          </a:solidFill>
          <a:ln w="635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chemeClr val="tx1"/>
              </a:buClr>
              <a:buNone/>
              <a:defRPr/>
            </a:pPr>
            <a:r>
              <a:rPr lang="en-US" altLang="ko-KR" sz="2700" b="1">
                <a:solidFill>
                  <a:schemeClr val="tx1"/>
                </a:solidFill>
              </a:rPr>
              <a:t>Vue </a:t>
            </a:r>
            <a:r>
              <a:rPr lang="ko-KR" altLang="en-US" sz="2700" b="1">
                <a:solidFill>
                  <a:schemeClr val="tx1"/>
                </a:solidFill>
              </a:rPr>
              <a:t>큰 구조 설명</a:t>
            </a:r>
            <a:endParaRPr lang="ko-KR" altLang="en-US" sz="2700" b="1">
              <a:solidFill>
                <a:schemeClr val="tx1"/>
              </a:solidFill>
            </a:endParaRPr>
          </a:p>
        </p:txBody>
      </p:sp>
      <p:sp>
        <p:nvSpPr>
          <p:cNvPr id="9" name=""/>
          <p:cNvSpPr/>
          <p:nvPr/>
        </p:nvSpPr>
        <p:spPr>
          <a:xfrm>
            <a:off x="3791712" y="4725162"/>
            <a:ext cx="4608576" cy="1224153"/>
          </a:xfrm>
          <a:prstGeom prst="rect">
            <a:avLst/>
          </a:prstGeom>
          <a:solidFill>
            <a:schemeClr val="lt1">
              <a:alpha val="0"/>
            </a:schemeClr>
          </a:solidFill>
          <a:ln w="635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chemeClr val="tx1"/>
              </a:buClr>
              <a:buNone/>
              <a:defRPr/>
            </a:pPr>
            <a:r>
              <a:rPr lang="en-US" altLang="ko-KR" sz="2700" b="1">
                <a:solidFill>
                  <a:schemeClr val="tx1"/>
                </a:solidFill>
              </a:rPr>
              <a:t> </a:t>
            </a:r>
            <a:r>
              <a:rPr lang="ko-KR" altLang="en-US" sz="2700" b="1">
                <a:solidFill>
                  <a:schemeClr val="tx1"/>
                </a:solidFill>
              </a:rPr>
              <a:t>작업 분담</a:t>
            </a:r>
            <a:endParaRPr lang="ko-KR" altLang="en-US" sz="2700" b="1">
              <a:solidFill>
                <a:schemeClr val="tx1"/>
              </a:solidFill>
            </a:endParaRPr>
          </a:p>
        </p:txBody>
      </p:sp>
      <p:cxnSp>
        <p:nvCxnSpPr>
          <p:cNvPr id="10" name=""/>
          <p:cNvCxnSpPr/>
          <p:nvPr/>
        </p:nvCxnSpPr>
        <p:spPr>
          <a:xfrm rot="16200000" flipH="1">
            <a:off x="5663946" y="2132838"/>
            <a:ext cx="86410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"/>
          <p:cNvCxnSpPr/>
          <p:nvPr/>
        </p:nvCxnSpPr>
        <p:spPr>
          <a:xfrm rot="16200000" flipH="1">
            <a:off x="5627941" y="4257103"/>
            <a:ext cx="93611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086228" y="1209293"/>
            <a:ext cx="9042276" cy="3284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500"/>
              <a:t>해야될 일 </a:t>
            </a:r>
            <a:endParaRPr lang="ko-KR" altLang="en-US" sz="3500"/>
          </a:p>
          <a:p>
            <a:pPr>
              <a:defRPr/>
            </a:pPr>
            <a:endParaRPr lang="ko-KR" altLang="en-US" sz="3500"/>
          </a:p>
          <a:p>
            <a:pPr>
              <a:defRPr/>
            </a:pPr>
            <a:r>
              <a:rPr lang="ko-KR" altLang="en-US" sz="3500"/>
              <a:t> </a:t>
            </a:r>
            <a:r>
              <a:rPr lang="en-US" altLang="ko-KR" sz="3500"/>
              <a:t>1.</a:t>
            </a:r>
            <a:r>
              <a:rPr lang="ko-KR" altLang="en-US" sz="3500"/>
              <a:t> </a:t>
            </a:r>
            <a:r>
              <a:rPr lang="en-US" altLang="ko-KR" sz="3500"/>
              <a:t>Vue </a:t>
            </a:r>
            <a:r>
              <a:rPr lang="ko-KR" altLang="en-US" sz="3500"/>
              <a:t>문법</a:t>
            </a:r>
            <a:r>
              <a:rPr lang="en-US" altLang="ko-KR" sz="3500"/>
              <a:t>,</a:t>
            </a:r>
            <a:r>
              <a:rPr lang="ko-KR" altLang="en-US" sz="3500"/>
              <a:t> 키워드</a:t>
            </a:r>
            <a:r>
              <a:rPr lang="en-US" altLang="ko-KR" sz="3500"/>
              <a:t>,</a:t>
            </a:r>
            <a:r>
              <a:rPr lang="ko-KR" altLang="en-US" sz="3500"/>
              <a:t> 페이지 나누는 </a:t>
            </a:r>
            <a:endParaRPr lang="ko-KR" altLang="en-US" sz="3500"/>
          </a:p>
          <a:p>
            <a:pPr>
              <a:defRPr/>
            </a:pPr>
            <a:r>
              <a:rPr lang="ko-KR" altLang="en-US" sz="3500"/>
              <a:t>   방법 알아보기</a:t>
            </a:r>
            <a:endParaRPr lang="ko-KR" altLang="en-US" sz="3500"/>
          </a:p>
          <a:p>
            <a:pPr>
              <a:defRPr/>
            </a:pPr>
            <a:r>
              <a:rPr lang="ko-KR" altLang="en-US" sz="3500"/>
              <a:t> </a:t>
            </a:r>
            <a:r>
              <a:rPr lang="en-US" altLang="ko-KR" sz="3500"/>
              <a:t>2.</a:t>
            </a:r>
            <a:r>
              <a:rPr lang="ko-KR" altLang="en-US" sz="3500"/>
              <a:t> 페이지 당 작업 분담 어떤 식으로 할지</a:t>
            </a:r>
            <a:endParaRPr lang="ko-KR" altLang="en-US" sz="3500"/>
          </a:p>
          <a:p>
            <a:pPr>
              <a:defRPr/>
            </a:pPr>
            <a:r>
              <a:rPr lang="ko-KR" altLang="en-US" sz="3500"/>
              <a:t>   고민 해보기</a:t>
            </a:r>
            <a:endParaRPr lang="ko-KR" altLang="en-US" sz="3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23316" y="437007"/>
            <a:ext cx="1306449" cy="54368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3000" b="1"/>
              <a:t>디자인</a:t>
            </a:r>
            <a:endParaRPr lang="ko-KR" altLang="en-US" sz="3000" b="1"/>
          </a:p>
        </p:txBody>
      </p:sp>
      <p:sp>
        <p:nvSpPr>
          <p:cNvPr id="6" name=""/>
          <p:cNvSpPr txBox="1"/>
          <p:nvPr/>
        </p:nvSpPr>
        <p:spPr>
          <a:xfrm>
            <a:off x="1703451" y="1628775"/>
            <a:ext cx="5674614" cy="200787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진행사항 목록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메인 페이지 디자인   </a:t>
            </a:r>
            <a:endParaRPr lang="en-US" altLang="ko-KR"/>
          </a:p>
          <a:p>
            <a:pPr>
              <a:defRPr/>
            </a:pPr>
            <a:r>
              <a:rPr lang="en-US" altLang="ko-KR"/>
              <a:t>2.</a:t>
            </a:r>
            <a:r>
              <a:rPr lang="ko-KR" altLang="en-US"/>
              <a:t> 로그인 페이지 디자인   </a:t>
            </a:r>
            <a:endParaRPr lang="en-US" altLang="ko-KR"/>
          </a:p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개인 페이지 </a:t>
            </a:r>
            <a:r>
              <a:rPr lang="en-US" altLang="ko-KR"/>
              <a:t>public</a:t>
            </a:r>
            <a:r>
              <a:rPr lang="ko-KR" altLang="en-US"/>
              <a:t> 부분</a:t>
            </a:r>
            <a:r>
              <a:rPr lang="en-US" altLang="ko-KR"/>
              <a:t> </a:t>
            </a:r>
            <a:r>
              <a:rPr lang="ko-KR" altLang="en-US"/>
              <a:t>디자인</a:t>
            </a:r>
            <a:endParaRPr lang="ko-KR" altLang="en-US"/>
          </a:p>
          <a:p>
            <a:pPr>
              <a:defRPr/>
            </a:pPr>
            <a:r>
              <a:rPr lang="en-US" altLang="ko-KR"/>
              <a:t>4.</a:t>
            </a:r>
            <a:r>
              <a:rPr lang="ko-KR" altLang="en-US"/>
              <a:t> 개인 페이지 </a:t>
            </a:r>
            <a:r>
              <a:rPr lang="en-US" altLang="ko-KR"/>
              <a:t>private </a:t>
            </a:r>
            <a:r>
              <a:rPr lang="ko-KR" altLang="en-US"/>
              <a:t>부분 디자인</a:t>
            </a:r>
            <a:endParaRPr lang="ko-KR" altLang="en-US"/>
          </a:p>
          <a:p>
            <a:pPr>
              <a:defRPr/>
            </a:pPr>
            <a:r>
              <a:rPr lang="en-US" altLang="ko-KR"/>
              <a:t>5.</a:t>
            </a:r>
            <a:r>
              <a:rPr lang="ko-KR" altLang="en-US"/>
              <a:t> 개인 페이지 </a:t>
            </a:r>
            <a:r>
              <a:rPr lang="en-US" altLang="ko-KR"/>
              <a:t>private -&gt; </a:t>
            </a:r>
            <a:r>
              <a:rPr lang="ko-KR" altLang="en-US"/>
              <a:t>순서변경 페이지 부분 디자인</a:t>
            </a:r>
            <a:endParaRPr lang="ko-KR" altLang="en-US"/>
          </a:p>
        </p:txBody>
      </p:sp>
      <p:sp>
        <p:nvSpPr>
          <p:cNvPr id="7" name=""/>
          <p:cNvSpPr txBox="1"/>
          <p:nvPr/>
        </p:nvSpPr>
        <p:spPr>
          <a:xfrm>
            <a:off x="1784603" y="792861"/>
            <a:ext cx="2439163" cy="37680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900" b="1"/>
              <a:t>실제 구현되는 이미지</a:t>
            </a:r>
            <a:endParaRPr lang="ko-KR" altLang="en-US" sz="19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1571815" y="753523"/>
            <a:ext cx="9048370" cy="5555837"/>
          </a:xfrm>
          <a:prstGeom prst="rect">
            <a:avLst/>
          </a:prstGeom>
          <a:blipFill rotWithShape="1">
            <a:blip r:embed="rId2">
              <a:alphaModFix/>
              <a:lum/>
            </a:blip>
            <a:srcRect/>
            <a:stretch>
              <a:fillRect/>
            </a:stretch>
          </a:blipFill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/>
          <p:nvPr/>
        </p:nvSpPr>
        <p:spPr>
          <a:xfrm>
            <a:off x="1703451" y="1700784"/>
            <a:ext cx="2232279" cy="439254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프로필 사진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버튼 </a:t>
            </a: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6" name=""/>
          <p:cNvSpPr/>
          <p:nvPr/>
        </p:nvSpPr>
        <p:spPr>
          <a:xfrm>
            <a:off x="3863721" y="1700784"/>
            <a:ext cx="2232279" cy="439254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프로필 사진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버튼 </a:t>
            </a:r>
            <a:r>
              <a:rPr lang="en-US" altLang="ko-KR"/>
              <a:t>2</a:t>
            </a:r>
            <a:endParaRPr lang="en-US" altLang="ko-KR"/>
          </a:p>
        </p:txBody>
      </p:sp>
      <p:sp>
        <p:nvSpPr>
          <p:cNvPr id="7" name=""/>
          <p:cNvSpPr/>
          <p:nvPr/>
        </p:nvSpPr>
        <p:spPr>
          <a:xfrm>
            <a:off x="6096000" y="1700784"/>
            <a:ext cx="2232279" cy="439254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프로필 사진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버튼 </a:t>
            </a: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8" name=""/>
          <p:cNvSpPr/>
          <p:nvPr/>
        </p:nvSpPr>
        <p:spPr>
          <a:xfrm>
            <a:off x="8328279" y="1700784"/>
            <a:ext cx="2232279" cy="439254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프로필 사진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버튼 </a:t>
            </a:r>
            <a:r>
              <a:rPr lang="en-US" altLang="ko-KR"/>
              <a:t>4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3431667" y="4869180"/>
            <a:ext cx="4032504" cy="50406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회원가입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"/>
          <p:cNvSpPr/>
          <p:nvPr/>
        </p:nvSpPr>
        <p:spPr>
          <a:xfrm>
            <a:off x="3431667" y="1772793"/>
            <a:ext cx="4032504" cy="7920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/>
          <p:nvPr/>
        </p:nvSpPr>
        <p:spPr>
          <a:xfrm>
            <a:off x="3431667" y="2924937"/>
            <a:ext cx="4032504" cy="7920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 txBox="1"/>
          <p:nvPr/>
        </p:nvSpPr>
        <p:spPr>
          <a:xfrm>
            <a:off x="3513582" y="1844802"/>
            <a:ext cx="797433" cy="643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3600" b="1"/>
              <a:t>ID:</a:t>
            </a:r>
            <a:endParaRPr lang="en-US" altLang="ko-KR" sz="3600" b="1"/>
          </a:p>
        </p:txBody>
      </p:sp>
      <p:sp>
        <p:nvSpPr>
          <p:cNvPr id="10" name=""/>
          <p:cNvSpPr txBox="1"/>
          <p:nvPr/>
        </p:nvSpPr>
        <p:spPr>
          <a:xfrm>
            <a:off x="3513582" y="2924937"/>
            <a:ext cx="1026033" cy="6438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3600" b="1"/>
              <a:t>PW:</a:t>
            </a:r>
            <a:endParaRPr lang="en-US" altLang="ko-KR" sz="3600" b="1"/>
          </a:p>
        </p:txBody>
      </p:sp>
      <p:sp>
        <p:nvSpPr>
          <p:cNvPr id="11" name=""/>
          <p:cNvSpPr/>
          <p:nvPr/>
        </p:nvSpPr>
        <p:spPr>
          <a:xfrm>
            <a:off x="3431667" y="4005072"/>
            <a:ext cx="4032504" cy="648081"/>
          </a:xfrm>
          <a:prstGeom prst="rect">
            <a:avLst/>
          </a:prstGeom>
        </p:spPr>
        <p:style>
          <a:lnRef idx="2">
            <a:schemeClr val="accent4">
              <a:shade val="2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/>
              <a:t>로그인하기</a:t>
            </a:r>
            <a:endParaRPr lang="ko-KR" altLang="en-US" sz="2400"/>
          </a:p>
        </p:txBody>
      </p:sp>
      <p:sp>
        <p:nvSpPr>
          <p:cNvPr id="12" name=""/>
          <p:cNvSpPr txBox="1"/>
          <p:nvPr/>
        </p:nvSpPr>
        <p:spPr>
          <a:xfrm>
            <a:off x="8832342" y="1340739"/>
            <a:ext cx="250698" cy="362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48181" y="122683"/>
            <a:ext cx="10392512" cy="6612633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4860417" y="3653790"/>
            <a:ext cx="515493" cy="567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18" name=""/>
          <p:cNvSpPr txBox="1"/>
          <p:nvPr/>
        </p:nvSpPr>
        <p:spPr>
          <a:xfrm>
            <a:off x="6744081" y="3583686"/>
            <a:ext cx="515493" cy="567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cxnSp>
        <p:nvCxnSpPr>
          <p:cNvPr id="22" name=""/>
          <p:cNvCxnSpPr/>
          <p:nvPr/>
        </p:nvCxnSpPr>
        <p:spPr>
          <a:xfrm>
            <a:off x="5194364" y="4221099"/>
            <a:ext cx="253555" cy="2160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48181" y="942784"/>
            <a:ext cx="2186534" cy="2742628"/>
          </a:xfrm>
          <a:prstGeom prst="rect">
            <a:avLst/>
          </a:prstGeom>
        </p:spPr>
      </p:pic>
      <p:sp>
        <p:nvSpPr>
          <p:cNvPr id="28" name=""/>
          <p:cNvSpPr txBox="1"/>
          <p:nvPr/>
        </p:nvSpPr>
        <p:spPr>
          <a:xfrm>
            <a:off x="5541644" y="762666"/>
            <a:ext cx="2920366" cy="360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없으면 비어있음</a:t>
            </a:r>
            <a:endParaRPr lang="ko-KR" altLang="en-US"/>
          </a:p>
        </p:txBody>
      </p:sp>
      <p:grpSp>
        <p:nvGrpSpPr>
          <p:cNvPr id="50" name=""/>
          <p:cNvGrpSpPr/>
          <p:nvPr/>
        </p:nvGrpSpPr>
        <p:grpSpPr>
          <a:xfrm rot="0">
            <a:off x="5519928" y="4005072"/>
            <a:ext cx="924509" cy="1296162"/>
            <a:chOff x="5519928" y="4005072"/>
            <a:chExt cx="1368171" cy="1728215"/>
          </a:xfrm>
        </p:grpSpPr>
        <p:sp>
          <p:nvSpPr>
            <p:cNvPr id="19" name=""/>
            <p:cNvSpPr/>
            <p:nvPr/>
          </p:nvSpPr>
          <p:spPr>
            <a:xfrm>
              <a:off x="5519928" y="4005072"/>
              <a:ext cx="1368171" cy="576072"/>
            </a:xfrm>
            <a:prstGeom prst="rect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>
                  <a:solidFill>
                    <a:schemeClr val="tx1"/>
                  </a:solidFill>
                </a:rPr>
                <a:t>PRIVATE</a:t>
              </a:r>
              <a:r>
                <a:rPr lang="ko-KR" altLang="en-US" sz="1200">
                  <a:solidFill>
                    <a:schemeClr val="tx1"/>
                  </a:solidFill>
                </a:rPr>
                <a:t> 버튼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5519928" y="4581144"/>
              <a:ext cx="1368171" cy="576072"/>
            </a:xfrm>
            <a:prstGeom prst="rect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>
                  <a:solidFill>
                    <a:schemeClr val="tx1"/>
                  </a:solidFill>
                </a:rPr>
                <a:t>DELETE</a:t>
              </a:r>
              <a:r>
                <a:rPr lang="ko-KR" altLang="en-US" sz="1200">
                  <a:solidFill>
                    <a:schemeClr val="tx1"/>
                  </a:solidFill>
                </a:rPr>
                <a:t> 버튼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5519928" y="5157216"/>
              <a:ext cx="1368171" cy="576072"/>
            </a:xfrm>
            <a:prstGeom prst="rect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>
                  <a:solidFill>
                    <a:schemeClr val="tx1"/>
                  </a:solidFill>
                </a:rPr>
                <a:t>FIX</a:t>
              </a:r>
              <a:r>
                <a:rPr lang="ko-KR" altLang="en-US" sz="1200">
                  <a:solidFill>
                    <a:schemeClr val="tx1"/>
                  </a:solidFill>
                </a:rPr>
                <a:t> 버튼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"/>
          <p:cNvGrpSpPr/>
          <p:nvPr/>
        </p:nvGrpSpPr>
        <p:grpSpPr>
          <a:xfrm rot="0">
            <a:off x="10137404" y="255793"/>
            <a:ext cx="1143243" cy="2669144"/>
            <a:chOff x="8913252" y="615837"/>
            <a:chExt cx="1897200" cy="3395045"/>
          </a:xfrm>
        </p:grpSpPr>
        <p:sp>
          <p:nvSpPr>
            <p:cNvPr id="35" name=""/>
            <p:cNvSpPr/>
            <p:nvPr/>
          </p:nvSpPr>
          <p:spPr>
            <a:xfrm>
              <a:off x="8913253" y="615837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/>
                <a:t>MAIN</a:t>
              </a:r>
              <a:r>
                <a:rPr lang="ko-KR" altLang="en-US" sz="1200"/>
                <a:t>화면버튼</a:t>
              </a:r>
              <a:endParaRPr lang="ko-KR" altLang="en-US" sz="1200"/>
            </a:p>
          </p:txBody>
        </p:sp>
        <p:sp>
          <p:nvSpPr>
            <p:cNvPr id="36" name=""/>
            <p:cNvSpPr/>
            <p:nvPr/>
          </p:nvSpPr>
          <p:spPr>
            <a:xfrm>
              <a:off x="8970581" y="1122902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/>
                <a:t>이름 </a:t>
              </a:r>
              <a:r>
                <a:rPr lang="en-US" altLang="ko-KR" sz="1200"/>
                <a:t>1</a:t>
              </a:r>
              <a:endParaRPr lang="ko-KR" altLang="en-US" sz="1200"/>
            </a:p>
          </p:txBody>
        </p:sp>
        <p:sp>
          <p:nvSpPr>
            <p:cNvPr id="37" name=""/>
            <p:cNvSpPr/>
            <p:nvPr/>
          </p:nvSpPr>
          <p:spPr>
            <a:xfrm>
              <a:off x="8969079" y="1721417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/>
                <a:t>이름 </a:t>
              </a:r>
              <a:r>
                <a:rPr lang="en-US" altLang="ko-KR" sz="1200"/>
                <a:t>2</a:t>
              </a:r>
              <a:endParaRPr lang="en-US" altLang="ko-KR" sz="1200"/>
            </a:p>
          </p:txBody>
        </p:sp>
        <p:sp>
          <p:nvSpPr>
            <p:cNvPr id="38" name=""/>
            <p:cNvSpPr/>
            <p:nvPr/>
          </p:nvSpPr>
          <p:spPr>
            <a:xfrm>
              <a:off x="8970581" y="2271044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/>
                <a:t>이름 </a:t>
              </a:r>
              <a:r>
                <a:rPr lang="en-US" altLang="ko-KR" sz="1200"/>
                <a:t>3</a:t>
              </a:r>
              <a:endParaRPr lang="en-US" altLang="ko-KR" sz="1200"/>
            </a:p>
          </p:txBody>
        </p:sp>
        <p:sp>
          <p:nvSpPr>
            <p:cNvPr id="42" name=""/>
            <p:cNvSpPr/>
            <p:nvPr/>
          </p:nvSpPr>
          <p:spPr>
            <a:xfrm>
              <a:off x="8970582" y="2780919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/>
                <a:t>이름 </a:t>
              </a:r>
              <a:r>
                <a:rPr lang="en-US" altLang="ko-KR" sz="1200"/>
                <a:t>4</a:t>
              </a:r>
              <a:endParaRPr lang="en-US" altLang="ko-KR" sz="1200"/>
            </a:p>
          </p:txBody>
        </p:sp>
        <p:sp>
          <p:nvSpPr>
            <p:cNvPr id="43" name=""/>
            <p:cNvSpPr/>
            <p:nvPr/>
          </p:nvSpPr>
          <p:spPr>
            <a:xfrm>
              <a:off x="8970582" y="3356991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/>
                <a:t>이름 </a:t>
              </a:r>
              <a:r>
                <a:rPr lang="en-US" altLang="ko-KR" sz="1200"/>
                <a:t>5</a:t>
              </a:r>
              <a:endParaRPr lang="en-US" altLang="ko-KR" sz="1200"/>
            </a:p>
          </p:txBody>
        </p:sp>
      </p:grpSp>
      <p:sp>
        <p:nvSpPr>
          <p:cNvPr id="29" name=""/>
          <p:cNvSpPr/>
          <p:nvPr/>
        </p:nvSpPr>
        <p:spPr>
          <a:xfrm>
            <a:off x="1787862" y="213527"/>
            <a:ext cx="1079362" cy="55114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Private</a:t>
            </a:r>
            <a:endParaRPr lang="en-US" altLang="ko-KR"/>
          </a:p>
        </p:txBody>
      </p:sp>
      <p:sp>
        <p:nvSpPr>
          <p:cNvPr id="30" name=""/>
          <p:cNvSpPr/>
          <p:nvPr/>
        </p:nvSpPr>
        <p:spPr>
          <a:xfrm>
            <a:off x="708500" y="213527"/>
            <a:ext cx="1079362" cy="551140"/>
          </a:xfrm>
          <a:prstGeom prst="rect">
            <a:avLst/>
          </a:prstGeom>
          <a:solidFill>
            <a:srgbClr val="ecd174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 Public</a:t>
            </a:r>
            <a:endParaRPr lang="en-US" altLang="ko-KR"/>
          </a:p>
        </p:txBody>
      </p:sp>
      <p:sp>
        <p:nvSpPr>
          <p:cNvPr id="48" name=""/>
          <p:cNvSpPr/>
          <p:nvPr/>
        </p:nvSpPr>
        <p:spPr>
          <a:xfrm>
            <a:off x="11748707" y="168105"/>
            <a:ext cx="180022" cy="6521789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9" name=""/>
          <p:cNvSpPr/>
          <p:nvPr/>
        </p:nvSpPr>
        <p:spPr>
          <a:xfrm>
            <a:off x="11748707" y="255793"/>
            <a:ext cx="180022" cy="50887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1" name=""/>
          <p:cNvSpPr/>
          <p:nvPr/>
        </p:nvSpPr>
        <p:spPr>
          <a:xfrm>
            <a:off x="3434715" y="1122902"/>
            <a:ext cx="1886426" cy="256251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 썸네일</a:t>
            </a:r>
            <a:endParaRPr lang="ko-KR" altLang="en-US"/>
          </a:p>
        </p:txBody>
      </p:sp>
      <p:sp>
        <p:nvSpPr>
          <p:cNvPr id="52" name=""/>
          <p:cNvSpPr/>
          <p:nvPr/>
        </p:nvSpPr>
        <p:spPr>
          <a:xfrm>
            <a:off x="5375910" y="1122902"/>
            <a:ext cx="1886426" cy="256251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 썸네일</a:t>
            </a:r>
            <a:endParaRPr lang="ko-KR" altLang="en-US"/>
          </a:p>
        </p:txBody>
      </p:sp>
      <p:sp>
        <p:nvSpPr>
          <p:cNvPr id="53" name=""/>
          <p:cNvSpPr/>
          <p:nvPr/>
        </p:nvSpPr>
        <p:spPr>
          <a:xfrm>
            <a:off x="7320153" y="1122902"/>
            <a:ext cx="1886426" cy="256251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 썸네일</a:t>
            </a:r>
            <a:endParaRPr lang="ko-KR" altLang="en-US"/>
          </a:p>
        </p:txBody>
      </p:sp>
      <p:sp>
        <p:nvSpPr>
          <p:cNvPr id="54" name=""/>
          <p:cNvSpPr/>
          <p:nvPr/>
        </p:nvSpPr>
        <p:spPr>
          <a:xfrm>
            <a:off x="1248181" y="1122902"/>
            <a:ext cx="1967459" cy="256251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프로필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사진 소개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48181" y="122683"/>
            <a:ext cx="10392512" cy="6612633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2927604" y="3645027"/>
            <a:ext cx="507111" cy="567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6" name=""/>
          <p:cNvSpPr txBox="1"/>
          <p:nvPr/>
        </p:nvSpPr>
        <p:spPr>
          <a:xfrm>
            <a:off x="4860417" y="3653790"/>
            <a:ext cx="515493" cy="567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7" name=""/>
          <p:cNvSpPr txBox="1"/>
          <p:nvPr/>
        </p:nvSpPr>
        <p:spPr>
          <a:xfrm>
            <a:off x="6744081" y="3583686"/>
            <a:ext cx="515493" cy="567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cxnSp>
        <p:nvCxnSpPr>
          <p:cNvPr id="11" name=""/>
          <p:cNvCxnSpPr/>
          <p:nvPr/>
        </p:nvCxnSpPr>
        <p:spPr>
          <a:xfrm>
            <a:off x="5159883" y="4221099"/>
            <a:ext cx="253555" cy="2160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48181" y="942784"/>
            <a:ext cx="2186534" cy="2742628"/>
          </a:xfrm>
          <a:prstGeom prst="rect">
            <a:avLst/>
          </a:prstGeom>
        </p:spPr>
      </p:pic>
      <p:sp>
        <p:nvSpPr>
          <p:cNvPr id="15" name=""/>
          <p:cNvSpPr/>
          <p:nvPr/>
        </p:nvSpPr>
        <p:spPr>
          <a:xfrm>
            <a:off x="1703451" y="2996946"/>
            <a:ext cx="1368171" cy="57607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 추가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버튼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"/>
          <p:cNvSpPr/>
          <p:nvPr/>
        </p:nvSpPr>
        <p:spPr>
          <a:xfrm>
            <a:off x="768107" y="213527"/>
            <a:ext cx="1079362" cy="55114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Public</a:t>
            </a:r>
            <a:endParaRPr lang="en-US" altLang="ko-KR"/>
          </a:p>
        </p:txBody>
      </p:sp>
      <p:sp>
        <p:nvSpPr>
          <p:cNvPr id="18" name=""/>
          <p:cNvSpPr/>
          <p:nvPr/>
        </p:nvSpPr>
        <p:spPr>
          <a:xfrm>
            <a:off x="1848242" y="213527"/>
            <a:ext cx="1079362" cy="551140"/>
          </a:xfrm>
          <a:prstGeom prst="rect">
            <a:avLst/>
          </a:prstGeom>
          <a:solidFill>
            <a:srgbClr val="ecd174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Private</a:t>
            </a:r>
            <a:endParaRPr lang="en-US" altLang="ko-KR"/>
          </a:p>
        </p:txBody>
      </p:sp>
      <p:cxnSp>
        <p:nvCxnSpPr>
          <p:cNvPr id="20" name=""/>
          <p:cNvCxnSpPr/>
          <p:nvPr/>
        </p:nvCxnSpPr>
        <p:spPr>
          <a:xfrm rot="16200000">
            <a:off x="2046112" y="2655522"/>
            <a:ext cx="682848" cy="0"/>
          </a:xfrm>
          <a:prstGeom prst="straightConnector1">
            <a:avLst/>
          </a:prstGeom>
          <a:ln w="76200">
            <a:solidFill>
              <a:schemeClr val="accent2">
                <a:shade val="20000"/>
              </a:schemeClr>
            </a:solidFill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grpSp>
        <p:nvGrpSpPr>
          <p:cNvPr id="34" name=""/>
          <p:cNvGrpSpPr/>
          <p:nvPr/>
        </p:nvGrpSpPr>
        <p:grpSpPr>
          <a:xfrm rot="0">
            <a:off x="5410391" y="4063143"/>
            <a:ext cx="1371219" cy="1670144"/>
            <a:chOff x="3431667" y="4080081"/>
            <a:chExt cx="1371219" cy="2157269"/>
          </a:xfrm>
        </p:grpSpPr>
        <p:sp>
          <p:nvSpPr>
            <p:cNvPr id="8" name=""/>
            <p:cNvSpPr/>
            <p:nvPr/>
          </p:nvSpPr>
          <p:spPr>
            <a:xfrm>
              <a:off x="3434715" y="4080081"/>
              <a:ext cx="1368171" cy="576072"/>
            </a:xfrm>
            <a:prstGeom prst="rect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>
                  <a:solidFill>
                    <a:schemeClr val="tx1"/>
                  </a:solidFill>
                </a:rPr>
                <a:t>PRIVATE</a:t>
              </a:r>
              <a:r>
                <a:rPr lang="ko-KR" altLang="en-US" sz="1200">
                  <a:solidFill>
                    <a:schemeClr val="tx1"/>
                  </a:solidFill>
                </a:rPr>
                <a:t> 버튼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434715" y="4581144"/>
              <a:ext cx="1368171" cy="576072"/>
            </a:xfrm>
            <a:prstGeom prst="rect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>
                  <a:solidFill>
                    <a:schemeClr val="tx1"/>
                  </a:solidFill>
                </a:rPr>
                <a:t>DELETE</a:t>
              </a:r>
              <a:r>
                <a:rPr lang="ko-KR" altLang="en-US" sz="1200">
                  <a:solidFill>
                    <a:schemeClr val="tx1"/>
                  </a:solidFill>
                </a:rPr>
                <a:t> 버튼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3431667" y="5085207"/>
              <a:ext cx="1368171" cy="576072"/>
            </a:xfrm>
            <a:prstGeom prst="rect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>
                  <a:solidFill>
                    <a:schemeClr val="tx1"/>
                  </a:solidFill>
                </a:rPr>
                <a:t>FIX</a:t>
              </a:r>
              <a:r>
                <a:rPr lang="ko-KR" altLang="en-US" sz="1200">
                  <a:solidFill>
                    <a:schemeClr val="tx1"/>
                  </a:solidFill>
                </a:rPr>
                <a:t> 버튼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3431667" y="5661279"/>
              <a:ext cx="1368171" cy="576072"/>
            </a:xfrm>
            <a:prstGeom prst="rect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>
                  <a:solidFill>
                    <a:schemeClr val="tx1"/>
                  </a:solidFill>
                </a:rPr>
                <a:t>순서 변경버튼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31" name=""/>
          <p:cNvSpPr txBox="1"/>
          <p:nvPr/>
        </p:nvSpPr>
        <p:spPr>
          <a:xfrm>
            <a:off x="8855922" y="248173"/>
            <a:ext cx="1954530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메뉴 버튼 클릭 시</a:t>
            </a:r>
            <a:endParaRPr lang="ko-KR" altLang="en-US"/>
          </a:p>
        </p:txBody>
      </p:sp>
      <p:grpSp>
        <p:nvGrpSpPr>
          <p:cNvPr id="35" name=""/>
          <p:cNvGrpSpPr/>
          <p:nvPr/>
        </p:nvGrpSpPr>
        <p:grpSpPr>
          <a:xfrm rot="0">
            <a:off x="10201323" y="248173"/>
            <a:ext cx="1215252" cy="2597135"/>
            <a:chOff x="8913252" y="615838"/>
            <a:chExt cx="1897200" cy="3395045"/>
          </a:xfrm>
        </p:grpSpPr>
        <p:sp>
          <p:nvSpPr>
            <p:cNvPr id="27" name=""/>
            <p:cNvSpPr/>
            <p:nvPr/>
          </p:nvSpPr>
          <p:spPr>
            <a:xfrm>
              <a:off x="8913252" y="615838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/>
                <a:t>MAIN</a:t>
              </a:r>
              <a:r>
                <a:rPr lang="ko-KR" altLang="en-US" sz="1200"/>
                <a:t>화면버튼</a:t>
              </a:r>
              <a:endParaRPr lang="ko-KR" altLang="en-US" sz="1200"/>
            </a:p>
          </p:txBody>
        </p:sp>
        <p:sp>
          <p:nvSpPr>
            <p:cNvPr id="28" name=""/>
            <p:cNvSpPr/>
            <p:nvPr/>
          </p:nvSpPr>
          <p:spPr>
            <a:xfrm>
              <a:off x="8970582" y="1122902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/>
                <a:t>이름 </a:t>
              </a:r>
              <a:r>
                <a:rPr lang="en-US" altLang="ko-KR" sz="1200"/>
                <a:t>1</a:t>
              </a:r>
              <a:endParaRPr lang="ko-KR" altLang="en-US" sz="1200"/>
            </a:p>
          </p:txBody>
        </p:sp>
        <p:sp>
          <p:nvSpPr>
            <p:cNvPr id="29" name=""/>
            <p:cNvSpPr/>
            <p:nvPr/>
          </p:nvSpPr>
          <p:spPr>
            <a:xfrm>
              <a:off x="8969079" y="1721417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/>
                <a:t>이름 </a:t>
              </a:r>
              <a:r>
                <a:rPr lang="en-US" altLang="ko-KR" sz="1200"/>
                <a:t>2</a:t>
              </a:r>
              <a:endParaRPr lang="en-US" altLang="ko-KR" sz="1200"/>
            </a:p>
          </p:txBody>
        </p:sp>
        <p:sp>
          <p:nvSpPr>
            <p:cNvPr id="30" name=""/>
            <p:cNvSpPr/>
            <p:nvPr/>
          </p:nvSpPr>
          <p:spPr>
            <a:xfrm>
              <a:off x="8970582" y="2271045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/>
                <a:t>이름 </a:t>
              </a:r>
              <a:r>
                <a:rPr lang="en-US" altLang="ko-KR" sz="1200"/>
                <a:t>3</a:t>
              </a:r>
              <a:endParaRPr lang="en-US" altLang="ko-KR" sz="1200"/>
            </a:p>
          </p:txBody>
        </p:sp>
        <p:sp>
          <p:nvSpPr>
            <p:cNvPr id="32" name=""/>
            <p:cNvSpPr/>
            <p:nvPr/>
          </p:nvSpPr>
          <p:spPr>
            <a:xfrm>
              <a:off x="8970582" y="2780919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/>
                <a:t>이름 </a:t>
              </a:r>
              <a:r>
                <a:rPr lang="en-US" altLang="ko-KR" sz="1200"/>
                <a:t>4</a:t>
              </a:r>
              <a:endParaRPr lang="en-US" altLang="ko-KR" sz="1200"/>
            </a:p>
          </p:txBody>
        </p:sp>
        <p:sp>
          <p:nvSpPr>
            <p:cNvPr id="33" name=""/>
            <p:cNvSpPr/>
            <p:nvPr/>
          </p:nvSpPr>
          <p:spPr>
            <a:xfrm>
              <a:off x="8970582" y="3356991"/>
              <a:ext cx="1839870" cy="653892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/>
                <a:t>이름 </a:t>
              </a:r>
              <a:r>
                <a:rPr lang="en-US" altLang="ko-KR" sz="1200"/>
                <a:t>5</a:t>
              </a:r>
              <a:endParaRPr lang="en-US" altLang="ko-KR" sz="12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48181" y="122683"/>
            <a:ext cx="10392512" cy="6612633"/>
          </a:xfrm>
          <a:prstGeom prst="rect">
            <a:avLst/>
          </a:prstGeom>
        </p:spPr>
      </p:pic>
      <p:sp>
        <p:nvSpPr>
          <p:cNvPr id="28" name=""/>
          <p:cNvSpPr txBox="1"/>
          <p:nvPr/>
        </p:nvSpPr>
        <p:spPr>
          <a:xfrm>
            <a:off x="2927604" y="3645027"/>
            <a:ext cx="507111" cy="567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29" name=""/>
          <p:cNvSpPr txBox="1"/>
          <p:nvPr/>
        </p:nvSpPr>
        <p:spPr>
          <a:xfrm>
            <a:off x="4860417" y="3653790"/>
            <a:ext cx="515493" cy="567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sp>
        <p:nvSpPr>
          <p:cNvPr id="30" name=""/>
          <p:cNvSpPr txBox="1"/>
          <p:nvPr/>
        </p:nvSpPr>
        <p:spPr>
          <a:xfrm>
            <a:off x="6744081" y="3583686"/>
            <a:ext cx="515493" cy="567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100" b="1"/>
              <a:t>...</a:t>
            </a:r>
            <a:endParaRPr lang="en-US" altLang="ko-KR" sz="3100" b="1"/>
          </a:p>
        </p:txBody>
      </p:sp>
      <p:pic>
        <p:nvPicPr>
          <p:cNvPr id="3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48181" y="942784"/>
            <a:ext cx="2186534" cy="2742628"/>
          </a:xfrm>
          <a:prstGeom prst="rect">
            <a:avLst/>
          </a:prstGeom>
        </p:spPr>
      </p:pic>
      <p:sp>
        <p:nvSpPr>
          <p:cNvPr id="34" name=""/>
          <p:cNvSpPr/>
          <p:nvPr/>
        </p:nvSpPr>
        <p:spPr>
          <a:xfrm>
            <a:off x="911352" y="213527"/>
            <a:ext cx="1079362" cy="55114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Public</a:t>
            </a:r>
            <a:endParaRPr lang="en-US" altLang="ko-KR"/>
          </a:p>
        </p:txBody>
      </p:sp>
      <p:sp>
        <p:nvSpPr>
          <p:cNvPr id="35" name=""/>
          <p:cNvSpPr/>
          <p:nvPr/>
        </p:nvSpPr>
        <p:spPr>
          <a:xfrm>
            <a:off x="1991487" y="213527"/>
            <a:ext cx="1079362" cy="551140"/>
          </a:xfrm>
          <a:prstGeom prst="rect">
            <a:avLst/>
          </a:prstGeom>
          <a:solidFill>
            <a:srgbClr val="ecd174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Private</a:t>
            </a:r>
            <a:endParaRPr lang="en-US" altLang="ko-KR"/>
          </a:p>
        </p:txBody>
      </p:sp>
      <p:cxnSp>
        <p:nvCxnSpPr>
          <p:cNvPr id="36" name=""/>
          <p:cNvCxnSpPr/>
          <p:nvPr/>
        </p:nvCxnSpPr>
        <p:spPr>
          <a:xfrm rot="16200000">
            <a:off x="2046112" y="2655522"/>
            <a:ext cx="682848" cy="0"/>
          </a:xfrm>
          <a:prstGeom prst="straightConnector1">
            <a:avLst/>
          </a:prstGeom>
          <a:ln w="76200">
            <a:solidFill>
              <a:schemeClr val="accent2">
                <a:shade val="20000"/>
              </a:schemeClr>
            </a:solidFill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42" name=""/>
          <p:cNvSpPr txBox="1"/>
          <p:nvPr/>
        </p:nvSpPr>
        <p:spPr>
          <a:xfrm>
            <a:off x="8855922" y="248173"/>
            <a:ext cx="1954530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메뉴 버튼 클릭 시</a:t>
            </a:r>
            <a:endParaRPr lang="ko-KR" altLang="en-US"/>
          </a:p>
        </p:txBody>
      </p:sp>
      <p:grpSp>
        <p:nvGrpSpPr>
          <p:cNvPr id="52" name=""/>
          <p:cNvGrpSpPr/>
          <p:nvPr/>
        </p:nvGrpSpPr>
        <p:grpSpPr>
          <a:xfrm rot="0">
            <a:off x="3791712" y="4221099"/>
            <a:ext cx="864108" cy="228698"/>
            <a:chOff x="3791712" y="4221099"/>
            <a:chExt cx="864108" cy="228698"/>
          </a:xfrm>
        </p:grpSpPr>
        <p:sp>
          <p:nvSpPr>
            <p:cNvPr id="50" name=""/>
            <p:cNvSpPr/>
            <p:nvPr/>
          </p:nvSpPr>
          <p:spPr>
            <a:xfrm rot="16200000">
              <a:off x="3818333" y="4194478"/>
              <a:ext cx="228698" cy="281940"/>
            </a:xfrm>
            <a:prstGeom prst="up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1" name=""/>
            <p:cNvSpPr/>
            <p:nvPr/>
          </p:nvSpPr>
          <p:spPr>
            <a:xfrm rot="5400000" flipH="1">
              <a:off x="4400501" y="4194478"/>
              <a:ext cx="228698" cy="281940"/>
            </a:xfrm>
            <a:prstGeom prst="up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62" name=""/>
          <p:cNvSpPr/>
          <p:nvPr/>
        </p:nvSpPr>
        <p:spPr>
          <a:xfrm>
            <a:off x="3431667" y="1114044"/>
            <a:ext cx="1797177" cy="2530983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"/>
          <p:cNvSpPr/>
          <p:nvPr/>
        </p:nvSpPr>
        <p:spPr>
          <a:xfrm>
            <a:off x="1039693" y="1926731"/>
            <a:ext cx="9937242" cy="478007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33" name="그룹 4"/>
          <p:cNvGrpSpPr/>
          <p:nvPr/>
        </p:nvGrpSpPr>
        <p:grpSpPr>
          <a:xfrm rot="0">
            <a:off x="8104583" y="681507"/>
            <a:ext cx="3039428" cy="512635"/>
            <a:chOff x="6034087" y="1564195"/>
            <a:chExt cx="3039428" cy="512635"/>
          </a:xfrm>
        </p:grpSpPr>
        <p:sp>
          <p:nvSpPr>
            <p:cNvPr id="34" name="직사각형 5"/>
            <p:cNvSpPr/>
            <p:nvPr/>
          </p:nvSpPr>
          <p:spPr>
            <a:xfrm>
              <a:off x="6034087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5" name="직사각형 6"/>
            <p:cNvSpPr/>
            <p:nvPr/>
          </p:nvSpPr>
          <p:spPr>
            <a:xfrm>
              <a:off x="6663738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6" name="직사각형 7"/>
            <p:cNvSpPr/>
            <p:nvPr/>
          </p:nvSpPr>
          <p:spPr>
            <a:xfrm>
              <a:off x="7256763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7" name="직사각형 8"/>
            <p:cNvSpPr/>
            <p:nvPr/>
          </p:nvSpPr>
          <p:spPr>
            <a:xfrm>
              <a:off x="7820263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8" name="직사각형 9"/>
            <p:cNvSpPr/>
            <p:nvPr/>
          </p:nvSpPr>
          <p:spPr>
            <a:xfrm>
              <a:off x="8417528" y="1564195"/>
              <a:ext cx="655987" cy="51263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39" name="직사각형 10"/>
          <p:cNvSpPr/>
          <p:nvPr/>
        </p:nvSpPr>
        <p:spPr>
          <a:xfrm>
            <a:off x="1226648" y="1130110"/>
            <a:ext cx="712489" cy="725793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ko-KR" altLang="en-US"/>
              <a:t>이미지 넣기 </a:t>
            </a: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en-US" altLang="ko-KR"/>
              <a:t>1000</a:t>
            </a:r>
            <a:r>
              <a:rPr lang="ko-KR" altLang="en-US"/>
              <a:t> </a:t>
            </a:r>
            <a:r>
              <a:rPr lang="en-US" altLang="ko-KR"/>
              <a:t>X 700 </a:t>
            </a:r>
            <a:endParaRPr lang="en-US" altLang="ko-KR"/>
          </a:p>
        </p:txBody>
      </p:sp>
      <p:sp>
        <p:nvSpPr>
          <p:cNvPr id="40" name="직사각형 11"/>
          <p:cNvSpPr/>
          <p:nvPr/>
        </p:nvSpPr>
        <p:spPr>
          <a:xfrm>
            <a:off x="8571220" y="2123950"/>
            <a:ext cx="1950710" cy="3219670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글박스 설명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41" name="TextBox 12"/>
          <p:cNvSpPr txBox="1"/>
          <p:nvPr/>
        </p:nvSpPr>
        <p:spPr>
          <a:xfrm>
            <a:off x="8152537" y="754658"/>
            <a:ext cx="2959328" cy="3673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글꼴 크기   색</a:t>
            </a:r>
            <a:r>
              <a:rPr lang="en-US" altLang="ko-KR"/>
              <a:t>  </a:t>
            </a:r>
            <a:r>
              <a:rPr lang="ko-KR" altLang="en-US"/>
              <a:t> 하이퍼링크 </a:t>
            </a:r>
            <a:endParaRPr lang="ko-KR" altLang="en-US"/>
          </a:p>
        </p:txBody>
      </p:sp>
      <p:sp>
        <p:nvSpPr>
          <p:cNvPr id="42" name="십자형 13"/>
          <p:cNvSpPr/>
          <p:nvPr/>
        </p:nvSpPr>
        <p:spPr>
          <a:xfrm>
            <a:off x="1280424" y="1209595"/>
            <a:ext cx="602284" cy="574897"/>
          </a:xfrm>
          <a:prstGeom prst="plus">
            <a:avLst>
              <a:gd name="adj" fmla="val 43359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3" name="직사각형 14"/>
          <p:cNvSpPr/>
          <p:nvPr/>
        </p:nvSpPr>
        <p:spPr>
          <a:xfrm>
            <a:off x="757162" y="754658"/>
            <a:ext cx="1944270" cy="264950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이미지 추가버튼 </a:t>
            </a:r>
            <a:endParaRPr lang="ko-KR" altLang="en-US"/>
          </a:p>
        </p:txBody>
      </p:sp>
      <p:sp>
        <p:nvSpPr>
          <p:cNvPr id="44" name="직사각형 15"/>
          <p:cNvSpPr/>
          <p:nvPr/>
        </p:nvSpPr>
        <p:spPr>
          <a:xfrm>
            <a:off x="-1393040" y="5829835"/>
            <a:ext cx="2124266" cy="407099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파일 찾아보기 버튼</a:t>
            </a:r>
            <a:endParaRPr lang="ko-KR" altLang="en-US"/>
          </a:p>
        </p:txBody>
      </p:sp>
      <p:sp>
        <p:nvSpPr>
          <p:cNvPr id="45" name="직사각형 16"/>
          <p:cNvSpPr/>
          <p:nvPr/>
        </p:nvSpPr>
        <p:spPr>
          <a:xfrm>
            <a:off x="2063440" y="1408421"/>
            <a:ext cx="3216136" cy="353596"/>
          </a:xfrm>
          <a:prstGeom prst="rect">
            <a:avLst/>
          </a:prstGeom>
          <a:solidFill>
            <a:srgbClr val="faf3db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동영상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r>
              <a:rPr lang="ko-KR" altLang="en-US">
                <a:solidFill>
                  <a:schemeClr val="tx1"/>
                </a:solidFill>
              </a:rPr>
              <a:t> 사운드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r>
              <a:rPr lang="ko-KR" altLang="en-US">
                <a:solidFill>
                  <a:schemeClr val="tx1"/>
                </a:solidFill>
              </a:rPr>
              <a:t>이미지</a:t>
            </a:r>
            <a:r>
              <a:rPr lang="en-US" altLang="ko-KR" sz="2000">
                <a:solidFill>
                  <a:schemeClr val="tx1"/>
                </a:solidFill>
              </a:rPr>
              <a:t>.</a:t>
            </a:r>
            <a:r>
              <a:rPr lang="en-US" altLang="ko-KR">
                <a:solidFill>
                  <a:schemeClr val="tx1"/>
                </a:solidFill>
              </a:rPr>
              <a:t>JPG</a:t>
            </a:r>
            <a:endParaRPr lang="en-US" altLang="ko-KR">
              <a:solidFill>
                <a:schemeClr val="tx1"/>
              </a:solidFill>
            </a:endParaRPr>
          </a:p>
        </p:txBody>
      </p:sp>
      <p:cxnSp>
        <p:nvCxnSpPr>
          <p:cNvPr id="46" name="직선 화살표 연결선 17"/>
          <p:cNvCxnSpPr/>
          <p:nvPr/>
        </p:nvCxnSpPr>
        <p:spPr>
          <a:xfrm rot="10800000">
            <a:off x="5519928" y="6465855"/>
            <a:ext cx="108013" cy="0"/>
          </a:xfrm>
          <a:prstGeom prst="straightConnector1">
            <a:avLst/>
          </a:prstGeom>
          <a:ln w="38100">
            <a:solidFill>
              <a:schemeClr val="accent1"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18"/>
          <p:cNvSpPr/>
          <p:nvPr/>
        </p:nvSpPr>
        <p:spPr>
          <a:xfrm>
            <a:off x="9164172" y="6741460"/>
            <a:ext cx="1453174" cy="432721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등록 버튼 </a:t>
            </a:r>
            <a:endParaRPr lang="ko-KR" altLang="en-US"/>
          </a:p>
        </p:txBody>
      </p:sp>
      <p:sp>
        <p:nvSpPr>
          <p:cNvPr id="48" name="이등변 삼각형 19"/>
          <p:cNvSpPr/>
          <p:nvPr/>
        </p:nvSpPr>
        <p:spPr>
          <a:xfrm rot="16154264">
            <a:off x="663" y="3034321"/>
            <a:ext cx="1008126" cy="79990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9" name="이등변 삼각형 20"/>
          <p:cNvSpPr/>
          <p:nvPr/>
        </p:nvSpPr>
        <p:spPr>
          <a:xfrm rot="12671016">
            <a:off x="11082250" y="3333831"/>
            <a:ext cx="1008126" cy="79990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0" name="모서리가 둥근 직사각형 21"/>
          <p:cNvSpPr/>
          <p:nvPr/>
        </p:nvSpPr>
        <p:spPr>
          <a:xfrm>
            <a:off x="10912027" y="1564195"/>
            <a:ext cx="1759840" cy="1137285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가로 버튼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누르면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스무스하게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넘겨짐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23"/>
          <p:cNvSpPr/>
          <p:nvPr/>
        </p:nvSpPr>
        <p:spPr>
          <a:xfrm>
            <a:off x="9720981" y="1277390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ko-KR" altLang="en-US"/>
              <a:t> 돋움</a:t>
            </a:r>
            <a:endParaRPr lang="ko-KR" altLang="en-US"/>
          </a:p>
        </p:txBody>
      </p:sp>
      <p:sp>
        <p:nvSpPr>
          <p:cNvPr id="52" name="직사각형 24"/>
          <p:cNvSpPr/>
          <p:nvPr/>
        </p:nvSpPr>
        <p:spPr>
          <a:xfrm>
            <a:off x="8947352" y="1572729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 바탕</a:t>
            </a:r>
            <a:endParaRPr lang="ko-KR" altLang="en-US"/>
          </a:p>
        </p:txBody>
      </p:sp>
      <p:sp>
        <p:nvSpPr>
          <p:cNvPr id="53" name="직사각형 25"/>
          <p:cNvSpPr/>
          <p:nvPr/>
        </p:nvSpPr>
        <p:spPr>
          <a:xfrm>
            <a:off x="8118436" y="1283477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9pt</a:t>
            </a:r>
            <a:endParaRPr lang="en-US" altLang="ko-KR"/>
          </a:p>
        </p:txBody>
      </p:sp>
      <p:sp>
        <p:nvSpPr>
          <p:cNvPr id="54" name="직사각형 26"/>
          <p:cNvSpPr/>
          <p:nvPr/>
        </p:nvSpPr>
        <p:spPr>
          <a:xfrm>
            <a:off x="8143721" y="1572729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12pt</a:t>
            </a:r>
            <a:endParaRPr lang="en-US" altLang="ko-KR"/>
          </a:p>
        </p:txBody>
      </p:sp>
      <p:sp>
        <p:nvSpPr>
          <p:cNvPr id="55" name="직사각형 27"/>
          <p:cNvSpPr/>
          <p:nvPr/>
        </p:nvSpPr>
        <p:spPr>
          <a:xfrm>
            <a:off x="8947352" y="1283477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Blue</a:t>
            </a:r>
            <a:endParaRPr lang="en-US" altLang="ko-KR"/>
          </a:p>
        </p:txBody>
      </p:sp>
      <p:sp>
        <p:nvSpPr>
          <p:cNvPr id="56" name="직사각형 28"/>
          <p:cNvSpPr/>
          <p:nvPr/>
        </p:nvSpPr>
        <p:spPr>
          <a:xfrm>
            <a:off x="9777100" y="1564195"/>
            <a:ext cx="782003" cy="24988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Red</a:t>
            </a:r>
            <a:endParaRPr lang="en-US" altLang="ko-KR"/>
          </a:p>
        </p:txBody>
      </p:sp>
      <p:sp>
        <p:nvSpPr>
          <p:cNvPr id="57" name="TextBox 29"/>
          <p:cNvSpPr txBox="1"/>
          <p:nvPr/>
        </p:nvSpPr>
        <p:spPr>
          <a:xfrm>
            <a:off x="2548127" y="116586"/>
            <a:ext cx="8516494" cy="1176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&lt;</a:t>
            </a:r>
            <a:r>
              <a:rPr lang="ko-KR" altLang="en-US"/>
              <a:t>제목 </a:t>
            </a:r>
            <a:r>
              <a:rPr lang="en-US" altLang="ko-KR"/>
              <a:t>+</a:t>
            </a:r>
            <a:r>
              <a:rPr lang="ko-KR" altLang="en-US"/>
              <a:t> 썸네일 이미지 첨부 기능</a:t>
            </a:r>
            <a:r>
              <a:rPr lang="en-US" altLang="ko-KR"/>
              <a:t>&gt;</a:t>
            </a: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r>
              <a:rPr lang="ko-KR" altLang="en-US" sz="3500" b="1"/>
              <a:t> </a:t>
            </a:r>
            <a:r>
              <a:rPr lang="en-US" altLang="ko-KR" sz="3500" b="1"/>
              <a:t>(</a:t>
            </a:r>
            <a:r>
              <a:rPr lang="ko-KR" altLang="en-US" sz="3500" b="1"/>
              <a:t>제목</a:t>
            </a:r>
            <a:r>
              <a:rPr lang="en-US" altLang="ko-KR" sz="3500" b="1"/>
              <a:t>:</a:t>
            </a:r>
            <a:r>
              <a:rPr lang="ko-KR" altLang="en-US" sz="3500" b="1"/>
              <a:t>                                     </a:t>
            </a:r>
            <a:r>
              <a:rPr lang="en-US" altLang="ko-KR" sz="3500" b="1"/>
              <a:t>)</a:t>
            </a:r>
            <a:endParaRPr lang="en-US" altLang="ko-KR" sz="3500" b="1"/>
          </a:p>
          <a:p>
            <a:pPr>
              <a:defRPr/>
            </a:pPr>
            <a:r>
              <a:rPr lang="ko-KR" altLang="en-US"/>
              <a:t>파일첨부칸</a:t>
            </a:r>
            <a:endParaRPr lang="ko-KR" altLang="en-US"/>
          </a:p>
        </p:txBody>
      </p:sp>
      <p:sp>
        <p:nvSpPr>
          <p:cNvPr id="58" name="직사각형 30"/>
          <p:cNvSpPr/>
          <p:nvPr/>
        </p:nvSpPr>
        <p:spPr>
          <a:xfrm>
            <a:off x="4914585" y="973709"/>
            <a:ext cx="2561367" cy="312801"/>
          </a:xfrm>
          <a:prstGeom prst="rect">
            <a:avLst/>
          </a:prstGeom>
          <a:solidFill>
            <a:srgbClr val="faf3db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>
                <a:solidFill>
                  <a:schemeClr val="tx1"/>
                </a:solidFill>
              </a:rPr>
              <a:t>.jpg</a:t>
            </a:r>
            <a:endParaRPr lang="en-US" altLang="ko-KR" b="1">
              <a:solidFill>
                <a:schemeClr val="tx1"/>
              </a:solidFill>
            </a:endParaRPr>
          </a:p>
        </p:txBody>
      </p:sp>
      <p:sp>
        <p:nvSpPr>
          <p:cNvPr id="59" name="직사각형 31"/>
          <p:cNvSpPr/>
          <p:nvPr/>
        </p:nvSpPr>
        <p:spPr>
          <a:xfrm>
            <a:off x="1315786" y="2132836"/>
            <a:ext cx="3195993" cy="4248573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ko-KR" altLang="en-US"/>
              <a:t>이미지 </a:t>
            </a: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en-US" altLang="ko-KR"/>
              <a:t>1000</a:t>
            </a:r>
            <a:r>
              <a:rPr lang="ko-KR" altLang="en-US"/>
              <a:t> </a:t>
            </a:r>
            <a:r>
              <a:rPr lang="en-US" altLang="ko-KR"/>
              <a:t>X 700 </a:t>
            </a:r>
            <a:endParaRPr lang="en-US" altLang="ko-KR"/>
          </a:p>
        </p:txBody>
      </p:sp>
      <p:sp>
        <p:nvSpPr>
          <p:cNvPr id="60" name="직사각형 32"/>
          <p:cNvSpPr/>
          <p:nvPr/>
        </p:nvSpPr>
        <p:spPr>
          <a:xfrm>
            <a:off x="4735477" y="2135215"/>
            <a:ext cx="3526677" cy="3054523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 i="1"/>
          </a:p>
          <a:p>
            <a:pPr algn="ctr">
              <a:defRPr/>
            </a:pPr>
            <a:endParaRPr lang="ko-KR" altLang="en-US" i="1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ko-KR" altLang="en-US"/>
              <a:t>이미지 </a:t>
            </a: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en-US" altLang="ko-KR"/>
              <a:t>1000</a:t>
            </a:r>
            <a:r>
              <a:rPr lang="ko-KR" altLang="en-US"/>
              <a:t> </a:t>
            </a:r>
            <a:r>
              <a:rPr lang="en-US" altLang="ko-KR"/>
              <a:t>X 700 </a:t>
            </a:r>
            <a:endParaRPr lang="en-US" altLang="ko-KR"/>
          </a:p>
        </p:txBody>
      </p:sp>
      <p:sp>
        <p:nvSpPr>
          <p:cNvPr id="61" name="직사각형 33"/>
          <p:cNvSpPr/>
          <p:nvPr/>
        </p:nvSpPr>
        <p:spPr>
          <a:xfrm>
            <a:off x="4757432" y="5333656"/>
            <a:ext cx="3504721" cy="109889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글박스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62" name="직사각형 34"/>
          <p:cNvSpPr/>
          <p:nvPr/>
        </p:nvSpPr>
        <p:spPr>
          <a:xfrm>
            <a:off x="6008314" y="1550308"/>
            <a:ext cx="1944270" cy="234184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글박스 추가하기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1127379" y="1459304"/>
            <a:ext cx="9937242" cy="496862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/>
          <p:nvPr/>
        </p:nvSpPr>
        <p:spPr>
          <a:xfrm>
            <a:off x="4832413" y="2701480"/>
            <a:ext cx="2228849" cy="2195512"/>
          </a:xfrm>
          <a:prstGeom prst="plus">
            <a:avLst>
              <a:gd name="adj" fmla="val 43359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/>
          <p:nvPr/>
        </p:nvSpPr>
        <p:spPr>
          <a:xfrm rot="16154264">
            <a:off x="663" y="3034321"/>
            <a:ext cx="1008126" cy="79990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"/>
          <p:cNvSpPr/>
          <p:nvPr/>
        </p:nvSpPr>
        <p:spPr>
          <a:xfrm rot="12671016">
            <a:off x="11046286" y="3029044"/>
            <a:ext cx="1008126" cy="79990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/>
          <p:nvPr/>
        </p:nvSpPr>
        <p:spPr>
          <a:xfrm>
            <a:off x="7536180" y="1787651"/>
            <a:ext cx="1759840" cy="1137285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옆으로 넘겼을때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추가버튼 생김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2548127" y="116586"/>
            <a:ext cx="8516494" cy="1176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&lt;</a:t>
            </a:r>
            <a:r>
              <a:rPr lang="ko-KR" altLang="en-US"/>
              <a:t>제목 </a:t>
            </a:r>
            <a:r>
              <a:rPr lang="en-US" altLang="ko-KR"/>
              <a:t>+</a:t>
            </a:r>
            <a:r>
              <a:rPr lang="ko-KR" altLang="en-US"/>
              <a:t> 썸네일 이미지 첨부 기능</a:t>
            </a:r>
            <a:r>
              <a:rPr lang="en-US" altLang="ko-KR"/>
              <a:t>&gt;</a:t>
            </a: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r>
              <a:rPr lang="ko-KR" altLang="en-US" sz="3500" b="1"/>
              <a:t> </a:t>
            </a:r>
            <a:r>
              <a:rPr lang="en-US" altLang="ko-KR" sz="3500" b="1"/>
              <a:t>(</a:t>
            </a:r>
            <a:r>
              <a:rPr lang="ko-KR" altLang="en-US" sz="3500" b="1"/>
              <a:t>제목</a:t>
            </a:r>
            <a:r>
              <a:rPr lang="en-US" altLang="ko-KR" sz="3500" b="1"/>
              <a:t>:</a:t>
            </a:r>
            <a:r>
              <a:rPr lang="ko-KR" altLang="en-US" sz="3500" b="1"/>
              <a:t>                                     </a:t>
            </a:r>
            <a:r>
              <a:rPr lang="en-US" altLang="ko-KR" sz="3500" b="1"/>
              <a:t>)</a:t>
            </a:r>
            <a:endParaRPr lang="en-US" altLang="ko-KR" sz="3500" b="1"/>
          </a:p>
          <a:p>
            <a:pPr>
              <a:defRPr/>
            </a:pPr>
            <a:r>
              <a:rPr lang="ko-KR" altLang="en-US"/>
              <a:t>파일첨부칸</a:t>
            </a:r>
            <a:endParaRPr lang="ko-KR" altLang="en-US"/>
          </a:p>
        </p:txBody>
      </p:sp>
      <p:sp>
        <p:nvSpPr>
          <p:cNvPr id="31" name=""/>
          <p:cNvSpPr/>
          <p:nvPr/>
        </p:nvSpPr>
        <p:spPr>
          <a:xfrm>
            <a:off x="3791712" y="980694"/>
            <a:ext cx="5904738" cy="312801"/>
          </a:xfrm>
          <a:prstGeom prst="rect">
            <a:avLst/>
          </a:prstGeom>
          <a:solidFill>
            <a:srgbClr val="faf3db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>
                <a:solidFill>
                  <a:schemeClr val="tx1"/>
                </a:solidFill>
              </a:rPr>
              <a:t>.jpg</a:t>
            </a:r>
            <a:endParaRPr lang="en-US" altLang="ko-KR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1217</ep:Words>
  <ep:PresentationFormat>화면 슬라이드 쇼(4:3)</ep:PresentationFormat>
  <ep:Paragraphs>533</ep:Paragraphs>
  <ep:Slides>32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ep:HeadingPairs>
  <ep:TitlesOfParts>
    <vt:vector size="33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2015-12-02T08:34:04.001</dcterms:created>
  <cp:lastModifiedBy>이상민</cp:lastModifiedBy>
  <dcterms:modified xsi:type="dcterms:W3CDTF">2021-06-12T17:00:19.403</dcterms:modified>
  <cp:revision>116</cp:revision>
  <cp:version>1000.0000.01</cp:version>
</cp:coreProperties>
</file>