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1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402"/>
    <p:restoredTop sz="94131"/>
  </p:normalViewPr>
  <p:slideViewPr>
    <p:cSldViewPr snapToObjects="1">
      <p:cViewPr varScale="1">
        <p:scale>
          <a:sx n="100" d="100"/>
          <a:sy n="100" d="100"/>
        </p:scale>
        <p:origin x="0" y="0"/>
      </p:cViewPr>
      <p:guideLst>
        <p:guide orient="horz" pos="214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presProps" Target="presProps.xml"  /><Relationship Id="rId35" Type="http://schemas.openxmlformats.org/officeDocument/2006/relationships/viewProps" Target="viewProps.xml"  /><Relationship Id="rId36" Type="http://schemas.openxmlformats.org/officeDocument/2006/relationships/theme" Target="theme/theme1.xml"  /><Relationship Id="rId37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2021-06-13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jpe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jpe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Relationship Id="rId6" Type="http://schemas.openxmlformats.org/officeDocument/2006/relationships/image" Target="../media/image1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8.jpe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3215639" y="764667"/>
            <a:ext cx="5400676" cy="1296162"/>
          </a:xfrm>
          <a:prstGeom prst="rect">
            <a:avLst/>
          </a:prstGeom>
          <a:solidFill>
            <a:schemeClr val="lt1"/>
          </a:solidFill>
          <a:ln w="635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3500">
                <a:solidFill>
                  <a:schemeClr val="tx1"/>
                </a:solidFill>
              </a:rPr>
              <a:t>모임 진행과정 소개</a:t>
            </a:r>
            <a:endParaRPr lang="ko-KR" altLang="en-US" sz="3500">
              <a:solidFill>
                <a:schemeClr val="tx1"/>
              </a:solidFill>
            </a:endParaRPr>
          </a:p>
        </p:txBody>
      </p:sp>
      <p:sp>
        <p:nvSpPr>
          <p:cNvPr id="4" name=""/>
          <p:cNvSpPr/>
          <p:nvPr/>
        </p:nvSpPr>
        <p:spPr>
          <a:xfrm>
            <a:off x="3215639" y="2852928"/>
            <a:ext cx="5400676" cy="1296162"/>
          </a:xfrm>
          <a:prstGeom prst="rect">
            <a:avLst/>
          </a:prstGeom>
          <a:solidFill>
            <a:schemeClr val="lt1"/>
          </a:solidFill>
          <a:ln w="635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3500">
                <a:solidFill>
                  <a:schemeClr val="tx1"/>
                </a:solidFill>
              </a:rPr>
              <a:t>머신러닝 분류</a:t>
            </a:r>
            <a:endParaRPr lang="ko-KR" altLang="en-US" sz="3500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3215639" y="4869180"/>
            <a:ext cx="5400676" cy="1296162"/>
          </a:xfrm>
          <a:prstGeom prst="rect">
            <a:avLst/>
          </a:prstGeom>
          <a:solidFill>
            <a:schemeClr val="lt1"/>
          </a:solidFill>
          <a:ln w="635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3500">
                <a:solidFill>
                  <a:schemeClr val="tx1"/>
                </a:solidFill>
              </a:rPr>
              <a:t>분류별 설명</a:t>
            </a:r>
            <a:endParaRPr lang="ko-KR" altLang="en-US" sz="3500">
              <a:solidFill>
                <a:schemeClr val="tx1"/>
              </a:solidFill>
            </a:endParaRPr>
          </a:p>
        </p:txBody>
      </p:sp>
      <p:cxnSp>
        <p:nvCxnSpPr>
          <p:cNvPr id="6" name=""/>
          <p:cNvCxnSpPr>
            <a:stCxn id="2" idx="2"/>
            <a:endCxn id="4" idx="0"/>
          </p:cNvCxnSpPr>
          <p:nvPr/>
        </p:nvCxnSpPr>
        <p:spPr>
          <a:xfrm rot="16200000" flipH="1">
            <a:off x="5519927" y="2456878"/>
            <a:ext cx="792099" cy="0"/>
          </a:xfrm>
          <a:prstGeom prst="straightConnector1">
            <a:avLst/>
          </a:prstGeom>
          <a:ln w="63500">
            <a:solidFill>
              <a:schemeClr val="dk1"/>
            </a:solidFill>
            <a:tailEnd type="arrow" w="med" len="med"/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7" name=""/>
          <p:cNvCxnSpPr>
            <a:stCxn id="4" idx="2"/>
            <a:endCxn id="5" idx="0"/>
          </p:cNvCxnSpPr>
          <p:nvPr/>
        </p:nvCxnSpPr>
        <p:spPr>
          <a:xfrm rot="16200000" flipH="1">
            <a:off x="5555932" y="4509135"/>
            <a:ext cx="720090" cy="0"/>
          </a:xfrm>
          <a:prstGeom prst="straightConnector1">
            <a:avLst/>
          </a:prstGeom>
          <a:ln w="63500">
            <a:solidFill>
              <a:schemeClr val="dk1"/>
            </a:solidFill>
            <a:tailEnd type="arrow" w="med" len="med"/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8" y="620649"/>
            <a:ext cx="3044762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모임 진행 소개</a:t>
            </a:r>
            <a:endParaRPr lang="ko-KR" altLang="en-US" sz="3500" b="1"/>
          </a:p>
        </p:txBody>
      </p:sp>
      <p:sp>
        <p:nvSpPr>
          <p:cNvPr id="5" name=""/>
          <p:cNvSpPr txBox="1"/>
          <p:nvPr/>
        </p:nvSpPr>
        <p:spPr>
          <a:xfrm>
            <a:off x="2927604" y="2354770"/>
            <a:ext cx="5917311" cy="297732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2700"/>
              <a:t>머신러닝</a:t>
            </a:r>
            <a:r>
              <a:rPr lang="en-US" altLang="ko-KR" sz="2700"/>
              <a:t>,</a:t>
            </a:r>
            <a:r>
              <a:rPr lang="ko-KR" altLang="en-US" sz="2700"/>
              <a:t> 딥러닝 기본기 다지기</a:t>
            </a:r>
            <a:endParaRPr lang="ko-KR" altLang="en-US" sz="2700"/>
          </a:p>
          <a:p>
            <a:pPr>
              <a:defRPr/>
            </a:pPr>
            <a:endParaRPr lang="ko-KR" altLang="en-US" sz="2700"/>
          </a:p>
          <a:p>
            <a:pPr>
              <a:defRPr/>
            </a:pPr>
            <a:r>
              <a:rPr lang="en-US" altLang="ko-KR" sz="2700"/>
              <a:t>c++</a:t>
            </a:r>
            <a:r>
              <a:rPr lang="ko-KR" altLang="en-US" sz="2700"/>
              <a:t>로 모델 구현해보기</a:t>
            </a:r>
            <a:endParaRPr lang="ko-KR" altLang="en-US" sz="2700"/>
          </a:p>
          <a:p>
            <a:pPr>
              <a:defRPr/>
            </a:pPr>
            <a:endParaRPr lang="ko-KR" altLang="en-US" sz="2700"/>
          </a:p>
          <a:p>
            <a:pPr>
              <a:defRPr/>
            </a:pPr>
            <a:r>
              <a:rPr lang="ko-KR" altLang="en-US" sz="2700"/>
              <a:t>본격 캐글 첫 삽 뜨기</a:t>
            </a:r>
            <a:r>
              <a:rPr lang="en-US" altLang="ko-KR" sz="2700"/>
              <a:t>(</a:t>
            </a:r>
            <a:r>
              <a:rPr lang="ko-KR" altLang="en-US" sz="2700"/>
              <a:t>파이썬으로 진행</a:t>
            </a:r>
            <a:r>
              <a:rPr lang="en-US" altLang="ko-KR" sz="2700"/>
              <a:t>)</a:t>
            </a:r>
            <a:endParaRPr lang="en-US" altLang="ko-KR" sz="2700"/>
          </a:p>
          <a:p>
            <a:pPr>
              <a:defRPr/>
            </a:pPr>
            <a:endParaRPr lang="ko-KR" altLang="en-US" sz="2700"/>
          </a:p>
          <a:p>
            <a:pPr>
              <a:defRPr/>
            </a:pPr>
            <a:r>
              <a:rPr lang="ko-KR" altLang="en-US" sz="2700"/>
              <a:t>같이 메달 따기</a:t>
            </a:r>
            <a:endParaRPr lang="ko-KR" altLang="en-US" sz="2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211008" y="1587244"/>
            <a:ext cx="9769984" cy="35924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300"/>
              <a:t>기계학습  </a:t>
            </a:r>
            <a:r>
              <a:rPr lang="en-US" altLang="ko-KR" sz="2300"/>
              <a:t>:</a:t>
            </a:r>
            <a:r>
              <a:rPr lang="ko-KR" altLang="en-US" sz="2300"/>
              <a:t>  지도학습</a:t>
            </a:r>
            <a:r>
              <a:rPr lang="en-US" altLang="ko-KR" sz="2300"/>
              <a:t>,</a:t>
            </a:r>
            <a:r>
              <a:rPr lang="ko-KR" altLang="en-US" sz="2300"/>
              <a:t> 비지도학습</a:t>
            </a:r>
            <a:r>
              <a:rPr lang="en-US" altLang="ko-KR" sz="2300"/>
              <a:t>,</a:t>
            </a:r>
            <a:r>
              <a:rPr lang="ko-KR" altLang="en-US" sz="2300"/>
              <a:t> 강화학습</a:t>
            </a:r>
            <a:endParaRPr lang="ko-KR" altLang="en-US" sz="2300"/>
          </a:p>
          <a:p>
            <a:pPr>
              <a:defRPr/>
            </a:pPr>
            <a:endParaRPr lang="ko-KR" altLang="en-US" sz="2300"/>
          </a:p>
          <a:p>
            <a:pPr>
              <a:defRPr/>
            </a:pPr>
            <a:r>
              <a:rPr lang="ko-KR" altLang="en-US" sz="2300"/>
              <a:t>   </a:t>
            </a:r>
            <a:r>
              <a:rPr lang="en-US" altLang="ko-KR" sz="2300"/>
              <a:t>-</a:t>
            </a:r>
            <a:r>
              <a:rPr lang="ko-KR" altLang="en-US" sz="2300"/>
              <a:t> 지도학습 </a:t>
            </a:r>
            <a:r>
              <a:rPr lang="en-US" altLang="ko-KR" sz="2300"/>
              <a:t>:</a:t>
            </a:r>
            <a:r>
              <a:rPr lang="ko-KR" altLang="en-US" sz="2300"/>
              <a:t> 분류</a:t>
            </a:r>
            <a:r>
              <a:rPr lang="en-US" altLang="ko-KR" sz="2300"/>
              <a:t> ,</a:t>
            </a:r>
            <a:r>
              <a:rPr lang="ko-KR" altLang="en-US" sz="2300"/>
              <a:t> 회귀          </a:t>
            </a:r>
            <a:r>
              <a:rPr lang="en-US" altLang="ko-KR" sz="2300"/>
              <a:t>//</a:t>
            </a:r>
            <a:r>
              <a:rPr lang="ko-KR" altLang="en-US" sz="2300"/>
              <a:t> 애기한테 가르치는 거</a:t>
            </a:r>
            <a:r>
              <a:rPr lang="en-US" altLang="ko-KR" sz="2300"/>
              <a:t>.</a:t>
            </a:r>
            <a:endParaRPr lang="en-US" altLang="ko-KR" sz="2300"/>
          </a:p>
          <a:p>
            <a:pPr>
              <a:defRPr/>
            </a:pPr>
            <a:r>
              <a:rPr lang="ko-KR" altLang="en-US" sz="2300"/>
              <a:t>  </a:t>
            </a:r>
            <a:endParaRPr lang="en-US" altLang="ko-KR" sz="2300"/>
          </a:p>
          <a:p>
            <a:pPr>
              <a:defRPr/>
            </a:pPr>
            <a:r>
              <a:rPr lang="ko-KR" altLang="en-US" sz="2300"/>
              <a:t>   </a:t>
            </a:r>
            <a:r>
              <a:rPr lang="en-US" altLang="ko-KR" sz="2300"/>
              <a:t>-</a:t>
            </a:r>
            <a:r>
              <a:rPr lang="ko-KR" altLang="en-US" sz="2300"/>
              <a:t> 비지도학습 </a:t>
            </a:r>
            <a:r>
              <a:rPr lang="en-US" altLang="ko-KR" sz="2300"/>
              <a:t>:</a:t>
            </a:r>
            <a:r>
              <a:rPr lang="ko-KR" altLang="en-US" sz="2300"/>
              <a:t> 군집화           </a:t>
            </a:r>
            <a:r>
              <a:rPr lang="en-US" altLang="ko-KR" sz="2300"/>
              <a:t>//</a:t>
            </a:r>
            <a:r>
              <a:rPr lang="ko-KR" altLang="en-US" sz="2300"/>
              <a:t>  알아서 공부하는 것</a:t>
            </a:r>
            <a:r>
              <a:rPr lang="en-US" altLang="ko-KR" sz="2300"/>
              <a:t>.</a:t>
            </a:r>
            <a:endParaRPr lang="en-US" altLang="ko-KR" sz="2300"/>
          </a:p>
          <a:p>
            <a:pPr>
              <a:defRPr/>
            </a:pPr>
            <a:endParaRPr lang="ko-KR" altLang="en-US" sz="2300"/>
          </a:p>
          <a:p>
            <a:pPr>
              <a:defRPr/>
            </a:pPr>
            <a:r>
              <a:rPr lang="ko-KR" altLang="en-US" sz="2300"/>
              <a:t>   </a:t>
            </a:r>
            <a:r>
              <a:rPr lang="en-US" altLang="ko-KR" sz="2300"/>
              <a:t>-</a:t>
            </a:r>
            <a:r>
              <a:rPr lang="ko-KR" altLang="en-US" sz="2300"/>
              <a:t> 강화학습 </a:t>
            </a:r>
            <a:r>
              <a:rPr lang="en-US" altLang="ko-KR" sz="2300"/>
              <a:t>:</a:t>
            </a:r>
            <a:r>
              <a:rPr lang="ko-KR" altLang="en-US" sz="2300"/>
              <a:t> </a:t>
            </a:r>
            <a:r>
              <a:rPr lang="en-US" altLang="ko-KR" sz="2300"/>
              <a:t>Q-Learining,</a:t>
            </a:r>
            <a:r>
              <a:rPr lang="ko-KR" altLang="en-US" sz="2300"/>
              <a:t> </a:t>
            </a:r>
            <a:r>
              <a:rPr lang="en-US" altLang="ko-KR" sz="2300"/>
              <a:t>DQN, Policy based Reinforcement Learning</a:t>
            </a:r>
            <a:endParaRPr lang="en-US" altLang="ko-KR" sz="2300"/>
          </a:p>
          <a:p>
            <a:pPr>
              <a:defRPr/>
            </a:pPr>
            <a:endParaRPr lang="en-US" altLang="ko-KR" sz="2300"/>
          </a:p>
          <a:p>
            <a:pPr>
              <a:defRPr/>
            </a:pPr>
            <a:r>
              <a:rPr lang="ko-KR" altLang="en-US" sz="2300"/>
              <a:t>      </a:t>
            </a:r>
            <a:r>
              <a:rPr lang="en-US" altLang="ko-KR" sz="2300"/>
              <a:t>//</a:t>
            </a:r>
            <a:r>
              <a:rPr lang="ko-KR" altLang="en-US" sz="2300"/>
              <a:t> 카트라이더 타임어택  같은 트랙에서 시간을 줄이는 거</a:t>
            </a:r>
            <a:r>
              <a:rPr lang="en-US" altLang="ko-KR" sz="2300"/>
              <a:t>.</a:t>
            </a:r>
            <a:endParaRPr lang="en-US" altLang="ko-KR" sz="2300"/>
          </a:p>
          <a:p>
            <a:pPr>
              <a:defRPr/>
            </a:pPr>
            <a:endParaRPr lang="en-US" altLang="ko-KR" sz="2300"/>
          </a:p>
        </p:txBody>
      </p:sp>
      <p:sp>
        <p:nvSpPr>
          <p:cNvPr id="5" name=""/>
          <p:cNvSpPr txBox="1"/>
          <p:nvPr/>
        </p:nvSpPr>
        <p:spPr>
          <a:xfrm>
            <a:off x="666178" y="620649"/>
            <a:ext cx="2911412" cy="615696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3500" b="1"/>
              <a:t>머신러닝 분류</a:t>
            </a:r>
            <a:endParaRPr lang="ko-KR" altLang="en-US" sz="3500" b="1"/>
          </a:p>
        </p:txBody>
      </p:sp>
      <p:sp>
        <p:nvSpPr>
          <p:cNvPr id="6" name=""/>
          <p:cNvSpPr txBox="1"/>
          <p:nvPr/>
        </p:nvSpPr>
        <p:spPr>
          <a:xfrm>
            <a:off x="5159883" y="620649"/>
            <a:ext cx="6085332" cy="35852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// </a:t>
            </a:r>
            <a:r>
              <a:rPr lang="ko-KR" altLang="en-US"/>
              <a:t>데이터가 주어지면 그 다음 데이터의 결과를 예측하는 것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3647694" y="1916811"/>
            <a:ext cx="4229481" cy="374446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 txBox="1"/>
          <p:nvPr/>
        </p:nvSpPr>
        <p:spPr>
          <a:xfrm>
            <a:off x="666178" y="620649"/>
            <a:ext cx="2854262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분류별 설명 </a:t>
            </a:r>
            <a:r>
              <a:rPr lang="en-US" altLang="ko-KR" sz="3500" b="1"/>
              <a:t>1</a:t>
            </a:r>
            <a:endParaRPr lang="en-US" altLang="ko-KR" sz="3500" b="1"/>
          </a:p>
        </p:txBody>
      </p:sp>
      <p:sp>
        <p:nvSpPr>
          <p:cNvPr id="7" name=""/>
          <p:cNvSpPr/>
          <p:nvPr/>
        </p:nvSpPr>
        <p:spPr>
          <a:xfrm>
            <a:off x="2133749" y="3789045"/>
            <a:ext cx="937873" cy="79209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 txBox="1"/>
          <p:nvPr/>
        </p:nvSpPr>
        <p:spPr>
          <a:xfrm>
            <a:off x="129274" y="2641472"/>
            <a:ext cx="1495690" cy="64274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고양이</a:t>
            </a:r>
            <a:r>
              <a:rPr lang="en-US" altLang="ko-KR"/>
              <a:t>,</a:t>
            </a:r>
            <a:r>
              <a:rPr lang="ko-KR" altLang="en-US"/>
              <a:t> 개의 </a:t>
            </a:r>
            <a:endParaRPr lang="ko-KR" altLang="en-US"/>
          </a:p>
          <a:p>
            <a:pPr>
              <a:defRPr/>
            </a:pPr>
            <a:r>
              <a:rPr lang="ko-KR" altLang="en-US"/>
              <a:t>데이터셋</a:t>
            </a:r>
            <a:endParaRPr lang="ko-KR" altLang="en-US"/>
          </a:p>
        </p:txBody>
      </p:sp>
      <p:sp>
        <p:nvSpPr>
          <p:cNvPr id="11" name=""/>
          <p:cNvSpPr/>
          <p:nvPr/>
        </p:nvSpPr>
        <p:spPr>
          <a:xfrm>
            <a:off x="9048370" y="2924937"/>
            <a:ext cx="1961007" cy="165620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실제 사진 개</a:t>
            </a:r>
            <a:endParaRPr lang="ko-KR" altLang="en-US"/>
          </a:p>
          <a:p>
            <a:pPr algn="ctr">
              <a:defRPr/>
            </a:pPr>
            <a:endParaRPr lang="ko-KR" altLang="en-US"/>
          </a:p>
          <a:p>
            <a:pPr algn="ctr">
              <a:defRPr/>
            </a:pPr>
            <a:r>
              <a:rPr lang="ko-KR" altLang="en-US"/>
              <a:t>모델 만든 답 </a:t>
            </a:r>
            <a:r>
              <a:rPr lang="en-US" altLang="ko-KR"/>
              <a:t>: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 고양이</a:t>
            </a:r>
            <a:endParaRPr lang="ko-KR" altLang="en-US"/>
          </a:p>
        </p:txBody>
      </p:sp>
      <p:sp>
        <p:nvSpPr>
          <p:cNvPr id="12" name=""/>
          <p:cNvSpPr/>
          <p:nvPr/>
        </p:nvSpPr>
        <p:spPr>
          <a:xfrm>
            <a:off x="3772662" y="2960941"/>
            <a:ext cx="1855470" cy="183622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/>
          <p:nvPr/>
        </p:nvSpPr>
        <p:spPr>
          <a:xfrm>
            <a:off x="5805678" y="2960941"/>
            <a:ext cx="1855470" cy="1836229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/>
          <p:nvPr/>
        </p:nvSpPr>
        <p:spPr>
          <a:xfrm>
            <a:off x="272244" y="3429000"/>
            <a:ext cx="1209751" cy="1152143"/>
          </a:xfrm>
          <a:prstGeom prst="cube">
            <a:avLst>
              <a:gd name="adj" fmla="val 25000"/>
            </a:avLst>
          </a:prstGeom>
          <a:solidFill>
            <a:schemeClr val="accent3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 txBox="1"/>
          <p:nvPr/>
        </p:nvSpPr>
        <p:spPr>
          <a:xfrm>
            <a:off x="1909953" y="3246786"/>
            <a:ext cx="1449705" cy="36442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고양이 </a:t>
            </a:r>
            <a:r>
              <a:rPr lang="en-US" altLang="ko-KR"/>
              <a:t>or </a:t>
            </a:r>
            <a:r>
              <a:rPr lang="ko-KR" altLang="en-US"/>
              <a:t>개</a:t>
            </a:r>
            <a:endParaRPr lang="ko-KR" altLang="en-US"/>
          </a:p>
        </p:txBody>
      </p:sp>
      <p:cxnSp>
        <p:nvCxnSpPr>
          <p:cNvPr id="18" name=""/>
          <p:cNvCxnSpPr>
            <a:endCxn id="7" idx="1"/>
          </p:cNvCxnSpPr>
          <p:nvPr/>
        </p:nvCxnSpPr>
        <p:spPr>
          <a:xfrm>
            <a:off x="1271397" y="4185094"/>
            <a:ext cx="862352" cy="0"/>
          </a:xfrm>
          <a:prstGeom prst="straightConnector1">
            <a:avLst/>
          </a:prstGeom>
          <a:ln w="635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"/>
          <p:cNvSpPr txBox="1"/>
          <p:nvPr/>
        </p:nvSpPr>
        <p:spPr>
          <a:xfrm>
            <a:off x="4700397" y="1340739"/>
            <a:ext cx="925068" cy="36442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임의의 </a:t>
            </a:r>
            <a:endParaRPr lang="ko-KR" altLang="en-US"/>
          </a:p>
        </p:txBody>
      </p:sp>
      <p:cxnSp>
        <p:nvCxnSpPr>
          <p:cNvPr id="21" name=""/>
          <p:cNvCxnSpPr/>
          <p:nvPr/>
        </p:nvCxnSpPr>
        <p:spPr>
          <a:xfrm>
            <a:off x="2928482" y="4005071"/>
            <a:ext cx="862352" cy="0"/>
          </a:xfrm>
          <a:prstGeom prst="straightConnector1">
            <a:avLst/>
          </a:prstGeom>
          <a:ln w="635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"/>
          <p:cNvCxnSpPr/>
          <p:nvPr/>
        </p:nvCxnSpPr>
        <p:spPr>
          <a:xfrm>
            <a:off x="7877174" y="3879055"/>
            <a:ext cx="1396178" cy="0"/>
          </a:xfrm>
          <a:prstGeom prst="straightConnector1">
            <a:avLst/>
          </a:prstGeom>
          <a:ln w="635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8" y="620649"/>
            <a:ext cx="2854262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분류별 설명 </a:t>
            </a:r>
            <a:r>
              <a:rPr lang="en-US" altLang="ko-KR" sz="3500" b="1"/>
              <a:t>2</a:t>
            </a:r>
            <a:endParaRPr lang="en-US" altLang="ko-KR" sz="3500" b="1"/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1631442" y="3429000"/>
          <a:ext cx="9865231" cy="212725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31807"/>
                <a:gridCol w="1288508"/>
                <a:gridCol w="1800224"/>
                <a:gridCol w="2088260"/>
                <a:gridCol w="1800225"/>
                <a:gridCol w="1656207"/>
              </a:tblGrid>
              <a:tr h="6438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분류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습함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바람이 많이 붐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비싼 옷을 샀다</a:t>
                      </a:r>
                      <a:r>
                        <a:rPr lang="en-US" altLang="ko-KR"/>
                        <a:t>.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비가 옴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결과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외출 여부</a:t>
                      </a:r>
                      <a:r>
                        <a:rPr lang="en-US" altLang="ko-KR"/>
                        <a:t>)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사람 </a:t>
                      </a:r>
                      <a:r>
                        <a:rPr lang="en-US" altLang="ko-KR"/>
                        <a:t>1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사람 </a:t>
                      </a:r>
                      <a:r>
                        <a:rPr lang="en-US" altLang="ko-KR"/>
                        <a:t>2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사람 </a:t>
                      </a:r>
                      <a:r>
                        <a:rPr lang="en-US" altLang="ko-KR"/>
                        <a:t>3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사람 </a:t>
                      </a:r>
                      <a:r>
                        <a:rPr lang="en-US" altLang="ko-KR"/>
                        <a:t>N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X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O,X</a:t>
                      </a:r>
                      <a:r>
                        <a:rPr lang="ko-KR" altLang="en-US"/>
                        <a:t> 예측</a:t>
                      </a: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6" name=""/>
          <p:cNvSpPr txBox="1"/>
          <p:nvPr/>
        </p:nvSpPr>
        <p:spPr>
          <a:xfrm>
            <a:off x="1378934" y="2348865"/>
            <a:ext cx="9161431" cy="62103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3500" b="1"/>
              <a:t>분류    날씨의 영향으로 외출 할지 생각해볼 때</a:t>
            </a:r>
            <a:endParaRPr lang="ko-KR" altLang="en-US" sz="35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8" y="620649"/>
            <a:ext cx="2482787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분류별 설명</a:t>
            </a:r>
            <a:endParaRPr lang="ko-KR" altLang="en-US" sz="3500" b="1"/>
          </a:p>
        </p:txBody>
      </p:sp>
      <p:sp>
        <p:nvSpPr>
          <p:cNvPr id="5" name=""/>
          <p:cNvSpPr txBox="1"/>
          <p:nvPr/>
        </p:nvSpPr>
        <p:spPr>
          <a:xfrm>
            <a:off x="666178" y="1894331"/>
            <a:ext cx="1189006" cy="6210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회귀 </a:t>
            </a:r>
            <a:endParaRPr lang="ko-KR" altLang="en-US" sz="3500" b="1"/>
          </a:p>
        </p:txBody>
      </p:sp>
      <p:sp>
        <p:nvSpPr>
          <p:cNvPr id="6" name=""/>
          <p:cNvSpPr/>
          <p:nvPr/>
        </p:nvSpPr>
        <p:spPr>
          <a:xfrm>
            <a:off x="3148965" y="2204847"/>
            <a:ext cx="7056882" cy="3866007"/>
          </a:xfrm>
          <a:custGeom>
            <a:avLst/>
            <a:gdLst>
              <a:gd name="connsiteX0" fmla="*/ -2994 w 7409241"/>
              <a:gd name="connsiteY0" fmla="*/ 2966839 h 3612951"/>
              <a:gd name="connsiteX1" fmla="*/ 46615 w 7409241"/>
              <a:gd name="connsiteY1" fmla="*/ 2986683 h 3612951"/>
              <a:gd name="connsiteX2" fmla="*/ 56537 w 7409241"/>
              <a:gd name="connsiteY2" fmla="*/ 2996605 h 3612951"/>
              <a:gd name="connsiteX3" fmla="*/ 76381 w 7409241"/>
              <a:gd name="connsiteY3" fmla="*/ 3006527 h 3612951"/>
              <a:gd name="connsiteX4" fmla="*/ 463334 w 7409241"/>
              <a:gd name="connsiteY4" fmla="*/ 3006527 h 3612951"/>
              <a:gd name="connsiteX5" fmla="*/ 522865 w 7409241"/>
              <a:gd name="connsiteY5" fmla="*/ 2986683 h 3612951"/>
              <a:gd name="connsiteX6" fmla="*/ 572475 w 7409241"/>
              <a:gd name="connsiteY6" fmla="*/ 2986683 h 3612951"/>
              <a:gd name="connsiteX7" fmla="*/ 641928 w 7409241"/>
              <a:gd name="connsiteY7" fmla="*/ 2966839 h 3612951"/>
              <a:gd name="connsiteX8" fmla="*/ 701459 w 7409241"/>
              <a:gd name="connsiteY8" fmla="*/ 2956917 h 3612951"/>
              <a:gd name="connsiteX9" fmla="*/ 751068 w 7409241"/>
              <a:gd name="connsiteY9" fmla="*/ 2956917 h 3612951"/>
              <a:gd name="connsiteX10" fmla="*/ 760990 w 7409241"/>
              <a:gd name="connsiteY10" fmla="*/ 2946996 h 3612951"/>
              <a:gd name="connsiteX11" fmla="*/ 770912 w 7409241"/>
              <a:gd name="connsiteY11" fmla="*/ 2946996 h 3612951"/>
              <a:gd name="connsiteX12" fmla="*/ 810600 w 7409241"/>
              <a:gd name="connsiteY12" fmla="*/ 2937074 h 3612951"/>
              <a:gd name="connsiteX13" fmla="*/ 850287 w 7409241"/>
              <a:gd name="connsiteY13" fmla="*/ 2937074 h 3612951"/>
              <a:gd name="connsiteX14" fmla="*/ 889975 w 7409241"/>
              <a:gd name="connsiteY14" fmla="*/ 2917230 h 3612951"/>
              <a:gd name="connsiteX15" fmla="*/ 919740 w 7409241"/>
              <a:gd name="connsiteY15" fmla="*/ 2907308 h 3612951"/>
              <a:gd name="connsiteX16" fmla="*/ 959428 w 7409241"/>
              <a:gd name="connsiteY16" fmla="*/ 2887464 h 3612951"/>
              <a:gd name="connsiteX17" fmla="*/ 989193 w 7409241"/>
              <a:gd name="connsiteY17" fmla="*/ 2877542 h 3612951"/>
              <a:gd name="connsiteX18" fmla="*/ 1038803 w 7409241"/>
              <a:gd name="connsiteY18" fmla="*/ 2857699 h 3612951"/>
              <a:gd name="connsiteX19" fmla="*/ 1068568 w 7409241"/>
              <a:gd name="connsiteY19" fmla="*/ 2837855 h 3612951"/>
              <a:gd name="connsiteX20" fmla="*/ 1108256 w 7409241"/>
              <a:gd name="connsiteY20" fmla="*/ 2818011 h 3612951"/>
              <a:gd name="connsiteX21" fmla="*/ 1138021 w 7409241"/>
              <a:gd name="connsiteY21" fmla="*/ 2798167 h 3612951"/>
              <a:gd name="connsiteX22" fmla="*/ 1167787 w 7409241"/>
              <a:gd name="connsiteY22" fmla="*/ 2788245 h 3612951"/>
              <a:gd name="connsiteX23" fmla="*/ 1197553 w 7409241"/>
              <a:gd name="connsiteY23" fmla="*/ 2768402 h 3612951"/>
              <a:gd name="connsiteX24" fmla="*/ 1237240 w 7409241"/>
              <a:gd name="connsiteY24" fmla="*/ 2738636 h 3612951"/>
              <a:gd name="connsiteX25" fmla="*/ 1247162 w 7409241"/>
              <a:gd name="connsiteY25" fmla="*/ 2728714 h 3612951"/>
              <a:gd name="connsiteX26" fmla="*/ 1276928 w 7409241"/>
              <a:gd name="connsiteY26" fmla="*/ 2708870 h 3612951"/>
              <a:gd name="connsiteX27" fmla="*/ 1306693 w 7409241"/>
              <a:gd name="connsiteY27" fmla="*/ 2698949 h 3612951"/>
              <a:gd name="connsiteX28" fmla="*/ 1326537 w 7409241"/>
              <a:gd name="connsiteY28" fmla="*/ 2679105 h 3612951"/>
              <a:gd name="connsiteX29" fmla="*/ 1346381 w 7409241"/>
              <a:gd name="connsiteY29" fmla="*/ 2659261 h 3612951"/>
              <a:gd name="connsiteX30" fmla="*/ 1366225 w 7409241"/>
              <a:gd name="connsiteY30" fmla="*/ 2639417 h 3612951"/>
              <a:gd name="connsiteX31" fmla="*/ 1395990 w 7409241"/>
              <a:gd name="connsiteY31" fmla="*/ 2619573 h 3612951"/>
              <a:gd name="connsiteX32" fmla="*/ 1415834 w 7409241"/>
              <a:gd name="connsiteY32" fmla="*/ 2599730 h 3612951"/>
              <a:gd name="connsiteX33" fmla="*/ 1415834 w 7409241"/>
              <a:gd name="connsiteY33" fmla="*/ 2589808 h 3612951"/>
              <a:gd name="connsiteX34" fmla="*/ 1435678 w 7409241"/>
              <a:gd name="connsiteY34" fmla="*/ 2569964 h 3612951"/>
              <a:gd name="connsiteX35" fmla="*/ 1475365 w 7409241"/>
              <a:gd name="connsiteY35" fmla="*/ 2540198 h 3612951"/>
              <a:gd name="connsiteX36" fmla="*/ 1495209 w 7409241"/>
              <a:gd name="connsiteY36" fmla="*/ 2520355 h 3612951"/>
              <a:gd name="connsiteX37" fmla="*/ 1515053 w 7409241"/>
              <a:gd name="connsiteY37" fmla="*/ 2500511 h 3612951"/>
              <a:gd name="connsiteX38" fmla="*/ 1534897 w 7409241"/>
              <a:gd name="connsiteY38" fmla="*/ 2470745 h 3612951"/>
              <a:gd name="connsiteX39" fmla="*/ 1544818 w 7409241"/>
              <a:gd name="connsiteY39" fmla="*/ 2440980 h 3612951"/>
              <a:gd name="connsiteX40" fmla="*/ 1574584 w 7409241"/>
              <a:gd name="connsiteY40" fmla="*/ 2421136 h 3612951"/>
              <a:gd name="connsiteX41" fmla="*/ 1584506 w 7409241"/>
              <a:gd name="connsiteY41" fmla="*/ 2401292 h 3612951"/>
              <a:gd name="connsiteX42" fmla="*/ 1584506 w 7409241"/>
              <a:gd name="connsiteY42" fmla="*/ 2381448 h 3612951"/>
              <a:gd name="connsiteX43" fmla="*/ 1614271 w 7409241"/>
              <a:gd name="connsiteY43" fmla="*/ 2361605 h 3612951"/>
              <a:gd name="connsiteX44" fmla="*/ 1624193 w 7409241"/>
              <a:gd name="connsiteY44" fmla="*/ 2331839 h 3612951"/>
              <a:gd name="connsiteX45" fmla="*/ 1653959 w 7409241"/>
              <a:gd name="connsiteY45" fmla="*/ 2292151 h 3612951"/>
              <a:gd name="connsiteX46" fmla="*/ 1683725 w 7409241"/>
              <a:gd name="connsiteY46" fmla="*/ 2272307 h 3612951"/>
              <a:gd name="connsiteX47" fmla="*/ 1703568 w 7409241"/>
              <a:gd name="connsiteY47" fmla="*/ 2242542 h 3612951"/>
              <a:gd name="connsiteX48" fmla="*/ 1713490 w 7409241"/>
              <a:gd name="connsiteY48" fmla="*/ 2212776 h 3612951"/>
              <a:gd name="connsiteX49" fmla="*/ 1723412 w 7409241"/>
              <a:gd name="connsiteY49" fmla="*/ 2192933 h 3612951"/>
              <a:gd name="connsiteX50" fmla="*/ 1753178 w 7409241"/>
              <a:gd name="connsiteY50" fmla="*/ 2163167 h 3612951"/>
              <a:gd name="connsiteX51" fmla="*/ 1802787 w 7409241"/>
              <a:gd name="connsiteY51" fmla="*/ 2083792 h 3612951"/>
              <a:gd name="connsiteX52" fmla="*/ 1832553 w 7409241"/>
              <a:gd name="connsiteY52" fmla="*/ 2044104 h 3612951"/>
              <a:gd name="connsiteX53" fmla="*/ 1872240 w 7409241"/>
              <a:gd name="connsiteY53" fmla="*/ 1994495 h 3612951"/>
              <a:gd name="connsiteX54" fmla="*/ 1902006 w 7409241"/>
              <a:gd name="connsiteY54" fmla="*/ 1954808 h 3612951"/>
              <a:gd name="connsiteX55" fmla="*/ 1902006 w 7409241"/>
              <a:gd name="connsiteY55" fmla="*/ 1944885 h 3612951"/>
              <a:gd name="connsiteX56" fmla="*/ 1951615 w 7409241"/>
              <a:gd name="connsiteY56" fmla="*/ 1885354 h 3612951"/>
              <a:gd name="connsiteX57" fmla="*/ 1981381 w 7409241"/>
              <a:gd name="connsiteY57" fmla="*/ 1855589 h 3612951"/>
              <a:gd name="connsiteX58" fmla="*/ 2011146 w 7409241"/>
              <a:gd name="connsiteY58" fmla="*/ 1815901 h 3612951"/>
              <a:gd name="connsiteX59" fmla="*/ 2040912 w 7409241"/>
              <a:gd name="connsiteY59" fmla="*/ 1776214 h 3612951"/>
              <a:gd name="connsiteX60" fmla="*/ 2070678 w 7409241"/>
              <a:gd name="connsiteY60" fmla="*/ 1746448 h 3612951"/>
              <a:gd name="connsiteX61" fmla="*/ 2100443 w 7409241"/>
              <a:gd name="connsiteY61" fmla="*/ 1706761 h 3612951"/>
              <a:gd name="connsiteX62" fmla="*/ 2140131 w 7409241"/>
              <a:gd name="connsiteY62" fmla="*/ 1686917 h 3612951"/>
              <a:gd name="connsiteX63" fmla="*/ 2169896 w 7409241"/>
              <a:gd name="connsiteY63" fmla="*/ 1647229 h 3612951"/>
              <a:gd name="connsiteX64" fmla="*/ 2189740 w 7409241"/>
              <a:gd name="connsiteY64" fmla="*/ 1607542 h 3612951"/>
              <a:gd name="connsiteX65" fmla="*/ 2219506 w 7409241"/>
              <a:gd name="connsiteY65" fmla="*/ 1577776 h 3612951"/>
              <a:gd name="connsiteX66" fmla="*/ 2279037 w 7409241"/>
              <a:gd name="connsiteY66" fmla="*/ 1508323 h 3612951"/>
              <a:gd name="connsiteX67" fmla="*/ 2328646 w 7409241"/>
              <a:gd name="connsiteY67" fmla="*/ 1458714 h 3612951"/>
              <a:gd name="connsiteX68" fmla="*/ 2348490 w 7409241"/>
              <a:gd name="connsiteY68" fmla="*/ 1419026 h 3612951"/>
              <a:gd name="connsiteX69" fmla="*/ 2378256 w 7409241"/>
              <a:gd name="connsiteY69" fmla="*/ 1389261 h 3612951"/>
              <a:gd name="connsiteX70" fmla="*/ 2408021 w 7409241"/>
              <a:gd name="connsiteY70" fmla="*/ 1359495 h 3612951"/>
              <a:gd name="connsiteX71" fmla="*/ 2437787 w 7409241"/>
              <a:gd name="connsiteY71" fmla="*/ 1319807 h 3612951"/>
              <a:gd name="connsiteX72" fmla="*/ 2457631 w 7409241"/>
              <a:gd name="connsiteY72" fmla="*/ 1280120 h 3612951"/>
              <a:gd name="connsiteX73" fmla="*/ 2477474 w 7409241"/>
              <a:gd name="connsiteY73" fmla="*/ 1250354 h 3612951"/>
              <a:gd name="connsiteX74" fmla="*/ 2507240 w 7409241"/>
              <a:gd name="connsiteY74" fmla="*/ 1220589 h 3612951"/>
              <a:gd name="connsiteX75" fmla="*/ 2527084 w 7409241"/>
              <a:gd name="connsiteY75" fmla="*/ 1180901 h 3612951"/>
              <a:gd name="connsiteX76" fmla="*/ 2556850 w 7409241"/>
              <a:gd name="connsiteY76" fmla="*/ 1161057 h 3612951"/>
              <a:gd name="connsiteX77" fmla="*/ 2606459 w 7409241"/>
              <a:gd name="connsiteY77" fmla="*/ 1081682 h 3612951"/>
              <a:gd name="connsiteX78" fmla="*/ 2646146 w 7409241"/>
              <a:gd name="connsiteY78" fmla="*/ 1022151 h 3612951"/>
              <a:gd name="connsiteX79" fmla="*/ 2675912 w 7409241"/>
              <a:gd name="connsiteY79" fmla="*/ 972542 h 3612951"/>
              <a:gd name="connsiteX80" fmla="*/ 2705678 w 7409241"/>
              <a:gd name="connsiteY80" fmla="*/ 932854 h 3612951"/>
              <a:gd name="connsiteX81" fmla="*/ 2735443 w 7409241"/>
              <a:gd name="connsiteY81" fmla="*/ 893167 h 3612951"/>
              <a:gd name="connsiteX82" fmla="*/ 2755287 w 7409241"/>
              <a:gd name="connsiteY82" fmla="*/ 853480 h 3612951"/>
              <a:gd name="connsiteX83" fmla="*/ 2775130 w 7409241"/>
              <a:gd name="connsiteY83" fmla="*/ 823714 h 3612951"/>
              <a:gd name="connsiteX84" fmla="*/ 2814818 w 7409241"/>
              <a:gd name="connsiteY84" fmla="*/ 784026 h 3612951"/>
              <a:gd name="connsiteX85" fmla="*/ 2834662 w 7409241"/>
              <a:gd name="connsiteY85" fmla="*/ 754261 h 3612951"/>
              <a:gd name="connsiteX86" fmla="*/ 2864427 w 7409241"/>
              <a:gd name="connsiteY86" fmla="*/ 714573 h 3612951"/>
              <a:gd name="connsiteX87" fmla="*/ 2894194 w 7409241"/>
              <a:gd name="connsiteY87" fmla="*/ 664964 h 3612951"/>
              <a:gd name="connsiteX88" fmla="*/ 2914037 w 7409241"/>
              <a:gd name="connsiteY88" fmla="*/ 635198 h 3612951"/>
              <a:gd name="connsiteX89" fmla="*/ 2933881 w 7409241"/>
              <a:gd name="connsiteY89" fmla="*/ 605432 h 3612951"/>
              <a:gd name="connsiteX90" fmla="*/ 2953724 w 7409241"/>
              <a:gd name="connsiteY90" fmla="*/ 585589 h 3612951"/>
              <a:gd name="connsiteX91" fmla="*/ 2993412 w 7409241"/>
              <a:gd name="connsiteY91" fmla="*/ 535979 h 3612951"/>
              <a:gd name="connsiteX92" fmla="*/ 3023178 w 7409241"/>
              <a:gd name="connsiteY92" fmla="*/ 486370 h 3612951"/>
              <a:gd name="connsiteX93" fmla="*/ 3052943 w 7409241"/>
              <a:gd name="connsiteY93" fmla="*/ 446682 h 3612951"/>
              <a:gd name="connsiteX94" fmla="*/ 3072787 w 7409241"/>
              <a:gd name="connsiteY94" fmla="*/ 426839 h 3612951"/>
              <a:gd name="connsiteX95" fmla="*/ 3092631 w 7409241"/>
              <a:gd name="connsiteY95" fmla="*/ 406995 h 3612951"/>
              <a:gd name="connsiteX96" fmla="*/ 3122396 w 7409241"/>
              <a:gd name="connsiteY96" fmla="*/ 377229 h 3612951"/>
              <a:gd name="connsiteX97" fmla="*/ 3142240 w 7409241"/>
              <a:gd name="connsiteY97" fmla="*/ 357386 h 3612951"/>
              <a:gd name="connsiteX98" fmla="*/ 3172006 w 7409241"/>
              <a:gd name="connsiteY98" fmla="*/ 317698 h 3612951"/>
              <a:gd name="connsiteX99" fmla="*/ 3191849 w 7409241"/>
              <a:gd name="connsiteY99" fmla="*/ 297854 h 3612951"/>
              <a:gd name="connsiteX100" fmla="*/ 3211693 w 7409241"/>
              <a:gd name="connsiteY100" fmla="*/ 278010 h 3612951"/>
              <a:gd name="connsiteX101" fmla="*/ 3231537 w 7409241"/>
              <a:gd name="connsiteY101" fmla="*/ 258167 h 3612951"/>
              <a:gd name="connsiteX102" fmla="*/ 3251380 w 7409241"/>
              <a:gd name="connsiteY102" fmla="*/ 238323 h 3612951"/>
              <a:gd name="connsiteX103" fmla="*/ 3271225 w 7409241"/>
              <a:gd name="connsiteY103" fmla="*/ 218479 h 3612951"/>
              <a:gd name="connsiteX104" fmla="*/ 3281146 w 7409241"/>
              <a:gd name="connsiteY104" fmla="*/ 198635 h 3612951"/>
              <a:gd name="connsiteX105" fmla="*/ 3320834 w 7409241"/>
              <a:gd name="connsiteY105" fmla="*/ 158948 h 3612951"/>
              <a:gd name="connsiteX106" fmla="*/ 3340677 w 7409241"/>
              <a:gd name="connsiteY106" fmla="*/ 149026 h 3612951"/>
              <a:gd name="connsiteX107" fmla="*/ 3360521 w 7409241"/>
              <a:gd name="connsiteY107" fmla="*/ 129182 h 3612951"/>
              <a:gd name="connsiteX108" fmla="*/ 3380365 w 7409241"/>
              <a:gd name="connsiteY108" fmla="*/ 119261 h 3612951"/>
              <a:gd name="connsiteX109" fmla="*/ 3390287 w 7409241"/>
              <a:gd name="connsiteY109" fmla="*/ 109339 h 3612951"/>
              <a:gd name="connsiteX110" fmla="*/ 3410131 w 7409241"/>
              <a:gd name="connsiteY110" fmla="*/ 89495 h 3612951"/>
              <a:gd name="connsiteX111" fmla="*/ 3429974 w 7409241"/>
              <a:gd name="connsiteY111" fmla="*/ 79573 h 3612951"/>
              <a:gd name="connsiteX112" fmla="*/ 3459740 w 7409241"/>
              <a:gd name="connsiteY112" fmla="*/ 69651 h 3612951"/>
              <a:gd name="connsiteX113" fmla="*/ 3479584 w 7409241"/>
              <a:gd name="connsiteY113" fmla="*/ 59729 h 3612951"/>
              <a:gd name="connsiteX114" fmla="*/ 3509349 w 7409241"/>
              <a:gd name="connsiteY114" fmla="*/ 49807 h 3612951"/>
              <a:gd name="connsiteX115" fmla="*/ 3539115 w 7409241"/>
              <a:gd name="connsiteY115" fmla="*/ 29964 h 3612951"/>
              <a:gd name="connsiteX116" fmla="*/ 3568881 w 7409241"/>
              <a:gd name="connsiteY116" fmla="*/ 29964 h 3612951"/>
              <a:gd name="connsiteX117" fmla="*/ 3608568 w 7409241"/>
              <a:gd name="connsiteY117" fmla="*/ 20042 h 3612951"/>
              <a:gd name="connsiteX118" fmla="*/ 3678021 w 7409241"/>
              <a:gd name="connsiteY118" fmla="*/ 10120 h 3612951"/>
              <a:gd name="connsiteX119" fmla="*/ 3717709 w 7409241"/>
              <a:gd name="connsiteY119" fmla="*/ 198 h 3612951"/>
              <a:gd name="connsiteX120" fmla="*/ 4074897 w 7409241"/>
              <a:gd name="connsiteY120" fmla="*/ 198 h 3612951"/>
              <a:gd name="connsiteX121" fmla="*/ 4144349 w 7409241"/>
              <a:gd name="connsiteY121" fmla="*/ 10120 h 3612951"/>
              <a:gd name="connsiteX122" fmla="*/ 4193959 w 7409241"/>
              <a:gd name="connsiteY122" fmla="*/ 20042 h 3612951"/>
              <a:gd name="connsiteX123" fmla="*/ 4273335 w 7409241"/>
              <a:gd name="connsiteY123" fmla="*/ 49807 h 3612951"/>
              <a:gd name="connsiteX124" fmla="*/ 4313022 w 7409241"/>
              <a:gd name="connsiteY124" fmla="*/ 49807 h 3612951"/>
              <a:gd name="connsiteX125" fmla="*/ 4362631 w 7409241"/>
              <a:gd name="connsiteY125" fmla="*/ 69651 h 3612951"/>
              <a:gd name="connsiteX126" fmla="*/ 4402319 w 7409241"/>
              <a:gd name="connsiteY126" fmla="*/ 89495 h 3612951"/>
              <a:gd name="connsiteX127" fmla="*/ 4432085 w 7409241"/>
              <a:gd name="connsiteY127" fmla="*/ 109339 h 3612951"/>
              <a:gd name="connsiteX128" fmla="*/ 4481694 w 7409241"/>
              <a:gd name="connsiteY128" fmla="*/ 129182 h 3612951"/>
              <a:gd name="connsiteX129" fmla="*/ 4511459 w 7409241"/>
              <a:gd name="connsiteY129" fmla="*/ 139104 h 3612951"/>
              <a:gd name="connsiteX130" fmla="*/ 4541225 w 7409241"/>
              <a:gd name="connsiteY130" fmla="*/ 158948 h 3612951"/>
              <a:gd name="connsiteX131" fmla="*/ 4580913 w 7409241"/>
              <a:gd name="connsiteY131" fmla="*/ 178792 h 3612951"/>
              <a:gd name="connsiteX132" fmla="*/ 4610679 w 7409241"/>
              <a:gd name="connsiteY132" fmla="*/ 198635 h 3612951"/>
              <a:gd name="connsiteX133" fmla="*/ 4640444 w 7409241"/>
              <a:gd name="connsiteY133" fmla="*/ 218479 h 3612951"/>
              <a:gd name="connsiteX134" fmla="*/ 4670209 w 7409241"/>
              <a:gd name="connsiteY134" fmla="*/ 248245 h 3612951"/>
              <a:gd name="connsiteX135" fmla="*/ 4719819 w 7409241"/>
              <a:gd name="connsiteY135" fmla="*/ 297854 h 3612951"/>
              <a:gd name="connsiteX136" fmla="*/ 4739663 w 7409241"/>
              <a:gd name="connsiteY136" fmla="*/ 327620 h 3612951"/>
              <a:gd name="connsiteX137" fmla="*/ 4749585 w 7409241"/>
              <a:gd name="connsiteY137" fmla="*/ 347464 h 3612951"/>
              <a:gd name="connsiteX138" fmla="*/ 4769428 w 7409241"/>
              <a:gd name="connsiteY138" fmla="*/ 377229 h 3612951"/>
              <a:gd name="connsiteX139" fmla="*/ 4769428 w 7409241"/>
              <a:gd name="connsiteY139" fmla="*/ 397073 h 3612951"/>
              <a:gd name="connsiteX140" fmla="*/ 4779350 w 7409241"/>
              <a:gd name="connsiteY140" fmla="*/ 416917 h 3612951"/>
              <a:gd name="connsiteX141" fmla="*/ 4789272 w 7409241"/>
              <a:gd name="connsiteY141" fmla="*/ 446682 h 3612951"/>
              <a:gd name="connsiteX142" fmla="*/ 4799193 w 7409241"/>
              <a:gd name="connsiteY142" fmla="*/ 466526 h 3612951"/>
              <a:gd name="connsiteX143" fmla="*/ 4809116 w 7409241"/>
              <a:gd name="connsiteY143" fmla="*/ 496292 h 3612951"/>
              <a:gd name="connsiteX144" fmla="*/ 4809116 w 7409241"/>
              <a:gd name="connsiteY144" fmla="*/ 516135 h 3612951"/>
              <a:gd name="connsiteX145" fmla="*/ 4819038 w 7409241"/>
              <a:gd name="connsiteY145" fmla="*/ 575667 h 3612951"/>
              <a:gd name="connsiteX146" fmla="*/ 4828959 w 7409241"/>
              <a:gd name="connsiteY146" fmla="*/ 625276 h 3612951"/>
              <a:gd name="connsiteX147" fmla="*/ 4828959 w 7409241"/>
              <a:gd name="connsiteY147" fmla="*/ 694729 h 3612951"/>
              <a:gd name="connsiteX148" fmla="*/ 4838881 w 7409241"/>
              <a:gd name="connsiteY148" fmla="*/ 724495 h 3612951"/>
              <a:gd name="connsiteX149" fmla="*/ 4848803 w 7409241"/>
              <a:gd name="connsiteY149" fmla="*/ 774104 h 3612951"/>
              <a:gd name="connsiteX150" fmla="*/ 4848803 w 7409241"/>
              <a:gd name="connsiteY150" fmla="*/ 873323 h 3612951"/>
              <a:gd name="connsiteX151" fmla="*/ 4858725 w 7409241"/>
              <a:gd name="connsiteY151" fmla="*/ 903089 h 3612951"/>
              <a:gd name="connsiteX152" fmla="*/ 4858725 w 7409241"/>
              <a:gd name="connsiteY152" fmla="*/ 1002308 h 3612951"/>
              <a:gd name="connsiteX153" fmla="*/ 4878569 w 7409241"/>
              <a:gd name="connsiteY153" fmla="*/ 1081682 h 3612951"/>
              <a:gd name="connsiteX154" fmla="*/ 4878569 w 7409241"/>
              <a:gd name="connsiteY154" fmla="*/ 1170979 h 3612951"/>
              <a:gd name="connsiteX155" fmla="*/ 4888491 w 7409241"/>
              <a:gd name="connsiteY155" fmla="*/ 1220589 h 3612951"/>
              <a:gd name="connsiteX156" fmla="*/ 4888491 w 7409241"/>
              <a:gd name="connsiteY156" fmla="*/ 1309886 h 3612951"/>
              <a:gd name="connsiteX157" fmla="*/ 4898413 w 7409241"/>
              <a:gd name="connsiteY157" fmla="*/ 1349573 h 3612951"/>
              <a:gd name="connsiteX158" fmla="*/ 4898413 w 7409241"/>
              <a:gd name="connsiteY158" fmla="*/ 1597620 h 3612951"/>
              <a:gd name="connsiteX159" fmla="*/ 4908335 w 7409241"/>
              <a:gd name="connsiteY159" fmla="*/ 1647229 h 3612951"/>
              <a:gd name="connsiteX160" fmla="*/ 4918256 w 7409241"/>
              <a:gd name="connsiteY160" fmla="*/ 1706761 h 3612951"/>
              <a:gd name="connsiteX161" fmla="*/ 4928178 w 7409241"/>
              <a:gd name="connsiteY161" fmla="*/ 1766292 h 3612951"/>
              <a:gd name="connsiteX162" fmla="*/ 4928178 w 7409241"/>
              <a:gd name="connsiteY162" fmla="*/ 1835745 h 3612951"/>
              <a:gd name="connsiteX163" fmla="*/ 4938100 w 7409241"/>
              <a:gd name="connsiteY163" fmla="*/ 1895276 h 3612951"/>
              <a:gd name="connsiteX164" fmla="*/ 4948022 w 7409241"/>
              <a:gd name="connsiteY164" fmla="*/ 1954808 h 3612951"/>
              <a:gd name="connsiteX165" fmla="*/ 4948022 w 7409241"/>
              <a:gd name="connsiteY165" fmla="*/ 2004417 h 3612951"/>
              <a:gd name="connsiteX166" fmla="*/ 4967866 w 7409241"/>
              <a:gd name="connsiteY166" fmla="*/ 2093714 h 3612951"/>
              <a:gd name="connsiteX167" fmla="*/ 4977787 w 7409241"/>
              <a:gd name="connsiteY167" fmla="*/ 2173089 h 3612951"/>
              <a:gd name="connsiteX168" fmla="*/ 5007553 w 7409241"/>
              <a:gd name="connsiteY168" fmla="*/ 2311995 h 3612951"/>
              <a:gd name="connsiteX169" fmla="*/ 5027397 w 7409241"/>
              <a:gd name="connsiteY169" fmla="*/ 2391370 h 3612951"/>
              <a:gd name="connsiteX170" fmla="*/ 5047241 w 7409241"/>
              <a:gd name="connsiteY170" fmla="*/ 2470745 h 3612951"/>
              <a:gd name="connsiteX171" fmla="*/ 5067084 w 7409241"/>
              <a:gd name="connsiteY171" fmla="*/ 2530277 h 3612951"/>
              <a:gd name="connsiteX172" fmla="*/ 5077006 w 7409241"/>
              <a:gd name="connsiteY172" fmla="*/ 2599730 h 3612951"/>
              <a:gd name="connsiteX173" fmla="*/ 5086929 w 7409241"/>
              <a:gd name="connsiteY173" fmla="*/ 2659261 h 3612951"/>
              <a:gd name="connsiteX174" fmla="*/ 5116694 w 7409241"/>
              <a:gd name="connsiteY174" fmla="*/ 2708870 h 3612951"/>
              <a:gd name="connsiteX175" fmla="*/ 5116694 w 7409241"/>
              <a:gd name="connsiteY175" fmla="*/ 2748558 h 3612951"/>
              <a:gd name="connsiteX176" fmla="*/ 5136537 w 7409241"/>
              <a:gd name="connsiteY176" fmla="*/ 2798167 h 3612951"/>
              <a:gd name="connsiteX177" fmla="*/ 5156381 w 7409241"/>
              <a:gd name="connsiteY177" fmla="*/ 2847777 h 3612951"/>
              <a:gd name="connsiteX178" fmla="*/ 5186147 w 7409241"/>
              <a:gd name="connsiteY178" fmla="*/ 2907308 h 3612951"/>
              <a:gd name="connsiteX179" fmla="*/ 5205991 w 7409241"/>
              <a:gd name="connsiteY179" fmla="*/ 2966839 h 3612951"/>
              <a:gd name="connsiteX180" fmla="*/ 5225835 w 7409241"/>
              <a:gd name="connsiteY180" fmla="*/ 3006527 h 3612951"/>
              <a:gd name="connsiteX181" fmla="*/ 5235757 w 7409241"/>
              <a:gd name="connsiteY181" fmla="*/ 3026370 h 3612951"/>
              <a:gd name="connsiteX182" fmla="*/ 5265522 w 7409241"/>
              <a:gd name="connsiteY182" fmla="*/ 3095824 h 3612951"/>
              <a:gd name="connsiteX183" fmla="*/ 5285366 w 7409241"/>
              <a:gd name="connsiteY183" fmla="*/ 3135511 h 3612951"/>
              <a:gd name="connsiteX184" fmla="*/ 5305209 w 7409241"/>
              <a:gd name="connsiteY184" fmla="*/ 3175199 h 3612951"/>
              <a:gd name="connsiteX185" fmla="*/ 5334975 w 7409241"/>
              <a:gd name="connsiteY185" fmla="*/ 3214886 h 3612951"/>
              <a:gd name="connsiteX186" fmla="*/ 5364741 w 7409241"/>
              <a:gd name="connsiteY186" fmla="*/ 3244652 h 3612951"/>
              <a:gd name="connsiteX187" fmla="*/ 5404428 w 7409241"/>
              <a:gd name="connsiteY187" fmla="*/ 3294261 h 3612951"/>
              <a:gd name="connsiteX188" fmla="*/ 5434194 w 7409241"/>
              <a:gd name="connsiteY188" fmla="*/ 3333949 h 3612951"/>
              <a:gd name="connsiteX189" fmla="*/ 5513569 w 7409241"/>
              <a:gd name="connsiteY189" fmla="*/ 3393479 h 3612951"/>
              <a:gd name="connsiteX190" fmla="*/ 5563179 w 7409241"/>
              <a:gd name="connsiteY190" fmla="*/ 3433167 h 3612951"/>
              <a:gd name="connsiteX191" fmla="*/ 5602865 w 7409241"/>
              <a:gd name="connsiteY191" fmla="*/ 3453011 h 3612951"/>
              <a:gd name="connsiteX192" fmla="*/ 5642553 w 7409241"/>
              <a:gd name="connsiteY192" fmla="*/ 3472855 h 3612951"/>
              <a:gd name="connsiteX193" fmla="*/ 5682241 w 7409241"/>
              <a:gd name="connsiteY193" fmla="*/ 3492698 h 3612951"/>
              <a:gd name="connsiteX194" fmla="*/ 5721928 w 7409241"/>
              <a:gd name="connsiteY194" fmla="*/ 3512542 h 3612951"/>
              <a:gd name="connsiteX195" fmla="*/ 5761616 w 7409241"/>
              <a:gd name="connsiteY195" fmla="*/ 3532385 h 3612951"/>
              <a:gd name="connsiteX196" fmla="*/ 5811225 w 7409241"/>
              <a:gd name="connsiteY196" fmla="*/ 3552230 h 3612951"/>
              <a:gd name="connsiteX197" fmla="*/ 5850913 w 7409241"/>
              <a:gd name="connsiteY197" fmla="*/ 3562152 h 3612951"/>
              <a:gd name="connsiteX198" fmla="*/ 5910444 w 7409241"/>
              <a:gd name="connsiteY198" fmla="*/ 3581995 h 3612951"/>
              <a:gd name="connsiteX199" fmla="*/ 5950131 w 7409241"/>
              <a:gd name="connsiteY199" fmla="*/ 3601839 h 3612951"/>
              <a:gd name="connsiteX200" fmla="*/ 5999741 w 7409241"/>
              <a:gd name="connsiteY200" fmla="*/ 3601839 h 3612951"/>
              <a:gd name="connsiteX201" fmla="*/ 6039429 w 7409241"/>
              <a:gd name="connsiteY201" fmla="*/ 3611761 h 3612951"/>
              <a:gd name="connsiteX202" fmla="*/ 6366850 w 7409241"/>
              <a:gd name="connsiteY202" fmla="*/ 3611761 h 3612951"/>
              <a:gd name="connsiteX203" fmla="*/ 6436303 w 7409241"/>
              <a:gd name="connsiteY203" fmla="*/ 3591917 h 3612951"/>
              <a:gd name="connsiteX204" fmla="*/ 6485912 w 7409241"/>
              <a:gd name="connsiteY204" fmla="*/ 3581995 h 3612951"/>
              <a:gd name="connsiteX205" fmla="*/ 6545444 w 7409241"/>
              <a:gd name="connsiteY205" fmla="*/ 3572074 h 3612951"/>
              <a:gd name="connsiteX206" fmla="*/ 6604975 w 7409241"/>
              <a:gd name="connsiteY206" fmla="*/ 3562152 h 3612951"/>
              <a:gd name="connsiteX207" fmla="*/ 6684350 w 7409241"/>
              <a:gd name="connsiteY207" fmla="*/ 3542308 h 3612951"/>
              <a:gd name="connsiteX208" fmla="*/ 6763724 w 7409241"/>
              <a:gd name="connsiteY208" fmla="*/ 3532385 h 3612951"/>
              <a:gd name="connsiteX209" fmla="*/ 6833178 w 7409241"/>
              <a:gd name="connsiteY209" fmla="*/ 3522463 h 3612951"/>
              <a:gd name="connsiteX210" fmla="*/ 6892710 w 7409241"/>
              <a:gd name="connsiteY210" fmla="*/ 3512542 h 3612951"/>
              <a:gd name="connsiteX211" fmla="*/ 6991928 w 7409241"/>
              <a:gd name="connsiteY211" fmla="*/ 3502620 h 3612951"/>
              <a:gd name="connsiteX212" fmla="*/ 7091146 w 7409241"/>
              <a:gd name="connsiteY212" fmla="*/ 3492698 h 3612951"/>
              <a:gd name="connsiteX213" fmla="*/ 7160600 w 7409241"/>
              <a:gd name="connsiteY213" fmla="*/ 3482777 h 3612951"/>
              <a:gd name="connsiteX214" fmla="*/ 7230053 w 7409241"/>
              <a:gd name="connsiteY214" fmla="*/ 3482777 h 3612951"/>
              <a:gd name="connsiteX215" fmla="*/ 7279663 w 7409241"/>
              <a:gd name="connsiteY215" fmla="*/ 3472855 h 3612951"/>
              <a:gd name="connsiteX216" fmla="*/ 7309428 w 7409241"/>
              <a:gd name="connsiteY216" fmla="*/ 3462933 h 3612951"/>
              <a:gd name="connsiteX217" fmla="*/ 7329272 w 7409241"/>
              <a:gd name="connsiteY217" fmla="*/ 3453011 h 3612951"/>
              <a:gd name="connsiteX218" fmla="*/ 7359037 w 7409241"/>
              <a:gd name="connsiteY218" fmla="*/ 3453011 h 3612951"/>
              <a:gd name="connsiteX219" fmla="*/ 7388803 w 7409241"/>
              <a:gd name="connsiteY219" fmla="*/ 3443089 h 3612951"/>
              <a:gd name="connsiteX220" fmla="*/ 7398725 w 7409241"/>
              <a:gd name="connsiteY220" fmla="*/ 3433167 h 3612951"/>
              <a:gd name="connsiteX221" fmla="*/ 7398725 w 7409241"/>
              <a:gd name="connsiteY221" fmla="*/ 3423246 h 3612951"/>
              <a:gd name="connsiteX222" fmla="*/ 7408647 w 7409241"/>
              <a:gd name="connsiteY222" fmla="*/ 3413324 h 3612951"/>
              <a:gd name="connsiteX223" fmla="*/ 7408647 w 7409241"/>
              <a:gd name="connsiteY223" fmla="*/ 3324027 h 361295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7409241" h="3612951">
                <a:moveTo>
                  <a:pt x="-2994" y="2966839"/>
                </a:moveTo>
                <a:cubicBezTo>
                  <a:pt x="313" y="2968162"/>
                  <a:pt x="42646" y="2984699"/>
                  <a:pt x="46615" y="2986683"/>
                </a:cubicBezTo>
                <a:cubicBezTo>
                  <a:pt x="50584" y="2988667"/>
                  <a:pt x="54553" y="2995282"/>
                  <a:pt x="56537" y="2996605"/>
                </a:cubicBezTo>
                <a:cubicBezTo>
                  <a:pt x="58522" y="2997928"/>
                  <a:pt x="49261" y="3005866"/>
                  <a:pt x="76381" y="3006527"/>
                </a:cubicBezTo>
                <a:cubicBezTo>
                  <a:pt x="103501" y="3007188"/>
                  <a:pt x="433569" y="3007850"/>
                  <a:pt x="463334" y="3006527"/>
                </a:cubicBezTo>
                <a:cubicBezTo>
                  <a:pt x="493100" y="3005204"/>
                  <a:pt x="515589" y="2988006"/>
                  <a:pt x="522865" y="2986683"/>
                </a:cubicBezTo>
                <a:cubicBezTo>
                  <a:pt x="530141" y="2985360"/>
                  <a:pt x="564537" y="2988006"/>
                  <a:pt x="572475" y="2986683"/>
                </a:cubicBezTo>
                <a:cubicBezTo>
                  <a:pt x="580412" y="2985360"/>
                  <a:pt x="633329" y="2968823"/>
                  <a:pt x="641928" y="2966839"/>
                </a:cubicBezTo>
                <a:cubicBezTo>
                  <a:pt x="650527" y="2964854"/>
                  <a:pt x="694183" y="2957578"/>
                  <a:pt x="701459" y="2956917"/>
                </a:cubicBezTo>
                <a:cubicBezTo>
                  <a:pt x="708735" y="2956255"/>
                  <a:pt x="747099" y="2957578"/>
                  <a:pt x="751068" y="2956917"/>
                </a:cubicBezTo>
                <a:cubicBezTo>
                  <a:pt x="755037" y="2956255"/>
                  <a:pt x="759667" y="2947657"/>
                  <a:pt x="760990" y="2946996"/>
                </a:cubicBezTo>
                <a:cubicBezTo>
                  <a:pt x="762313" y="2946334"/>
                  <a:pt x="767604" y="2947657"/>
                  <a:pt x="770912" y="2946996"/>
                </a:cubicBezTo>
                <a:cubicBezTo>
                  <a:pt x="774219" y="2946334"/>
                  <a:pt x="805308" y="2937735"/>
                  <a:pt x="810600" y="2937074"/>
                </a:cubicBezTo>
                <a:cubicBezTo>
                  <a:pt x="815891" y="2936412"/>
                  <a:pt x="844995" y="2938396"/>
                  <a:pt x="850287" y="2937074"/>
                </a:cubicBezTo>
                <a:cubicBezTo>
                  <a:pt x="855579" y="2935750"/>
                  <a:pt x="885344" y="2919214"/>
                  <a:pt x="889975" y="2917230"/>
                </a:cubicBezTo>
                <a:cubicBezTo>
                  <a:pt x="894605" y="2915245"/>
                  <a:pt x="915110" y="2909292"/>
                  <a:pt x="919740" y="2907308"/>
                </a:cubicBezTo>
                <a:cubicBezTo>
                  <a:pt x="924370" y="2905323"/>
                  <a:pt x="954797" y="2889449"/>
                  <a:pt x="959428" y="2887464"/>
                </a:cubicBezTo>
                <a:cubicBezTo>
                  <a:pt x="964058" y="2885480"/>
                  <a:pt x="983901" y="2879526"/>
                  <a:pt x="989193" y="2877542"/>
                </a:cubicBezTo>
                <a:cubicBezTo>
                  <a:pt x="994485" y="2875558"/>
                  <a:pt x="1033511" y="2860345"/>
                  <a:pt x="1038803" y="2857699"/>
                </a:cubicBezTo>
                <a:cubicBezTo>
                  <a:pt x="1044094" y="2855053"/>
                  <a:pt x="1063938" y="2840501"/>
                  <a:pt x="1068568" y="2837855"/>
                </a:cubicBezTo>
                <a:cubicBezTo>
                  <a:pt x="1073198" y="2835209"/>
                  <a:pt x="1103626" y="2820657"/>
                  <a:pt x="1108256" y="2818011"/>
                </a:cubicBezTo>
                <a:cubicBezTo>
                  <a:pt x="1112886" y="2815365"/>
                  <a:pt x="1134052" y="2800152"/>
                  <a:pt x="1138021" y="2798167"/>
                </a:cubicBezTo>
                <a:cubicBezTo>
                  <a:pt x="1141990" y="2796183"/>
                  <a:pt x="1163818" y="2790230"/>
                  <a:pt x="1167787" y="2788245"/>
                </a:cubicBezTo>
                <a:cubicBezTo>
                  <a:pt x="1171756" y="2786261"/>
                  <a:pt x="1192922" y="2771709"/>
                  <a:pt x="1197553" y="2768402"/>
                </a:cubicBezTo>
                <a:cubicBezTo>
                  <a:pt x="1202183" y="2765094"/>
                  <a:pt x="1233933" y="2741281"/>
                  <a:pt x="1237240" y="2738636"/>
                </a:cubicBezTo>
                <a:cubicBezTo>
                  <a:pt x="1240547" y="2735990"/>
                  <a:pt x="1244516" y="2730698"/>
                  <a:pt x="1247162" y="2728714"/>
                </a:cubicBezTo>
                <a:cubicBezTo>
                  <a:pt x="1249808" y="2726729"/>
                  <a:pt x="1272959" y="2710854"/>
                  <a:pt x="1276928" y="2708870"/>
                </a:cubicBezTo>
                <a:cubicBezTo>
                  <a:pt x="1280896" y="2706886"/>
                  <a:pt x="1303386" y="2700933"/>
                  <a:pt x="1306693" y="2698949"/>
                </a:cubicBezTo>
                <a:cubicBezTo>
                  <a:pt x="1310000" y="2696965"/>
                  <a:pt x="1323891" y="2681751"/>
                  <a:pt x="1326537" y="2679105"/>
                </a:cubicBezTo>
                <a:cubicBezTo>
                  <a:pt x="1329183" y="2676459"/>
                  <a:pt x="1343735" y="2661907"/>
                  <a:pt x="1346381" y="2659261"/>
                </a:cubicBezTo>
                <a:cubicBezTo>
                  <a:pt x="1349027" y="2656615"/>
                  <a:pt x="1362917" y="2642063"/>
                  <a:pt x="1366225" y="2639417"/>
                </a:cubicBezTo>
                <a:cubicBezTo>
                  <a:pt x="1369532" y="2636771"/>
                  <a:pt x="1392683" y="2622219"/>
                  <a:pt x="1395990" y="2619573"/>
                </a:cubicBezTo>
                <a:cubicBezTo>
                  <a:pt x="1399297" y="2616927"/>
                  <a:pt x="1414511" y="2601714"/>
                  <a:pt x="1415834" y="2599730"/>
                </a:cubicBezTo>
                <a:cubicBezTo>
                  <a:pt x="1417157" y="2597745"/>
                  <a:pt x="1414511" y="2591792"/>
                  <a:pt x="1415834" y="2589808"/>
                </a:cubicBezTo>
                <a:cubicBezTo>
                  <a:pt x="1417157" y="2587823"/>
                  <a:pt x="1431709" y="2573271"/>
                  <a:pt x="1435678" y="2569964"/>
                </a:cubicBezTo>
                <a:cubicBezTo>
                  <a:pt x="1439646" y="2566656"/>
                  <a:pt x="1471396" y="2543505"/>
                  <a:pt x="1475365" y="2540198"/>
                </a:cubicBezTo>
                <a:cubicBezTo>
                  <a:pt x="1479334" y="2536891"/>
                  <a:pt x="1492563" y="2523001"/>
                  <a:pt x="1495209" y="2520355"/>
                </a:cubicBezTo>
                <a:cubicBezTo>
                  <a:pt x="1497855" y="2517709"/>
                  <a:pt x="1512407" y="2503818"/>
                  <a:pt x="1515053" y="2500511"/>
                </a:cubicBezTo>
                <a:cubicBezTo>
                  <a:pt x="1517699" y="2497204"/>
                  <a:pt x="1532912" y="2474714"/>
                  <a:pt x="1534897" y="2470745"/>
                </a:cubicBezTo>
                <a:cubicBezTo>
                  <a:pt x="1536881" y="2466776"/>
                  <a:pt x="1542172" y="2444287"/>
                  <a:pt x="1544818" y="2440980"/>
                </a:cubicBezTo>
                <a:cubicBezTo>
                  <a:pt x="1547464" y="2437672"/>
                  <a:pt x="1571938" y="2423781"/>
                  <a:pt x="1574584" y="2421136"/>
                </a:cubicBezTo>
                <a:cubicBezTo>
                  <a:pt x="1577230" y="2418489"/>
                  <a:pt x="1583844" y="2403938"/>
                  <a:pt x="1584506" y="2401292"/>
                </a:cubicBezTo>
                <a:cubicBezTo>
                  <a:pt x="1585167" y="2398646"/>
                  <a:pt x="1582521" y="2384094"/>
                  <a:pt x="1584506" y="2381448"/>
                </a:cubicBezTo>
                <a:cubicBezTo>
                  <a:pt x="1586490" y="2378802"/>
                  <a:pt x="1611625" y="2364912"/>
                  <a:pt x="1614271" y="2361605"/>
                </a:cubicBezTo>
                <a:cubicBezTo>
                  <a:pt x="1616917" y="2358298"/>
                  <a:pt x="1621547" y="2336469"/>
                  <a:pt x="1624193" y="2331839"/>
                </a:cubicBezTo>
                <a:cubicBezTo>
                  <a:pt x="1626839" y="2327208"/>
                  <a:pt x="1649990" y="2296120"/>
                  <a:pt x="1653959" y="2292151"/>
                </a:cubicBezTo>
                <a:cubicBezTo>
                  <a:pt x="1657928" y="2288182"/>
                  <a:pt x="1680417" y="2275614"/>
                  <a:pt x="1683725" y="2272307"/>
                </a:cubicBezTo>
                <a:cubicBezTo>
                  <a:pt x="1687032" y="2269000"/>
                  <a:pt x="1701584" y="2246510"/>
                  <a:pt x="1703568" y="2242542"/>
                </a:cubicBezTo>
                <a:cubicBezTo>
                  <a:pt x="1705552" y="2238573"/>
                  <a:pt x="1712167" y="2216083"/>
                  <a:pt x="1713490" y="2212776"/>
                </a:cubicBezTo>
                <a:cubicBezTo>
                  <a:pt x="1714813" y="2209469"/>
                  <a:pt x="1720766" y="2196240"/>
                  <a:pt x="1723412" y="2192933"/>
                </a:cubicBezTo>
                <a:cubicBezTo>
                  <a:pt x="1726058" y="2189625"/>
                  <a:pt x="1747886" y="2170443"/>
                  <a:pt x="1753178" y="2163167"/>
                </a:cubicBezTo>
                <a:cubicBezTo>
                  <a:pt x="1758469" y="2155891"/>
                  <a:pt x="1797495" y="2091729"/>
                  <a:pt x="1802787" y="2083792"/>
                </a:cubicBezTo>
                <a:cubicBezTo>
                  <a:pt x="1808079" y="2075855"/>
                  <a:pt x="1827923" y="2050058"/>
                  <a:pt x="1832553" y="2044104"/>
                </a:cubicBezTo>
                <a:cubicBezTo>
                  <a:pt x="1837183" y="2038151"/>
                  <a:pt x="1867610" y="2000448"/>
                  <a:pt x="1872240" y="1994495"/>
                </a:cubicBezTo>
                <a:cubicBezTo>
                  <a:pt x="1876870" y="1988542"/>
                  <a:pt x="1900021" y="1958115"/>
                  <a:pt x="1902006" y="1954808"/>
                </a:cubicBezTo>
                <a:cubicBezTo>
                  <a:pt x="1903990" y="1951500"/>
                  <a:pt x="1898699" y="1949515"/>
                  <a:pt x="1902006" y="1944885"/>
                </a:cubicBezTo>
                <a:cubicBezTo>
                  <a:pt x="1905313" y="1940255"/>
                  <a:pt x="1946323" y="1891307"/>
                  <a:pt x="1951615" y="1885354"/>
                </a:cubicBezTo>
                <a:cubicBezTo>
                  <a:pt x="1956907" y="1879401"/>
                  <a:pt x="1977412" y="1860219"/>
                  <a:pt x="1981381" y="1855589"/>
                </a:cubicBezTo>
                <a:cubicBezTo>
                  <a:pt x="1985349" y="1850958"/>
                  <a:pt x="2007177" y="1821193"/>
                  <a:pt x="2011146" y="1815901"/>
                </a:cubicBezTo>
                <a:cubicBezTo>
                  <a:pt x="2015115" y="1810609"/>
                  <a:pt x="2036943" y="1780843"/>
                  <a:pt x="2040912" y="1776214"/>
                </a:cubicBezTo>
                <a:cubicBezTo>
                  <a:pt x="2044881" y="1771583"/>
                  <a:pt x="2066709" y="1751078"/>
                  <a:pt x="2070678" y="1746448"/>
                </a:cubicBezTo>
                <a:cubicBezTo>
                  <a:pt x="2074646" y="1741818"/>
                  <a:pt x="2095813" y="1710729"/>
                  <a:pt x="2100443" y="1706761"/>
                </a:cubicBezTo>
                <a:cubicBezTo>
                  <a:pt x="2105074" y="1702792"/>
                  <a:pt x="2135501" y="1690886"/>
                  <a:pt x="2140131" y="1686917"/>
                </a:cubicBezTo>
                <a:cubicBezTo>
                  <a:pt x="2144761" y="1682948"/>
                  <a:pt x="2166589" y="1652521"/>
                  <a:pt x="2169896" y="1647229"/>
                </a:cubicBezTo>
                <a:cubicBezTo>
                  <a:pt x="2173203" y="1641937"/>
                  <a:pt x="2186433" y="1612172"/>
                  <a:pt x="2189740" y="1607542"/>
                </a:cubicBezTo>
                <a:cubicBezTo>
                  <a:pt x="2193047" y="1602912"/>
                  <a:pt x="2213552" y="1584391"/>
                  <a:pt x="2219506" y="1577776"/>
                </a:cubicBezTo>
                <a:cubicBezTo>
                  <a:pt x="2225459" y="1571162"/>
                  <a:pt x="2271761" y="1516261"/>
                  <a:pt x="2279037" y="1508323"/>
                </a:cubicBezTo>
                <a:cubicBezTo>
                  <a:pt x="2286313" y="1500386"/>
                  <a:pt x="2324016" y="1464667"/>
                  <a:pt x="2328646" y="1458714"/>
                </a:cubicBezTo>
                <a:cubicBezTo>
                  <a:pt x="2333276" y="1452761"/>
                  <a:pt x="2345183" y="1423656"/>
                  <a:pt x="2348490" y="1419026"/>
                </a:cubicBezTo>
                <a:cubicBezTo>
                  <a:pt x="2351797" y="1414396"/>
                  <a:pt x="2374287" y="1393229"/>
                  <a:pt x="2378256" y="1389261"/>
                </a:cubicBezTo>
                <a:cubicBezTo>
                  <a:pt x="2382225" y="1385292"/>
                  <a:pt x="2404052" y="1364125"/>
                  <a:pt x="2408021" y="1359495"/>
                </a:cubicBezTo>
                <a:cubicBezTo>
                  <a:pt x="2411990" y="1354865"/>
                  <a:pt x="2434480" y="1325099"/>
                  <a:pt x="2437787" y="1319807"/>
                </a:cubicBezTo>
                <a:cubicBezTo>
                  <a:pt x="2441094" y="1314516"/>
                  <a:pt x="2454985" y="1284750"/>
                  <a:pt x="2457631" y="1280120"/>
                </a:cubicBezTo>
                <a:cubicBezTo>
                  <a:pt x="2460276" y="1275490"/>
                  <a:pt x="2474167" y="1254323"/>
                  <a:pt x="2477474" y="1250354"/>
                </a:cubicBezTo>
                <a:cubicBezTo>
                  <a:pt x="2480781" y="1246385"/>
                  <a:pt x="2503933" y="1225219"/>
                  <a:pt x="2507240" y="1220589"/>
                </a:cubicBezTo>
                <a:cubicBezTo>
                  <a:pt x="2510547" y="1215958"/>
                  <a:pt x="2523777" y="1184870"/>
                  <a:pt x="2527084" y="1180901"/>
                </a:cubicBezTo>
                <a:cubicBezTo>
                  <a:pt x="2530391" y="1176932"/>
                  <a:pt x="2551558" y="1167672"/>
                  <a:pt x="2556850" y="1161057"/>
                </a:cubicBezTo>
                <a:cubicBezTo>
                  <a:pt x="2562141" y="1154443"/>
                  <a:pt x="2600506" y="1090943"/>
                  <a:pt x="2606459" y="1081682"/>
                </a:cubicBezTo>
                <a:cubicBezTo>
                  <a:pt x="2612411" y="1072422"/>
                  <a:pt x="2641515" y="1029427"/>
                  <a:pt x="2646146" y="1022151"/>
                </a:cubicBezTo>
                <a:cubicBezTo>
                  <a:pt x="2650776" y="1014875"/>
                  <a:pt x="2671943" y="978495"/>
                  <a:pt x="2675912" y="972542"/>
                </a:cubicBezTo>
                <a:cubicBezTo>
                  <a:pt x="2679880" y="966589"/>
                  <a:pt x="2701709" y="938146"/>
                  <a:pt x="2705678" y="932854"/>
                </a:cubicBezTo>
                <a:cubicBezTo>
                  <a:pt x="2709646" y="927563"/>
                  <a:pt x="2732136" y="898458"/>
                  <a:pt x="2735443" y="893167"/>
                </a:cubicBezTo>
                <a:cubicBezTo>
                  <a:pt x="2738750" y="887875"/>
                  <a:pt x="2752642" y="858109"/>
                  <a:pt x="2755287" y="853480"/>
                </a:cubicBezTo>
                <a:cubicBezTo>
                  <a:pt x="2757933" y="848849"/>
                  <a:pt x="2771161" y="828344"/>
                  <a:pt x="2775130" y="823714"/>
                </a:cubicBezTo>
                <a:cubicBezTo>
                  <a:pt x="2779098" y="819083"/>
                  <a:pt x="2810849" y="788656"/>
                  <a:pt x="2814818" y="784026"/>
                </a:cubicBezTo>
                <a:cubicBezTo>
                  <a:pt x="2818787" y="779396"/>
                  <a:pt x="2831354" y="758891"/>
                  <a:pt x="2834662" y="754261"/>
                </a:cubicBezTo>
                <a:cubicBezTo>
                  <a:pt x="2837968" y="749630"/>
                  <a:pt x="2860458" y="720526"/>
                  <a:pt x="2864427" y="714573"/>
                </a:cubicBezTo>
                <a:cubicBezTo>
                  <a:pt x="2868396" y="708620"/>
                  <a:pt x="2890886" y="670255"/>
                  <a:pt x="2894194" y="664964"/>
                </a:cubicBezTo>
                <a:cubicBezTo>
                  <a:pt x="2897500" y="659672"/>
                  <a:pt x="2911391" y="639167"/>
                  <a:pt x="2914037" y="635198"/>
                </a:cubicBezTo>
                <a:cubicBezTo>
                  <a:pt x="2916683" y="631229"/>
                  <a:pt x="2931234" y="608740"/>
                  <a:pt x="2933881" y="605432"/>
                </a:cubicBezTo>
                <a:cubicBezTo>
                  <a:pt x="2936526" y="602125"/>
                  <a:pt x="2949755" y="590219"/>
                  <a:pt x="2953724" y="585589"/>
                </a:cubicBezTo>
                <a:cubicBezTo>
                  <a:pt x="2957693" y="580959"/>
                  <a:pt x="2988781" y="542594"/>
                  <a:pt x="2993412" y="535979"/>
                </a:cubicBezTo>
                <a:cubicBezTo>
                  <a:pt x="2998042" y="529365"/>
                  <a:pt x="3019209" y="492323"/>
                  <a:pt x="3023178" y="486370"/>
                </a:cubicBezTo>
                <a:cubicBezTo>
                  <a:pt x="3027146" y="480417"/>
                  <a:pt x="3049636" y="450651"/>
                  <a:pt x="3052943" y="446682"/>
                </a:cubicBezTo>
                <a:cubicBezTo>
                  <a:pt x="3056250" y="442714"/>
                  <a:pt x="3070140" y="429484"/>
                  <a:pt x="3072787" y="426839"/>
                </a:cubicBezTo>
                <a:cubicBezTo>
                  <a:pt x="3075432" y="424193"/>
                  <a:pt x="3089324" y="410302"/>
                  <a:pt x="3092631" y="406995"/>
                </a:cubicBezTo>
                <a:cubicBezTo>
                  <a:pt x="3095938" y="403688"/>
                  <a:pt x="3119089" y="380537"/>
                  <a:pt x="3122396" y="377229"/>
                </a:cubicBezTo>
                <a:cubicBezTo>
                  <a:pt x="3125703" y="373922"/>
                  <a:pt x="3138933" y="361354"/>
                  <a:pt x="3142240" y="357386"/>
                </a:cubicBezTo>
                <a:cubicBezTo>
                  <a:pt x="3145547" y="353417"/>
                  <a:pt x="3168698" y="321666"/>
                  <a:pt x="3172006" y="317698"/>
                </a:cubicBezTo>
                <a:cubicBezTo>
                  <a:pt x="3175312" y="313729"/>
                  <a:pt x="3189203" y="300500"/>
                  <a:pt x="3191849" y="297854"/>
                </a:cubicBezTo>
                <a:cubicBezTo>
                  <a:pt x="3194495" y="295209"/>
                  <a:pt x="3209047" y="280656"/>
                  <a:pt x="3211693" y="278010"/>
                </a:cubicBezTo>
                <a:cubicBezTo>
                  <a:pt x="3214339" y="275365"/>
                  <a:pt x="3228892" y="260813"/>
                  <a:pt x="3231537" y="258167"/>
                </a:cubicBezTo>
                <a:cubicBezTo>
                  <a:pt x="3234183" y="255521"/>
                  <a:pt x="3248734" y="240969"/>
                  <a:pt x="3251380" y="238323"/>
                </a:cubicBezTo>
                <a:cubicBezTo>
                  <a:pt x="3254026" y="235677"/>
                  <a:pt x="3269240" y="221125"/>
                  <a:pt x="3271225" y="218479"/>
                </a:cubicBezTo>
                <a:cubicBezTo>
                  <a:pt x="3273209" y="215833"/>
                  <a:pt x="3277839" y="202604"/>
                  <a:pt x="3281146" y="198635"/>
                </a:cubicBezTo>
                <a:cubicBezTo>
                  <a:pt x="3284453" y="194667"/>
                  <a:pt x="3316865" y="162255"/>
                  <a:pt x="3320834" y="158948"/>
                </a:cubicBezTo>
                <a:cubicBezTo>
                  <a:pt x="3324802" y="155641"/>
                  <a:pt x="3338031" y="151010"/>
                  <a:pt x="3340677" y="149026"/>
                </a:cubicBezTo>
                <a:cubicBezTo>
                  <a:pt x="3343323" y="147042"/>
                  <a:pt x="3357875" y="131167"/>
                  <a:pt x="3360521" y="129182"/>
                </a:cubicBezTo>
                <a:cubicBezTo>
                  <a:pt x="3363167" y="127198"/>
                  <a:pt x="3378381" y="120583"/>
                  <a:pt x="3380365" y="119261"/>
                </a:cubicBezTo>
                <a:cubicBezTo>
                  <a:pt x="3382350" y="117938"/>
                  <a:pt x="3388303" y="111323"/>
                  <a:pt x="3390287" y="109339"/>
                </a:cubicBezTo>
                <a:cubicBezTo>
                  <a:pt x="3392271" y="107354"/>
                  <a:pt x="3407484" y="91479"/>
                  <a:pt x="3410131" y="89495"/>
                </a:cubicBezTo>
                <a:cubicBezTo>
                  <a:pt x="3412777" y="87510"/>
                  <a:pt x="3426667" y="80896"/>
                  <a:pt x="3429974" y="79573"/>
                </a:cubicBezTo>
                <a:cubicBezTo>
                  <a:pt x="3433281" y="78250"/>
                  <a:pt x="3456433" y="70974"/>
                  <a:pt x="3459740" y="69651"/>
                </a:cubicBezTo>
                <a:cubicBezTo>
                  <a:pt x="3463047" y="68328"/>
                  <a:pt x="3476277" y="61052"/>
                  <a:pt x="3479584" y="59729"/>
                </a:cubicBezTo>
                <a:cubicBezTo>
                  <a:pt x="3482891" y="58406"/>
                  <a:pt x="3505381" y="51792"/>
                  <a:pt x="3509349" y="49807"/>
                </a:cubicBezTo>
                <a:cubicBezTo>
                  <a:pt x="3513318" y="47823"/>
                  <a:pt x="3535146" y="31286"/>
                  <a:pt x="3539115" y="29964"/>
                </a:cubicBezTo>
                <a:cubicBezTo>
                  <a:pt x="3543083" y="28640"/>
                  <a:pt x="3564250" y="30625"/>
                  <a:pt x="3568881" y="29964"/>
                </a:cubicBezTo>
                <a:cubicBezTo>
                  <a:pt x="3573511" y="29302"/>
                  <a:pt x="3601291" y="21365"/>
                  <a:pt x="3608568" y="20042"/>
                </a:cubicBezTo>
                <a:cubicBezTo>
                  <a:pt x="3615844" y="18719"/>
                  <a:pt x="3670745" y="11443"/>
                  <a:pt x="3678021" y="10120"/>
                </a:cubicBezTo>
                <a:cubicBezTo>
                  <a:pt x="3685297" y="8797"/>
                  <a:pt x="3691249" y="859"/>
                  <a:pt x="3717709" y="198"/>
                </a:cubicBezTo>
                <a:cubicBezTo>
                  <a:pt x="3744167" y="-463"/>
                  <a:pt x="4046453" y="-463"/>
                  <a:pt x="4074897" y="198"/>
                </a:cubicBezTo>
                <a:cubicBezTo>
                  <a:pt x="4103339" y="859"/>
                  <a:pt x="4136411" y="8797"/>
                  <a:pt x="4144349" y="10120"/>
                </a:cubicBezTo>
                <a:cubicBezTo>
                  <a:pt x="4152287" y="11443"/>
                  <a:pt x="4185359" y="17396"/>
                  <a:pt x="4193959" y="20042"/>
                </a:cubicBezTo>
                <a:cubicBezTo>
                  <a:pt x="4202558" y="22688"/>
                  <a:pt x="4265397" y="47823"/>
                  <a:pt x="4273335" y="49807"/>
                </a:cubicBezTo>
                <a:cubicBezTo>
                  <a:pt x="4281272" y="51792"/>
                  <a:pt x="4307069" y="48484"/>
                  <a:pt x="4313022" y="49807"/>
                </a:cubicBezTo>
                <a:cubicBezTo>
                  <a:pt x="4318975" y="51130"/>
                  <a:pt x="4356677" y="67005"/>
                  <a:pt x="4362631" y="69651"/>
                </a:cubicBezTo>
                <a:cubicBezTo>
                  <a:pt x="4368585" y="72297"/>
                  <a:pt x="4397689" y="86849"/>
                  <a:pt x="4402319" y="89495"/>
                </a:cubicBezTo>
                <a:cubicBezTo>
                  <a:pt x="4406949" y="92141"/>
                  <a:pt x="4426793" y="106693"/>
                  <a:pt x="4432085" y="109339"/>
                </a:cubicBezTo>
                <a:cubicBezTo>
                  <a:pt x="4437376" y="111984"/>
                  <a:pt x="4476402" y="127198"/>
                  <a:pt x="4481694" y="129182"/>
                </a:cubicBezTo>
                <a:cubicBezTo>
                  <a:pt x="4486985" y="131167"/>
                  <a:pt x="4507491" y="137120"/>
                  <a:pt x="4511459" y="139104"/>
                </a:cubicBezTo>
                <a:cubicBezTo>
                  <a:pt x="4515428" y="141089"/>
                  <a:pt x="4536595" y="156302"/>
                  <a:pt x="4541225" y="158948"/>
                </a:cubicBezTo>
                <a:cubicBezTo>
                  <a:pt x="4545855" y="161594"/>
                  <a:pt x="4576282" y="176146"/>
                  <a:pt x="4580913" y="178792"/>
                </a:cubicBezTo>
                <a:cubicBezTo>
                  <a:pt x="4585543" y="181438"/>
                  <a:pt x="4606709" y="195990"/>
                  <a:pt x="4610679" y="198635"/>
                </a:cubicBezTo>
                <a:cubicBezTo>
                  <a:pt x="4614647" y="201281"/>
                  <a:pt x="4636475" y="215172"/>
                  <a:pt x="4640444" y="218479"/>
                </a:cubicBezTo>
                <a:cubicBezTo>
                  <a:pt x="4644413" y="221786"/>
                  <a:pt x="4664917" y="242953"/>
                  <a:pt x="4670209" y="248245"/>
                </a:cubicBezTo>
                <a:cubicBezTo>
                  <a:pt x="4675501" y="253536"/>
                  <a:pt x="4715188" y="292563"/>
                  <a:pt x="4719819" y="297854"/>
                </a:cubicBezTo>
                <a:cubicBezTo>
                  <a:pt x="4724449" y="303146"/>
                  <a:pt x="4737677" y="324312"/>
                  <a:pt x="4739663" y="327620"/>
                </a:cubicBezTo>
                <a:cubicBezTo>
                  <a:pt x="4741647" y="330927"/>
                  <a:pt x="4747600" y="344156"/>
                  <a:pt x="4749585" y="347464"/>
                </a:cubicBezTo>
                <a:cubicBezTo>
                  <a:pt x="4751569" y="350771"/>
                  <a:pt x="4768105" y="373922"/>
                  <a:pt x="4769428" y="377229"/>
                </a:cubicBezTo>
                <a:cubicBezTo>
                  <a:pt x="4770751" y="380537"/>
                  <a:pt x="4768767" y="394427"/>
                  <a:pt x="4769428" y="397073"/>
                </a:cubicBezTo>
                <a:cubicBezTo>
                  <a:pt x="4770089" y="399719"/>
                  <a:pt x="4778027" y="413609"/>
                  <a:pt x="4779350" y="416917"/>
                </a:cubicBezTo>
                <a:cubicBezTo>
                  <a:pt x="4780673" y="420224"/>
                  <a:pt x="4787949" y="443375"/>
                  <a:pt x="4789272" y="446682"/>
                </a:cubicBezTo>
                <a:cubicBezTo>
                  <a:pt x="4790595" y="449990"/>
                  <a:pt x="4797870" y="463219"/>
                  <a:pt x="4799193" y="466526"/>
                </a:cubicBezTo>
                <a:cubicBezTo>
                  <a:pt x="4800515" y="469834"/>
                  <a:pt x="4808455" y="492984"/>
                  <a:pt x="4809116" y="496292"/>
                </a:cubicBezTo>
                <a:cubicBezTo>
                  <a:pt x="4809777" y="499599"/>
                  <a:pt x="4808455" y="510844"/>
                  <a:pt x="4809116" y="516135"/>
                </a:cubicBezTo>
                <a:cubicBezTo>
                  <a:pt x="4809777" y="521427"/>
                  <a:pt x="4817715" y="568391"/>
                  <a:pt x="4819038" y="575667"/>
                </a:cubicBezTo>
                <a:cubicBezTo>
                  <a:pt x="4820361" y="582943"/>
                  <a:pt x="4828298" y="617339"/>
                  <a:pt x="4828959" y="625276"/>
                </a:cubicBezTo>
                <a:cubicBezTo>
                  <a:pt x="4829620" y="633214"/>
                  <a:pt x="4828298" y="688115"/>
                  <a:pt x="4828959" y="694729"/>
                </a:cubicBezTo>
                <a:cubicBezTo>
                  <a:pt x="4829620" y="701344"/>
                  <a:pt x="4837558" y="719203"/>
                  <a:pt x="4838881" y="724495"/>
                </a:cubicBezTo>
                <a:cubicBezTo>
                  <a:pt x="4840204" y="729786"/>
                  <a:pt x="4848142" y="764182"/>
                  <a:pt x="4848803" y="774104"/>
                </a:cubicBezTo>
                <a:cubicBezTo>
                  <a:pt x="4849465" y="784026"/>
                  <a:pt x="4848142" y="864724"/>
                  <a:pt x="4848803" y="873323"/>
                </a:cubicBezTo>
                <a:cubicBezTo>
                  <a:pt x="4849465" y="881922"/>
                  <a:pt x="4858063" y="894490"/>
                  <a:pt x="4858725" y="903089"/>
                </a:cubicBezTo>
                <a:cubicBezTo>
                  <a:pt x="4859386" y="911688"/>
                  <a:pt x="4857402" y="990401"/>
                  <a:pt x="4858725" y="1002308"/>
                </a:cubicBezTo>
                <a:cubicBezTo>
                  <a:pt x="4860047" y="1014214"/>
                  <a:pt x="4877247" y="1070437"/>
                  <a:pt x="4878569" y="1081682"/>
                </a:cubicBezTo>
                <a:cubicBezTo>
                  <a:pt x="4879892" y="1092927"/>
                  <a:pt x="4877908" y="1161719"/>
                  <a:pt x="4878569" y="1170979"/>
                </a:cubicBezTo>
                <a:cubicBezTo>
                  <a:pt x="4879231" y="1180239"/>
                  <a:pt x="4887829" y="1211328"/>
                  <a:pt x="4888491" y="1220589"/>
                </a:cubicBezTo>
                <a:cubicBezTo>
                  <a:pt x="4889151" y="1229849"/>
                  <a:pt x="4887829" y="1301286"/>
                  <a:pt x="4888491" y="1309886"/>
                </a:cubicBezTo>
                <a:cubicBezTo>
                  <a:pt x="4889151" y="1318484"/>
                  <a:pt x="4897751" y="1330390"/>
                  <a:pt x="4898413" y="1349573"/>
                </a:cubicBezTo>
                <a:cubicBezTo>
                  <a:pt x="4899073" y="1368755"/>
                  <a:pt x="4897751" y="1577776"/>
                  <a:pt x="4898413" y="1597620"/>
                </a:cubicBezTo>
                <a:cubicBezTo>
                  <a:pt x="4899073" y="1617464"/>
                  <a:pt x="4907011" y="1639953"/>
                  <a:pt x="4908335" y="1647229"/>
                </a:cubicBezTo>
                <a:cubicBezTo>
                  <a:pt x="4909657" y="1654505"/>
                  <a:pt x="4916933" y="1698823"/>
                  <a:pt x="4918256" y="1706761"/>
                </a:cubicBezTo>
                <a:cubicBezTo>
                  <a:pt x="4919579" y="1714698"/>
                  <a:pt x="4927517" y="1757693"/>
                  <a:pt x="4928178" y="1766292"/>
                </a:cubicBezTo>
                <a:cubicBezTo>
                  <a:pt x="4928839" y="1774891"/>
                  <a:pt x="4927517" y="1827146"/>
                  <a:pt x="4928178" y="1835745"/>
                </a:cubicBezTo>
                <a:cubicBezTo>
                  <a:pt x="4928839" y="1844344"/>
                  <a:pt x="4936777" y="1887339"/>
                  <a:pt x="4938100" y="1895276"/>
                </a:cubicBezTo>
                <a:cubicBezTo>
                  <a:pt x="4939423" y="1903214"/>
                  <a:pt x="4947360" y="1947531"/>
                  <a:pt x="4948022" y="1954808"/>
                </a:cubicBezTo>
                <a:cubicBezTo>
                  <a:pt x="4948683" y="1962084"/>
                  <a:pt x="4946699" y="1995156"/>
                  <a:pt x="4948022" y="2004417"/>
                </a:cubicBezTo>
                <a:cubicBezTo>
                  <a:pt x="4949345" y="2013677"/>
                  <a:pt x="4965881" y="2082469"/>
                  <a:pt x="4967866" y="2093714"/>
                </a:cubicBezTo>
                <a:cubicBezTo>
                  <a:pt x="4969850" y="2104958"/>
                  <a:pt x="4975141" y="2158536"/>
                  <a:pt x="4977787" y="2173089"/>
                </a:cubicBezTo>
                <a:cubicBezTo>
                  <a:pt x="4980433" y="2187641"/>
                  <a:pt x="5004246" y="2297443"/>
                  <a:pt x="5007553" y="2311995"/>
                </a:cubicBezTo>
                <a:cubicBezTo>
                  <a:pt x="5010861" y="2326547"/>
                  <a:pt x="5024751" y="2380787"/>
                  <a:pt x="5027397" y="2391370"/>
                </a:cubicBezTo>
                <a:cubicBezTo>
                  <a:pt x="5030043" y="2401953"/>
                  <a:pt x="5044595" y="2461485"/>
                  <a:pt x="5047241" y="2470745"/>
                </a:cubicBezTo>
                <a:cubicBezTo>
                  <a:pt x="5049887" y="2480005"/>
                  <a:pt x="5065099" y="2521678"/>
                  <a:pt x="5067084" y="2530277"/>
                </a:cubicBezTo>
                <a:cubicBezTo>
                  <a:pt x="5069069" y="2538876"/>
                  <a:pt x="5075683" y="2591130"/>
                  <a:pt x="5077006" y="2599730"/>
                </a:cubicBezTo>
                <a:cubicBezTo>
                  <a:pt x="5078329" y="2608328"/>
                  <a:pt x="5084282" y="2651985"/>
                  <a:pt x="5086929" y="2659261"/>
                </a:cubicBezTo>
                <a:cubicBezTo>
                  <a:pt x="5089574" y="2666537"/>
                  <a:pt x="5114709" y="2702917"/>
                  <a:pt x="5116694" y="2708870"/>
                </a:cubicBezTo>
                <a:cubicBezTo>
                  <a:pt x="5118678" y="2714823"/>
                  <a:pt x="5115371" y="2742604"/>
                  <a:pt x="5116694" y="2748558"/>
                </a:cubicBezTo>
                <a:cubicBezTo>
                  <a:pt x="5118017" y="2754511"/>
                  <a:pt x="5133891" y="2791553"/>
                  <a:pt x="5136537" y="2798167"/>
                </a:cubicBezTo>
                <a:cubicBezTo>
                  <a:pt x="5139183" y="2804782"/>
                  <a:pt x="5153074" y="2840501"/>
                  <a:pt x="5156381" y="2847777"/>
                </a:cubicBezTo>
                <a:cubicBezTo>
                  <a:pt x="5159688" y="2855053"/>
                  <a:pt x="5182839" y="2899370"/>
                  <a:pt x="5186147" y="2907308"/>
                </a:cubicBezTo>
                <a:cubicBezTo>
                  <a:pt x="5189453" y="2915245"/>
                  <a:pt x="5203345" y="2960224"/>
                  <a:pt x="5205991" y="2966839"/>
                </a:cubicBezTo>
                <a:cubicBezTo>
                  <a:pt x="5208637" y="2973453"/>
                  <a:pt x="5223850" y="3002558"/>
                  <a:pt x="5225835" y="3006527"/>
                </a:cubicBezTo>
                <a:cubicBezTo>
                  <a:pt x="5227819" y="3010496"/>
                  <a:pt x="5233110" y="3020417"/>
                  <a:pt x="5235757" y="3026370"/>
                </a:cubicBezTo>
                <a:cubicBezTo>
                  <a:pt x="5238402" y="3032323"/>
                  <a:pt x="5262215" y="3088547"/>
                  <a:pt x="5265522" y="3095824"/>
                </a:cubicBezTo>
                <a:cubicBezTo>
                  <a:pt x="5268829" y="3103099"/>
                  <a:pt x="5282720" y="3130219"/>
                  <a:pt x="5285366" y="3135511"/>
                </a:cubicBezTo>
                <a:cubicBezTo>
                  <a:pt x="5288012" y="3140802"/>
                  <a:pt x="5301902" y="3169907"/>
                  <a:pt x="5305209" y="3175199"/>
                </a:cubicBezTo>
                <a:cubicBezTo>
                  <a:pt x="5308516" y="3180491"/>
                  <a:pt x="5331006" y="3210256"/>
                  <a:pt x="5334975" y="3214886"/>
                </a:cubicBezTo>
                <a:cubicBezTo>
                  <a:pt x="5338943" y="3219516"/>
                  <a:pt x="5360110" y="3239360"/>
                  <a:pt x="5364741" y="3244652"/>
                </a:cubicBezTo>
                <a:cubicBezTo>
                  <a:pt x="5369371" y="3249943"/>
                  <a:pt x="5399798" y="3288308"/>
                  <a:pt x="5404428" y="3294261"/>
                </a:cubicBezTo>
                <a:cubicBezTo>
                  <a:pt x="5409058" y="3300214"/>
                  <a:pt x="5426917" y="3327334"/>
                  <a:pt x="5434194" y="3333949"/>
                </a:cubicBezTo>
                <a:cubicBezTo>
                  <a:pt x="5441469" y="3340563"/>
                  <a:pt x="5504969" y="3386865"/>
                  <a:pt x="5513569" y="3393479"/>
                </a:cubicBezTo>
                <a:cubicBezTo>
                  <a:pt x="5522167" y="3400094"/>
                  <a:pt x="5557225" y="3429198"/>
                  <a:pt x="5563179" y="3433167"/>
                </a:cubicBezTo>
                <a:cubicBezTo>
                  <a:pt x="5569131" y="3437135"/>
                  <a:pt x="5597573" y="3450365"/>
                  <a:pt x="5602865" y="3453011"/>
                </a:cubicBezTo>
                <a:cubicBezTo>
                  <a:pt x="5608157" y="3455657"/>
                  <a:pt x="5637261" y="3470208"/>
                  <a:pt x="5642553" y="3472855"/>
                </a:cubicBezTo>
                <a:cubicBezTo>
                  <a:pt x="5647845" y="3475501"/>
                  <a:pt x="5676949" y="3490052"/>
                  <a:pt x="5682241" y="3492698"/>
                </a:cubicBezTo>
                <a:cubicBezTo>
                  <a:pt x="5687533" y="3495344"/>
                  <a:pt x="5716636" y="3509896"/>
                  <a:pt x="5721928" y="3512542"/>
                </a:cubicBezTo>
                <a:cubicBezTo>
                  <a:pt x="5727219" y="3515188"/>
                  <a:pt x="5755663" y="3529739"/>
                  <a:pt x="5761616" y="3532385"/>
                </a:cubicBezTo>
                <a:cubicBezTo>
                  <a:pt x="5767569" y="3535031"/>
                  <a:pt x="5805272" y="3550245"/>
                  <a:pt x="5811225" y="3552230"/>
                </a:cubicBezTo>
                <a:cubicBezTo>
                  <a:pt x="5817177" y="3554214"/>
                  <a:pt x="5844298" y="3560167"/>
                  <a:pt x="5850913" y="3562152"/>
                </a:cubicBezTo>
                <a:cubicBezTo>
                  <a:pt x="5857527" y="3564136"/>
                  <a:pt x="5903829" y="3579349"/>
                  <a:pt x="5910444" y="3581995"/>
                </a:cubicBezTo>
                <a:cubicBezTo>
                  <a:pt x="5917058" y="3584641"/>
                  <a:pt x="5944179" y="3600516"/>
                  <a:pt x="5950131" y="3601839"/>
                </a:cubicBezTo>
                <a:cubicBezTo>
                  <a:pt x="5956084" y="3603162"/>
                  <a:pt x="5993787" y="3601178"/>
                  <a:pt x="5999741" y="3601839"/>
                </a:cubicBezTo>
                <a:cubicBezTo>
                  <a:pt x="6005693" y="3602500"/>
                  <a:pt x="6014954" y="3611099"/>
                  <a:pt x="6039429" y="3611761"/>
                </a:cubicBezTo>
                <a:cubicBezTo>
                  <a:pt x="6063902" y="3612422"/>
                  <a:pt x="6340392" y="3613083"/>
                  <a:pt x="6366850" y="3611761"/>
                </a:cubicBezTo>
                <a:cubicBezTo>
                  <a:pt x="6393309" y="3610438"/>
                  <a:pt x="6428366" y="3593901"/>
                  <a:pt x="6436303" y="3591917"/>
                </a:cubicBezTo>
                <a:cubicBezTo>
                  <a:pt x="6444240" y="3589933"/>
                  <a:pt x="6478636" y="3583318"/>
                  <a:pt x="6485912" y="3581995"/>
                </a:cubicBezTo>
                <a:cubicBezTo>
                  <a:pt x="6493188" y="3580672"/>
                  <a:pt x="6537506" y="3573396"/>
                  <a:pt x="6545444" y="3572074"/>
                </a:cubicBezTo>
                <a:cubicBezTo>
                  <a:pt x="6553381" y="3570751"/>
                  <a:pt x="6595714" y="3564136"/>
                  <a:pt x="6604975" y="3562152"/>
                </a:cubicBezTo>
                <a:cubicBezTo>
                  <a:pt x="6614235" y="3560167"/>
                  <a:pt x="6673767" y="3544292"/>
                  <a:pt x="6684350" y="3542308"/>
                </a:cubicBezTo>
                <a:cubicBezTo>
                  <a:pt x="6694934" y="3540323"/>
                  <a:pt x="6753801" y="3533708"/>
                  <a:pt x="6763724" y="3532385"/>
                </a:cubicBezTo>
                <a:cubicBezTo>
                  <a:pt x="6773645" y="3531062"/>
                  <a:pt x="6824579" y="3523786"/>
                  <a:pt x="6833178" y="3522463"/>
                </a:cubicBezTo>
                <a:cubicBezTo>
                  <a:pt x="6841778" y="3521140"/>
                  <a:pt x="6882126" y="3513865"/>
                  <a:pt x="6892710" y="3512542"/>
                </a:cubicBezTo>
                <a:cubicBezTo>
                  <a:pt x="6903294" y="3511219"/>
                  <a:pt x="6978698" y="3503943"/>
                  <a:pt x="6991928" y="3502620"/>
                </a:cubicBezTo>
                <a:cubicBezTo>
                  <a:pt x="7005156" y="3501297"/>
                  <a:pt x="7079901" y="3494021"/>
                  <a:pt x="7091146" y="3492698"/>
                </a:cubicBezTo>
                <a:cubicBezTo>
                  <a:pt x="7102391" y="3491375"/>
                  <a:pt x="7151339" y="3483438"/>
                  <a:pt x="7160600" y="3482777"/>
                </a:cubicBezTo>
                <a:cubicBezTo>
                  <a:pt x="7169860" y="3482115"/>
                  <a:pt x="7222115" y="3483438"/>
                  <a:pt x="7230053" y="3482777"/>
                </a:cubicBezTo>
                <a:cubicBezTo>
                  <a:pt x="7237990" y="3482115"/>
                  <a:pt x="7274371" y="3474177"/>
                  <a:pt x="7279663" y="3472855"/>
                </a:cubicBezTo>
                <a:cubicBezTo>
                  <a:pt x="7284954" y="3471532"/>
                  <a:pt x="7306120" y="3464256"/>
                  <a:pt x="7309428" y="3462933"/>
                </a:cubicBezTo>
                <a:cubicBezTo>
                  <a:pt x="7312734" y="3461610"/>
                  <a:pt x="7325964" y="3453672"/>
                  <a:pt x="7329272" y="3453011"/>
                </a:cubicBezTo>
                <a:cubicBezTo>
                  <a:pt x="7332578" y="3452350"/>
                  <a:pt x="7355068" y="3453672"/>
                  <a:pt x="7359037" y="3453011"/>
                </a:cubicBezTo>
                <a:cubicBezTo>
                  <a:pt x="7363006" y="3452350"/>
                  <a:pt x="7386157" y="3444412"/>
                  <a:pt x="7388803" y="3443089"/>
                </a:cubicBezTo>
                <a:cubicBezTo>
                  <a:pt x="7391449" y="3441766"/>
                  <a:pt x="7398063" y="3434490"/>
                  <a:pt x="7398725" y="3433167"/>
                </a:cubicBezTo>
                <a:cubicBezTo>
                  <a:pt x="7399386" y="3431844"/>
                  <a:pt x="7398063" y="3424568"/>
                  <a:pt x="7398725" y="3423246"/>
                </a:cubicBezTo>
                <a:cubicBezTo>
                  <a:pt x="7399386" y="3421922"/>
                  <a:pt x="7407985" y="3419938"/>
                  <a:pt x="7408647" y="3413324"/>
                </a:cubicBezTo>
                <a:cubicBezTo>
                  <a:pt x="7409308" y="3406709"/>
                  <a:pt x="7408647" y="3329980"/>
                  <a:pt x="7408647" y="3324027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pSp>
        <p:nvGrpSpPr>
          <p:cNvPr id="26" name=""/>
          <p:cNvGrpSpPr/>
          <p:nvPr/>
        </p:nvGrpSpPr>
        <p:grpSpPr>
          <a:xfrm rot="0">
            <a:off x="3250003" y="4461891"/>
            <a:ext cx="469699" cy="960064"/>
            <a:chOff x="3148965" y="3813810"/>
            <a:chExt cx="786765" cy="1608145"/>
          </a:xfrm>
        </p:grpSpPr>
        <p:sp>
          <p:nvSpPr>
            <p:cNvPr id="9" name=""/>
            <p:cNvSpPr/>
            <p:nvPr/>
          </p:nvSpPr>
          <p:spPr>
            <a:xfrm>
              <a:off x="3148965" y="3813810"/>
              <a:ext cx="786765" cy="648081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10" name=""/>
            <p:cNvCxnSpPr/>
            <p:nvPr/>
          </p:nvCxnSpPr>
          <p:spPr>
            <a:xfrm rot="16200000" flipH="1">
              <a:off x="3410712" y="4593526"/>
              <a:ext cx="263271" cy="0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"/>
            <p:cNvCxnSpPr/>
            <p:nvPr/>
          </p:nvCxnSpPr>
          <p:spPr>
            <a:xfrm rot="10800000" flipV="1">
              <a:off x="3148965" y="4677918"/>
              <a:ext cx="393382" cy="263271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"/>
            <p:cNvCxnSpPr/>
            <p:nvPr/>
          </p:nvCxnSpPr>
          <p:spPr>
            <a:xfrm rot="16200000" flipH="1">
              <a:off x="3535393" y="4684871"/>
              <a:ext cx="263272" cy="249364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"/>
            <p:cNvCxnSpPr/>
            <p:nvPr/>
          </p:nvCxnSpPr>
          <p:spPr>
            <a:xfrm rot="5400000">
              <a:off x="3290316" y="4977192"/>
              <a:ext cx="504064" cy="1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"/>
            <p:cNvCxnSpPr>
              <a:endCxn id="6" idx="3"/>
            </p:cNvCxnSpPr>
            <p:nvPr/>
          </p:nvCxnSpPr>
          <p:spPr>
            <a:xfrm rot="10800000" flipV="1">
              <a:off x="3221713" y="5229225"/>
              <a:ext cx="320633" cy="192730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"/>
            <p:cNvCxnSpPr>
              <a:endCxn id="6" idx="6"/>
            </p:cNvCxnSpPr>
            <p:nvPr/>
          </p:nvCxnSpPr>
          <p:spPr>
            <a:xfrm rot="16200000" flipH="1">
              <a:off x="3532533" y="5239040"/>
              <a:ext cx="171496" cy="151866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"/>
          <p:cNvCxnSpPr>
            <a:stCxn id="6" idx="19"/>
          </p:cNvCxnSpPr>
          <p:nvPr/>
        </p:nvCxnSpPr>
        <p:spPr>
          <a:xfrm rot="16200000" flipV="1">
            <a:off x="3769448" y="4844200"/>
            <a:ext cx="779577" cy="149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"/>
          <p:cNvCxnSpPr>
            <a:endCxn id="6" idx="50"/>
          </p:cNvCxnSpPr>
          <p:nvPr/>
        </p:nvCxnSpPr>
        <p:spPr>
          <a:xfrm>
            <a:off x="4166716" y="4461891"/>
            <a:ext cx="652051" cy="576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"/>
          <p:cNvSpPr/>
          <p:nvPr/>
        </p:nvSpPr>
        <p:spPr>
          <a:xfrm>
            <a:off x="4178304" y="244022"/>
            <a:ext cx="6511722" cy="2034238"/>
          </a:xfrm>
          <a:custGeom>
            <a:avLst/>
            <a:gdLst>
              <a:gd name="connsiteX0" fmla="*/ -2187 w 6511722"/>
              <a:gd name="connsiteY0" fmla="*/ 1577634 h 2034238"/>
              <a:gd name="connsiteX1" fmla="*/ 47422 w 6511722"/>
              <a:gd name="connsiteY1" fmla="*/ 1547868 h 2034238"/>
              <a:gd name="connsiteX2" fmla="*/ 87109 w 6511722"/>
              <a:gd name="connsiteY2" fmla="*/ 1547868 h 2034238"/>
              <a:gd name="connsiteX3" fmla="*/ 97031 w 6511722"/>
              <a:gd name="connsiteY3" fmla="*/ 1537946 h 2034238"/>
              <a:gd name="connsiteX4" fmla="*/ 106953 w 6511722"/>
              <a:gd name="connsiteY4" fmla="*/ 1528024 h 2034238"/>
              <a:gd name="connsiteX5" fmla="*/ 146641 w 6511722"/>
              <a:gd name="connsiteY5" fmla="*/ 1528024 h 2034238"/>
              <a:gd name="connsiteX6" fmla="*/ 156562 w 6511722"/>
              <a:gd name="connsiteY6" fmla="*/ 1518102 h 2034238"/>
              <a:gd name="connsiteX7" fmla="*/ 166484 w 6511722"/>
              <a:gd name="connsiteY7" fmla="*/ 1508180 h 2034238"/>
              <a:gd name="connsiteX8" fmla="*/ 156562 w 6511722"/>
              <a:gd name="connsiteY8" fmla="*/ 1498259 h 2034238"/>
              <a:gd name="connsiteX9" fmla="*/ 166484 w 6511722"/>
              <a:gd name="connsiteY9" fmla="*/ 1488337 h 2034238"/>
              <a:gd name="connsiteX10" fmla="*/ 176406 w 6511722"/>
              <a:gd name="connsiteY10" fmla="*/ 1478415 h 2034238"/>
              <a:gd name="connsiteX11" fmla="*/ 186328 w 6511722"/>
              <a:gd name="connsiteY11" fmla="*/ 1468493 h 2034238"/>
              <a:gd name="connsiteX12" fmla="*/ 196250 w 6511722"/>
              <a:gd name="connsiteY12" fmla="*/ 1458571 h 2034238"/>
              <a:gd name="connsiteX13" fmla="*/ 206172 w 6511722"/>
              <a:gd name="connsiteY13" fmla="*/ 1448649 h 2034238"/>
              <a:gd name="connsiteX14" fmla="*/ 216093 w 6511722"/>
              <a:gd name="connsiteY14" fmla="*/ 1438727 h 2034238"/>
              <a:gd name="connsiteX15" fmla="*/ 226015 w 6511722"/>
              <a:gd name="connsiteY15" fmla="*/ 1428805 h 2034238"/>
              <a:gd name="connsiteX16" fmla="*/ 235938 w 6511722"/>
              <a:gd name="connsiteY16" fmla="*/ 1428805 h 2034238"/>
              <a:gd name="connsiteX17" fmla="*/ 245859 w 6511722"/>
              <a:gd name="connsiteY17" fmla="*/ 1418884 h 2034238"/>
              <a:gd name="connsiteX18" fmla="*/ 255781 w 6511722"/>
              <a:gd name="connsiteY18" fmla="*/ 1408962 h 2034238"/>
              <a:gd name="connsiteX19" fmla="*/ 265703 w 6511722"/>
              <a:gd name="connsiteY19" fmla="*/ 1399040 h 2034238"/>
              <a:gd name="connsiteX20" fmla="*/ 265703 w 6511722"/>
              <a:gd name="connsiteY20" fmla="*/ 1389118 h 2034238"/>
              <a:gd name="connsiteX21" fmla="*/ 275625 w 6511722"/>
              <a:gd name="connsiteY21" fmla="*/ 1379196 h 2034238"/>
              <a:gd name="connsiteX22" fmla="*/ 285547 w 6511722"/>
              <a:gd name="connsiteY22" fmla="*/ 1369274 h 2034238"/>
              <a:gd name="connsiteX23" fmla="*/ 295469 w 6511722"/>
              <a:gd name="connsiteY23" fmla="*/ 1359352 h 2034238"/>
              <a:gd name="connsiteX24" fmla="*/ 305390 w 6511722"/>
              <a:gd name="connsiteY24" fmla="*/ 1339509 h 2034238"/>
              <a:gd name="connsiteX25" fmla="*/ 305390 w 6511722"/>
              <a:gd name="connsiteY25" fmla="*/ 1329587 h 2034238"/>
              <a:gd name="connsiteX26" fmla="*/ 315312 w 6511722"/>
              <a:gd name="connsiteY26" fmla="*/ 1319665 h 2034238"/>
              <a:gd name="connsiteX27" fmla="*/ 325234 w 6511722"/>
              <a:gd name="connsiteY27" fmla="*/ 1319665 h 2034238"/>
              <a:gd name="connsiteX28" fmla="*/ 335156 w 6511722"/>
              <a:gd name="connsiteY28" fmla="*/ 1309743 h 2034238"/>
              <a:gd name="connsiteX29" fmla="*/ 335156 w 6511722"/>
              <a:gd name="connsiteY29" fmla="*/ 1299821 h 2034238"/>
              <a:gd name="connsiteX30" fmla="*/ 345078 w 6511722"/>
              <a:gd name="connsiteY30" fmla="*/ 1289899 h 2034238"/>
              <a:gd name="connsiteX31" fmla="*/ 355000 w 6511722"/>
              <a:gd name="connsiteY31" fmla="*/ 1279977 h 2034238"/>
              <a:gd name="connsiteX32" fmla="*/ 355000 w 6511722"/>
              <a:gd name="connsiteY32" fmla="*/ 1270055 h 2034238"/>
              <a:gd name="connsiteX33" fmla="*/ 364922 w 6511722"/>
              <a:gd name="connsiteY33" fmla="*/ 1260134 h 2034238"/>
              <a:gd name="connsiteX34" fmla="*/ 374844 w 6511722"/>
              <a:gd name="connsiteY34" fmla="*/ 1250212 h 2034238"/>
              <a:gd name="connsiteX35" fmla="*/ 384766 w 6511722"/>
              <a:gd name="connsiteY35" fmla="*/ 1240290 h 2034238"/>
              <a:gd name="connsiteX36" fmla="*/ 384766 w 6511722"/>
              <a:gd name="connsiteY36" fmla="*/ 1220446 h 2034238"/>
              <a:gd name="connsiteX37" fmla="*/ 394687 w 6511722"/>
              <a:gd name="connsiteY37" fmla="*/ 1210524 h 2034238"/>
              <a:gd name="connsiteX38" fmla="*/ 414531 w 6511722"/>
              <a:gd name="connsiteY38" fmla="*/ 1200602 h 2034238"/>
              <a:gd name="connsiteX39" fmla="*/ 424453 w 6511722"/>
              <a:gd name="connsiteY39" fmla="*/ 1180759 h 2034238"/>
              <a:gd name="connsiteX40" fmla="*/ 434375 w 6511722"/>
              <a:gd name="connsiteY40" fmla="*/ 1170837 h 2034238"/>
              <a:gd name="connsiteX41" fmla="*/ 444297 w 6511722"/>
              <a:gd name="connsiteY41" fmla="*/ 1160915 h 2034238"/>
              <a:gd name="connsiteX42" fmla="*/ 464140 w 6511722"/>
              <a:gd name="connsiteY42" fmla="*/ 1150993 h 2034238"/>
              <a:gd name="connsiteX43" fmla="*/ 474063 w 6511722"/>
              <a:gd name="connsiteY43" fmla="*/ 1141071 h 2034238"/>
              <a:gd name="connsiteX44" fmla="*/ 483984 w 6511722"/>
              <a:gd name="connsiteY44" fmla="*/ 1131149 h 2034238"/>
              <a:gd name="connsiteX45" fmla="*/ 493906 w 6511722"/>
              <a:gd name="connsiteY45" fmla="*/ 1121227 h 2034238"/>
              <a:gd name="connsiteX46" fmla="*/ 503828 w 6511722"/>
              <a:gd name="connsiteY46" fmla="*/ 1101384 h 2034238"/>
              <a:gd name="connsiteX47" fmla="*/ 513750 w 6511722"/>
              <a:gd name="connsiteY47" fmla="*/ 1081540 h 2034238"/>
              <a:gd name="connsiteX48" fmla="*/ 523672 w 6511722"/>
              <a:gd name="connsiteY48" fmla="*/ 1051774 h 2034238"/>
              <a:gd name="connsiteX49" fmla="*/ 523672 w 6511722"/>
              <a:gd name="connsiteY49" fmla="*/ 1041852 h 2034238"/>
              <a:gd name="connsiteX50" fmla="*/ 533594 w 6511722"/>
              <a:gd name="connsiteY50" fmla="*/ 1031931 h 2034238"/>
              <a:gd name="connsiteX51" fmla="*/ 543515 w 6511722"/>
              <a:gd name="connsiteY51" fmla="*/ 1022009 h 2034238"/>
              <a:gd name="connsiteX52" fmla="*/ 553437 w 6511722"/>
              <a:gd name="connsiteY52" fmla="*/ 1012087 h 2034238"/>
              <a:gd name="connsiteX53" fmla="*/ 563359 w 6511722"/>
              <a:gd name="connsiteY53" fmla="*/ 992243 h 2034238"/>
              <a:gd name="connsiteX54" fmla="*/ 573281 w 6511722"/>
              <a:gd name="connsiteY54" fmla="*/ 982321 h 2034238"/>
              <a:gd name="connsiteX55" fmla="*/ 573281 w 6511722"/>
              <a:gd name="connsiteY55" fmla="*/ 962477 h 2034238"/>
              <a:gd name="connsiteX56" fmla="*/ 583203 w 6511722"/>
              <a:gd name="connsiteY56" fmla="*/ 952555 h 2034238"/>
              <a:gd name="connsiteX57" fmla="*/ 593125 w 6511722"/>
              <a:gd name="connsiteY57" fmla="*/ 942634 h 2034238"/>
              <a:gd name="connsiteX58" fmla="*/ 603047 w 6511722"/>
              <a:gd name="connsiteY58" fmla="*/ 932712 h 2034238"/>
              <a:gd name="connsiteX59" fmla="*/ 612969 w 6511722"/>
              <a:gd name="connsiteY59" fmla="*/ 912868 h 2034238"/>
              <a:gd name="connsiteX60" fmla="*/ 622891 w 6511722"/>
              <a:gd name="connsiteY60" fmla="*/ 893024 h 2034238"/>
              <a:gd name="connsiteX61" fmla="*/ 622891 w 6511722"/>
              <a:gd name="connsiteY61" fmla="*/ 883102 h 2034238"/>
              <a:gd name="connsiteX62" fmla="*/ 632812 w 6511722"/>
              <a:gd name="connsiteY62" fmla="*/ 873180 h 2034238"/>
              <a:gd name="connsiteX63" fmla="*/ 632812 w 6511722"/>
              <a:gd name="connsiteY63" fmla="*/ 863259 h 2034238"/>
              <a:gd name="connsiteX64" fmla="*/ 642734 w 6511722"/>
              <a:gd name="connsiteY64" fmla="*/ 853337 h 2034238"/>
              <a:gd name="connsiteX65" fmla="*/ 642734 w 6511722"/>
              <a:gd name="connsiteY65" fmla="*/ 843415 h 2034238"/>
              <a:gd name="connsiteX66" fmla="*/ 652656 w 6511722"/>
              <a:gd name="connsiteY66" fmla="*/ 833493 h 2034238"/>
              <a:gd name="connsiteX67" fmla="*/ 662578 w 6511722"/>
              <a:gd name="connsiteY67" fmla="*/ 833493 h 2034238"/>
              <a:gd name="connsiteX68" fmla="*/ 672500 w 6511722"/>
              <a:gd name="connsiteY68" fmla="*/ 823571 h 2034238"/>
              <a:gd name="connsiteX69" fmla="*/ 682422 w 6511722"/>
              <a:gd name="connsiteY69" fmla="*/ 813649 h 2034238"/>
              <a:gd name="connsiteX70" fmla="*/ 682422 w 6511722"/>
              <a:gd name="connsiteY70" fmla="*/ 803727 h 2034238"/>
              <a:gd name="connsiteX71" fmla="*/ 692343 w 6511722"/>
              <a:gd name="connsiteY71" fmla="*/ 793806 h 2034238"/>
              <a:gd name="connsiteX72" fmla="*/ 702265 w 6511722"/>
              <a:gd name="connsiteY72" fmla="*/ 783884 h 2034238"/>
              <a:gd name="connsiteX73" fmla="*/ 712188 w 6511722"/>
              <a:gd name="connsiteY73" fmla="*/ 773962 h 2034238"/>
              <a:gd name="connsiteX74" fmla="*/ 722108 w 6511722"/>
              <a:gd name="connsiteY74" fmla="*/ 773962 h 2034238"/>
              <a:gd name="connsiteX75" fmla="*/ 732030 w 6511722"/>
              <a:gd name="connsiteY75" fmla="*/ 764040 h 2034238"/>
              <a:gd name="connsiteX76" fmla="*/ 741953 w 6511722"/>
              <a:gd name="connsiteY76" fmla="*/ 754118 h 2034238"/>
              <a:gd name="connsiteX77" fmla="*/ 751875 w 6511722"/>
              <a:gd name="connsiteY77" fmla="*/ 744196 h 2034238"/>
              <a:gd name="connsiteX78" fmla="*/ 761797 w 6511722"/>
              <a:gd name="connsiteY78" fmla="*/ 734274 h 2034238"/>
              <a:gd name="connsiteX79" fmla="*/ 771719 w 6511722"/>
              <a:gd name="connsiteY79" fmla="*/ 724352 h 2034238"/>
              <a:gd name="connsiteX80" fmla="*/ 781640 w 6511722"/>
              <a:gd name="connsiteY80" fmla="*/ 714430 h 2034238"/>
              <a:gd name="connsiteX81" fmla="*/ 791562 w 6511722"/>
              <a:gd name="connsiteY81" fmla="*/ 704509 h 2034238"/>
              <a:gd name="connsiteX82" fmla="*/ 801484 w 6511722"/>
              <a:gd name="connsiteY82" fmla="*/ 704509 h 2034238"/>
              <a:gd name="connsiteX83" fmla="*/ 811406 w 6511722"/>
              <a:gd name="connsiteY83" fmla="*/ 694587 h 2034238"/>
              <a:gd name="connsiteX84" fmla="*/ 821328 w 6511722"/>
              <a:gd name="connsiteY84" fmla="*/ 684665 h 2034238"/>
              <a:gd name="connsiteX85" fmla="*/ 831250 w 6511722"/>
              <a:gd name="connsiteY85" fmla="*/ 674743 h 2034238"/>
              <a:gd name="connsiteX86" fmla="*/ 841172 w 6511722"/>
              <a:gd name="connsiteY86" fmla="*/ 674743 h 2034238"/>
              <a:gd name="connsiteX87" fmla="*/ 851094 w 6511722"/>
              <a:gd name="connsiteY87" fmla="*/ 664821 h 2034238"/>
              <a:gd name="connsiteX88" fmla="*/ 861016 w 6511722"/>
              <a:gd name="connsiteY88" fmla="*/ 654899 h 2034238"/>
              <a:gd name="connsiteX89" fmla="*/ 870937 w 6511722"/>
              <a:gd name="connsiteY89" fmla="*/ 644977 h 2034238"/>
              <a:gd name="connsiteX90" fmla="*/ 890781 w 6511722"/>
              <a:gd name="connsiteY90" fmla="*/ 625134 h 2034238"/>
              <a:gd name="connsiteX91" fmla="*/ 900703 w 6511722"/>
              <a:gd name="connsiteY91" fmla="*/ 615212 h 2034238"/>
              <a:gd name="connsiteX92" fmla="*/ 920547 w 6511722"/>
              <a:gd name="connsiteY92" fmla="*/ 605290 h 2034238"/>
              <a:gd name="connsiteX93" fmla="*/ 950313 w 6511722"/>
              <a:gd name="connsiteY93" fmla="*/ 605290 h 2034238"/>
              <a:gd name="connsiteX94" fmla="*/ 980078 w 6511722"/>
              <a:gd name="connsiteY94" fmla="*/ 595368 h 2034238"/>
              <a:gd name="connsiteX95" fmla="*/ 1138828 w 6511722"/>
              <a:gd name="connsiteY95" fmla="*/ 595368 h 2034238"/>
              <a:gd name="connsiteX96" fmla="*/ 1148750 w 6511722"/>
              <a:gd name="connsiteY96" fmla="*/ 605290 h 2034238"/>
              <a:gd name="connsiteX97" fmla="*/ 1168593 w 6511722"/>
              <a:gd name="connsiteY97" fmla="*/ 615212 h 2034238"/>
              <a:gd name="connsiteX98" fmla="*/ 1188438 w 6511722"/>
              <a:gd name="connsiteY98" fmla="*/ 615212 h 2034238"/>
              <a:gd name="connsiteX99" fmla="*/ 1198358 w 6511722"/>
              <a:gd name="connsiteY99" fmla="*/ 625134 h 2034238"/>
              <a:gd name="connsiteX100" fmla="*/ 1218203 w 6511722"/>
              <a:gd name="connsiteY100" fmla="*/ 625134 h 2034238"/>
              <a:gd name="connsiteX101" fmla="*/ 1228125 w 6511722"/>
              <a:gd name="connsiteY101" fmla="*/ 635055 h 2034238"/>
              <a:gd name="connsiteX102" fmla="*/ 1238047 w 6511722"/>
              <a:gd name="connsiteY102" fmla="*/ 644977 h 2034238"/>
              <a:gd name="connsiteX103" fmla="*/ 1247969 w 6511722"/>
              <a:gd name="connsiteY103" fmla="*/ 654899 h 2034238"/>
              <a:gd name="connsiteX104" fmla="*/ 1257890 w 6511722"/>
              <a:gd name="connsiteY104" fmla="*/ 654899 h 2034238"/>
              <a:gd name="connsiteX105" fmla="*/ 1267812 w 6511722"/>
              <a:gd name="connsiteY105" fmla="*/ 664821 h 2034238"/>
              <a:gd name="connsiteX106" fmla="*/ 1277734 w 6511722"/>
              <a:gd name="connsiteY106" fmla="*/ 674743 h 2034238"/>
              <a:gd name="connsiteX107" fmla="*/ 1287656 w 6511722"/>
              <a:gd name="connsiteY107" fmla="*/ 684665 h 2034238"/>
              <a:gd name="connsiteX108" fmla="*/ 1297578 w 6511722"/>
              <a:gd name="connsiteY108" fmla="*/ 724352 h 2034238"/>
              <a:gd name="connsiteX109" fmla="*/ 1307500 w 6511722"/>
              <a:gd name="connsiteY109" fmla="*/ 734274 h 2034238"/>
              <a:gd name="connsiteX110" fmla="*/ 1317422 w 6511722"/>
              <a:gd name="connsiteY110" fmla="*/ 744196 h 2034238"/>
              <a:gd name="connsiteX111" fmla="*/ 1327344 w 6511722"/>
              <a:gd name="connsiteY111" fmla="*/ 754118 h 2034238"/>
              <a:gd name="connsiteX112" fmla="*/ 1337266 w 6511722"/>
              <a:gd name="connsiteY112" fmla="*/ 764040 h 2034238"/>
              <a:gd name="connsiteX113" fmla="*/ 1347187 w 6511722"/>
              <a:gd name="connsiteY113" fmla="*/ 773962 h 2034238"/>
              <a:gd name="connsiteX114" fmla="*/ 1357109 w 6511722"/>
              <a:gd name="connsiteY114" fmla="*/ 783884 h 2034238"/>
              <a:gd name="connsiteX115" fmla="*/ 1357109 w 6511722"/>
              <a:gd name="connsiteY115" fmla="*/ 803727 h 2034238"/>
              <a:gd name="connsiteX116" fmla="*/ 1367031 w 6511722"/>
              <a:gd name="connsiteY116" fmla="*/ 813649 h 2034238"/>
              <a:gd name="connsiteX117" fmla="*/ 1367031 w 6511722"/>
              <a:gd name="connsiteY117" fmla="*/ 823571 h 2034238"/>
              <a:gd name="connsiteX118" fmla="*/ 1376953 w 6511722"/>
              <a:gd name="connsiteY118" fmla="*/ 833493 h 2034238"/>
              <a:gd name="connsiteX119" fmla="*/ 1386875 w 6511722"/>
              <a:gd name="connsiteY119" fmla="*/ 843415 h 2034238"/>
              <a:gd name="connsiteX120" fmla="*/ 1396797 w 6511722"/>
              <a:gd name="connsiteY120" fmla="*/ 863259 h 2034238"/>
              <a:gd name="connsiteX121" fmla="*/ 1396797 w 6511722"/>
              <a:gd name="connsiteY121" fmla="*/ 873180 h 2034238"/>
              <a:gd name="connsiteX122" fmla="*/ 1406718 w 6511722"/>
              <a:gd name="connsiteY122" fmla="*/ 883102 h 2034238"/>
              <a:gd name="connsiteX123" fmla="*/ 1416641 w 6511722"/>
              <a:gd name="connsiteY123" fmla="*/ 902946 h 2034238"/>
              <a:gd name="connsiteX124" fmla="*/ 1426563 w 6511722"/>
              <a:gd name="connsiteY124" fmla="*/ 912868 h 2034238"/>
              <a:gd name="connsiteX125" fmla="*/ 1426563 w 6511722"/>
              <a:gd name="connsiteY125" fmla="*/ 922790 h 2034238"/>
              <a:gd name="connsiteX126" fmla="*/ 1436484 w 6511722"/>
              <a:gd name="connsiteY126" fmla="*/ 932712 h 2034238"/>
              <a:gd name="connsiteX127" fmla="*/ 1446406 w 6511722"/>
              <a:gd name="connsiteY127" fmla="*/ 942634 h 2034238"/>
              <a:gd name="connsiteX128" fmla="*/ 1456328 w 6511722"/>
              <a:gd name="connsiteY128" fmla="*/ 982321 h 2034238"/>
              <a:gd name="connsiteX129" fmla="*/ 1456328 w 6511722"/>
              <a:gd name="connsiteY129" fmla="*/ 1002165 h 2034238"/>
              <a:gd name="connsiteX130" fmla="*/ 1466249 w 6511722"/>
              <a:gd name="connsiteY130" fmla="*/ 1012087 h 2034238"/>
              <a:gd name="connsiteX131" fmla="*/ 1466249 w 6511722"/>
              <a:gd name="connsiteY131" fmla="*/ 1022009 h 2034238"/>
              <a:gd name="connsiteX132" fmla="*/ 1476172 w 6511722"/>
              <a:gd name="connsiteY132" fmla="*/ 1031931 h 2034238"/>
              <a:gd name="connsiteX133" fmla="*/ 1486094 w 6511722"/>
              <a:gd name="connsiteY133" fmla="*/ 1061696 h 2034238"/>
              <a:gd name="connsiteX134" fmla="*/ 1496015 w 6511722"/>
              <a:gd name="connsiteY134" fmla="*/ 1091462 h 2034238"/>
              <a:gd name="connsiteX135" fmla="*/ 1496015 w 6511722"/>
              <a:gd name="connsiteY135" fmla="*/ 1101384 h 2034238"/>
              <a:gd name="connsiteX136" fmla="*/ 1505937 w 6511722"/>
              <a:gd name="connsiteY136" fmla="*/ 1111305 h 2034238"/>
              <a:gd name="connsiteX137" fmla="*/ 1505937 w 6511722"/>
              <a:gd name="connsiteY137" fmla="*/ 1121227 h 2034238"/>
              <a:gd name="connsiteX138" fmla="*/ 1515859 w 6511722"/>
              <a:gd name="connsiteY138" fmla="*/ 1131149 h 2034238"/>
              <a:gd name="connsiteX139" fmla="*/ 1525781 w 6511722"/>
              <a:gd name="connsiteY139" fmla="*/ 1141071 h 2034238"/>
              <a:gd name="connsiteX140" fmla="*/ 1535703 w 6511722"/>
              <a:gd name="connsiteY140" fmla="*/ 1150993 h 2034238"/>
              <a:gd name="connsiteX141" fmla="*/ 1535703 w 6511722"/>
              <a:gd name="connsiteY141" fmla="*/ 1150993 h 2034238"/>
              <a:gd name="connsiteX142" fmla="*/ 1545625 w 6511722"/>
              <a:gd name="connsiteY142" fmla="*/ 1141071 h 2034238"/>
              <a:gd name="connsiteX143" fmla="*/ 1555547 w 6511722"/>
              <a:gd name="connsiteY143" fmla="*/ 1150993 h 2034238"/>
              <a:gd name="connsiteX144" fmla="*/ 1565469 w 6511722"/>
              <a:gd name="connsiteY144" fmla="*/ 1160915 h 2034238"/>
              <a:gd name="connsiteX145" fmla="*/ 1575391 w 6511722"/>
              <a:gd name="connsiteY145" fmla="*/ 1190680 h 2034238"/>
              <a:gd name="connsiteX146" fmla="*/ 1585312 w 6511722"/>
              <a:gd name="connsiteY146" fmla="*/ 1210524 h 2034238"/>
              <a:gd name="connsiteX147" fmla="*/ 1595234 w 6511722"/>
              <a:gd name="connsiteY147" fmla="*/ 1220446 h 2034238"/>
              <a:gd name="connsiteX148" fmla="*/ 1595234 w 6511722"/>
              <a:gd name="connsiteY148" fmla="*/ 1230368 h 2034238"/>
              <a:gd name="connsiteX149" fmla="*/ 1605156 w 6511722"/>
              <a:gd name="connsiteY149" fmla="*/ 1240290 h 2034238"/>
              <a:gd name="connsiteX150" fmla="*/ 1615078 w 6511722"/>
              <a:gd name="connsiteY150" fmla="*/ 1250212 h 2034238"/>
              <a:gd name="connsiteX151" fmla="*/ 1625000 w 6511722"/>
              <a:gd name="connsiteY151" fmla="*/ 1270055 h 2034238"/>
              <a:gd name="connsiteX152" fmla="*/ 1634922 w 6511722"/>
              <a:gd name="connsiteY152" fmla="*/ 1279977 h 2034238"/>
              <a:gd name="connsiteX153" fmla="*/ 1644843 w 6511722"/>
              <a:gd name="connsiteY153" fmla="*/ 1289899 h 2034238"/>
              <a:gd name="connsiteX154" fmla="*/ 1654765 w 6511722"/>
              <a:gd name="connsiteY154" fmla="*/ 1299821 h 2034238"/>
              <a:gd name="connsiteX155" fmla="*/ 1664687 w 6511722"/>
              <a:gd name="connsiteY155" fmla="*/ 1309743 h 2034238"/>
              <a:gd name="connsiteX156" fmla="*/ 1674609 w 6511722"/>
              <a:gd name="connsiteY156" fmla="*/ 1319665 h 2034238"/>
              <a:gd name="connsiteX157" fmla="*/ 1684531 w 6511722"/>
              <a:gd name="connsiteY157" fmla="*/ 1329587 h 2034238"/>
              <a:gd name="connsiteX158" fmla="*/ 1694453 w 6511722"/>
              <a:gd name="connsiteY158" fmla="*/ 1339509 h 2034238"/>
              <a:gd name="connsiteX159" fmla="*/ 1704375 w 6511722"/>
              <a:gd name="connsiteY159" fmla="*/ 1359352 h 2034238"/>
              <a:gd name="connsiteX160" fmla="*/ 1714297 w 6511722"/>
              <a:gd name="connsiteY160" fmla="*/ 1369274 h 2034238"/>
              <a:gd name="connsiteX161" fmla="*/ 1724219 w 6511722"/>
              <a:gd name="connsiteY161" fmla="*/ 1379196 h 2034238"/>
              <a:gd name="connsiteX162" fmla="*/ 1734140 w 6511722"/>
              <a:gd name="connsiteY162" fmla="*/ 1389118 h 2034238"/>
              <a:gd name="connsiteX163" fmla="*/ 1744062 w 6511722"/>
              <a:gd name="connsiteY163" fmla="*/ 1399040 h 2034238"/>
              <a:gd name="connsiteX164" fmla="*/ 1744062 w 6511722"/>
              <a:gd name="connsiteY164" fmla="*/ 1408962 h 2034238"/>
              <a:gd name="connsiteX165" fmla="*/ 1753985 w 6511722"/>
              <a:gd name="connsiteY165" fmla="*/ 1418884 h 2034238"/>
              <a:gd name="connsiteX166" fmla="*/ 1763906 w 6511722"/>
              <a:gd name="connsiteY166" fmla="*/ 1428805 h 2034238"/>
              <a:gd name="connsiteX167" fmla="*/ 1773828 w 6511722"/>
              <a:gd name="connsiteY167" fmla="*/ 1438727 h 2034238"/>
              <a:gd name="connsiteX168" fmla="*/ 1783750 w 6511722"/>
              <a:gd name="connsiteY168" fmla="*/ 1448649 h 2034238"/>
              <a:gd name="connsiteX169" fmla="*/ 1813515 w 6511722"/>
              <a:gd name="connsiteY169" fmla="*/ 1458571 h 2034238"/>
              <a:gd name="connsiteX170" fmla="*/ 1833359 w 6511722"/>
              <a:gd name="connsiteY170" fmla="*/ 1468493 h 2034238"/>
              <a:gd name="connsiteX171" fmla="*/ 1863125 w 6511722"/>
              <a:gd name="connsiteY171" fmla="*/ 1478415 h 2034238"/>
              <a:gd name="connsiteX172" fmla="*/ 1922656 w 6511722"/>
              <a:gd name="connsiteY172" fmla="*/ 1488337 h 2034238"/>
              <a:gd name="connsiteX173" fmla="*/ 1972265 w 6511722"/>
              <a:gd name="connsiteY173" fmla="*/ 1488337 h 2034238"/>
              <a:gd name="connsiteX174" fmla="*/ 1982187 w 6511722"/>
              <a:gd name="connsiteY174" fmla="*/ 1498259 h 2034238"/>
              <a:gd name="connsiteX175" fmla="*/ 2031797 w 6511722"/>
              <a:gd name="connsiteY175" fmla="*/ 1508180 h 2034238"/>
              <a:gd name="connsiteX176" fmla="*/ 2031797 w 6511722"/>
              <a:gd name="connsiteY176" fmla="*/ 1528024 h 2034238"/>
              <a:gd name="connsiteX177" fmla="*/ 2051641 w 6511722"/>
              <a:gd name="connsiteY177" fmla="*/ 1537946 h 2034238"/>
              <a:gd name="connsiteX178" fmla="*/ 2091328 w 6511722"/>
              <a:gd name="connsiteY178" fmla="*/ 1528024 h 2034238"/>
              <a:gd name="connsiteX179" fmla="*/ 2269921 w 6511722"/>
              <a:gd name="connsiteY179" fmla="*/ 1518102 h 2034238"/>
              <a:gd name="connsiteX180" fmla="*/ 2279843 w 6511722"/>
              <a:gd name="connsiteY180" fmla="*/ 1508180 h 2034238"/>
              <a:gd name="connsiteX181" fmla="*/ 2289765 w 6511722"/>
              <a:gd name="connsiteY181" fmla="*/ 1498259 h 2034238"/>
              <a:gd name="connsiteX182" fmla="*/ 2299687 w 6511722"/>
              <a:gd name="connsiteY182" fmla="*/ 1488337 h 2034238"/>
              <a:gd name="connsiteX183" fmla="*/ 2309609 w 6511722"/>
              <a:gd name="connsiteY183" fmla="*/ 1488337 h 2034238"/>
              <a:gd name="connsiteX184" fmla="*/ 2319531 w 6511722"/>
              <a:gd name="connsiteY184" fmla="*/ 1478415 h 2034238"/>
              <a:gd name="connsiteX185" fmla="*/ 2349297 w 6511722"/>
              <a:gd name="connsiteY185" fmla="*/ 1478415 h 2034238"/>
              <a:gd name="connsiteX186" fmla="*/ 2359219 w 6511722"/>
              <a:gd name="connsiteY186" fmla="*/ 1468493 h 2034238"/>
              <a:gd name="connsiteX187" fmla="*/ 2369141 w 6511722"/>
              <a:gd name="connsiteY187" fmla="*/ 1458571 h 2034238"/>
              <a:gd name="connsiteX188" fmla="*/ 2379063 w 6511722"/>
              <a:gd name="connsiteY188" fmla="*/ 1438727 h 2034238"/>
              <a:gd name="connsiteX189" fmla="*/ 2388984 w 6511722"/>
              <a:gd name="connsiteY189" fmla="*/ 1428805 h 2034238"/>
              <a:gd name="connsiteX190" fmla="*/ 2398906 w 6511722"/>
              <a:gd name="connsiteY190" fmla="*/ 1428805 h 2034238"/>
              <a:gd name="connsiteX191" fmla="*/ 2408828 w 6511722"/>
              <a:gd name="connsiteY191" fmla="*/ 1418884 h 2034238"/>
              <a:gd name="connsiteX192" fmla="*/ 2418749 w 6511722"/>
              <a:gd name="connsiteY192" fmla="*/ 1399040 h 2034238"/>
              <a:gd name="connsiteX193" fmla="*/ 2428672 w 6511722"/>
              <a:gd name="connsiteY193" fmla="*/ 1389118 h 2034238"/>
              <a:gd name="connsiteX194" fmla="*/ 2438594 w 6511722"/>
              <a:gd name="connsiteY194" fmla="*/ 1379196 h 2034238"/>
              <a:gd name="connsiteX195" fmla="*/ 2438594 w 6511722"/>
              <a:gd name="connsiteY195" fmla="*/ 1369274 h 2034238"/>
              <a:gd name="connsiteX196" fmla="*/ 2448515 w 6511722"/>
              <a:gd name="connsiteY196" fmla="*/ 1359352 h 2034238"/>
              <a:gd name="connsiteX197" fmla="*/ 2448515 w 6511722"/>
              <a:gd name="connsiteY197" fmla="*/ 1349430 h 2034238"/>
              <a:gd name="connsiteX198" fmla="*/ 2458437 w 6511722"/>
              <a:gd name="connsiteY198" fmla="*/ 1339509 h 2034238"/>
              <a:gd name="connsiteX199" fmla="*/ 2468359 w 6511722"/>
              <a:gd name="connsiteY199" fmla="*/ 1329587 h 2034238"/>
              <a:gd name="connsiteX200" fmla="*/ 2478281 w 6511722"/>
              <a:gd name="connsiteY200" fmla="*/ 1319665 h 2034238"/>
              <a:gd name="connsiteX201" fmla="*/ 2488203 w 6511722"/>
              <a:gd name="connsiteY201" fmla="*/ 1309743 h 2034238"/>
              <a:gd name="connsiteX202" fmla="*/ 2498125 w 6511722"/>
              <a:gd name="connsiteY202" fmla="*/ 1299821 h 2034238"/>
              <a:gd name="connsiteX203" fmla="*/ 2508047 w 6511722"/>
              <a:gd name="connsiteY203" fmla="*/ 1289899 h 2034238"/>
              <a:gd name="connsiteX204" fmla="*/ 2517969 w 6511722"/>
              <a:gd name="connsiteY204" fmla="*/ 1279977 h 2034238"/>
              <a:gd name="connsiteX205" fmla="*/ 2527891 w 6511722"/>
              <a:gd name="connsiteY205" fmla="*/ 1270055 h 2034238"/>
              <a:gd name="connsiteX206" fmla="*/ 2537812 w 6511722"/>
              <a:gd name="connsiteY206" fmla="*/ 1260134 h 2034238"/>
              <a:gd name="connsiteX207" fmla="*/ 2547734 w 6511722"/>
              <a:gd name="connsiteY207" fmla="*/ 1250212 h 2034238"/>
              <a:gd name="connsiteX208" fmla="*/ 2557656 w 6511722"/>
              <a:gd name="connsiteY208" fmla="*/ 1250212 h 2034238"/>
              <a:gd name="connsiteX209" fmla="*/ 2567578 w 6511722"/>
              <a:gd name="connsiteY209" fmla="*/ 1240290 h 2034238"/>
              <a:gd name="connsiteX210" fmla="*/ 2577500 w 6511722"/>
              <a:gd name="connsiteY210" fmla="*/ 1230368 h 2034238"/>
              <a:gd name="connsiteX211" fmla="*/ 2587422 w 6511722"/>
              <a:gd name="connsiteY211" fmla="*/ 1220446 h 2034238"/>
              <a:gd name="connsiteX212" fmla="*/ 2597343 w 6511722"/>
              <a:gd name="connsiteY212" fmla="*/ 1210524 h 2034238"/>
              <a:gd name="connsiteX213" fmla="*/ 2607265 w 6511722"/>
              <a:gd name="connsiteY213" fmla="*/ 1200602 h 2034238"/>
              <a:gd name="connsiteX214" fmla="*/ 2617187 w 6511722"/>
              <a:gd name="connsiteY214" fmla="*/ 1190680 h 2034238"/>
              <a:gd name="connsiteX215" fmla="*/ 2617187 w 6511722"/>
              <a:gd name="connsiteY215" fmla="*/ 1180759 h 2034238"/>
              <a:gd name="connsiteX216" fmla="*/ 2627109 w 6511722"/>
              <a:gd name="connsiteY216" fmla="*/ 1170837 h 2034238"/>
              <a:gd name="connsiteX217" fmla="*/ 2637031 w 6511722"/>
              <a:gd name="connsiteY217" fmla="*/ 1160915 h 2034238"/>
              <a:gd name="connsiteX218" fmla="*/ 2646953 w 6511722"/>
              <a:gd name="connsiteY218" fmla="*/ 1150993 h 2034238"/>
              <a:gd name="connsiteX219" fmla="*/ 2656875 w 6511722"/>
              <a:gd name="connsiteY219" fmla="*/ 1141071 h 2034238"/>
              <a:gd name="connsiteX220" fmla="*/ 2656875 w 6511722"/>
              <a:gd name="connsiteY220" fmla="*/ 1131149 h 2034238"/>
              <a:gd name="connsiteX221" fmla="*/ 2666797 w 6511722"/>
              <a:gd name="connsiteY221" fmla="*/ 1121227 h 2034238"/>
              <a:gd name="connsiteX222" fmla="*/ 2676719 w 6511722"/>
              <a:gd name="connsiteY222" fmla="*/ 1111305 h 2034238"/>
              <a:gd name="connsiteX223" fmla="*/ 2686640 w 6511722"/>
              <a:gd name="connsiteY223" fmla="*/ 1101384 h 2034238"/>
              <a:gd name="connsiteX224" fmla="*/ 2696562 w 6511722"/>
              <a:gd name="connsiteY224" fmla="*/ 1091462 h 2034238"/>
              <a:gd name="connsiteX225" fmla="*/ 2696562 w 6511722"/>
              <a:gd name="connsiteY225" fmla="*/ 1081540 h 2034238"/>
              <a:gd name="connsiteX226" fmla="*/ 2706485 w 6511722"/>
              <a:gd name="connsiteY226" fmla="*/ 1061696 h 2034238"/>
              <a:gd name="connsiteX227" fmla="*/ 2716406 w 6511722"/>
              <a:gd name="connsiteY227" fmla="*/ 1051774 h 2034238"/>
              <a:gd name="connsiteX228" fmla="*/ 2726328 w 6511722"/>
              <a:gd name="connsiteY228" fmla="*/ 1041852 h 2034238"/>
              <a:gd name="connsiteX229" fmla="*/ 2736250 w 6511722"/>
              <a:gd name="connsiteY229" fmla="*/ 1031931 h 2034238"/>
              <a:gd name="connsiteX230" fmla="*/ 2746171 w 6511722"/>
              <a:gd name="connsiteY230" fmla="*/ 1012087 h 2034238"/>
              <a:gd name="connsiteX231" fmla="*/ 2756093 w 6511722"/>
              <a:gd name="connsiteY231" fmla="*/ 1002165 h 2034238"/>
              <a:gd name="connsiteX232" fmla="*/ 2766015 w 6511722"/>
              <a:gd name="connsiteY232" fmla="*/ 992243 h 2034238"/>
              <a:gd name="connsiteX233" fmla="*/ 2775937 w 6511722"/>
              <a:gd name="connsiteY233" fmla="*/ 982321 h 2034238"/>
              <a:gd name="connsiteX234" fmla="*/ 2785859 w 6511722"/>
              <a:gd name="connsiteY234" fmla="*/ 982321 h 2034238"/>
              <a:gd name="connsiteX235" fmla="*/ 2795781 w 6511722"/>
              <a:gd name="connsiteY235" fmla="*/ 962477 h 2034238"/>
              <a:gd name="connsiteX236" fmla="*/ 2805703 w 6511722"/>
              <a:gd name="connsiteY236" fmla="*/ 952555 h 2034238"/>
              <a:gd name="connsiteX237" fmla="*/ 2825547 w 6511722"/>
              <a:gd name="connsiteY237" fmla="*/ 942634 h 2034238"/>
              <a:gd name="connsiteX238" fmla="*/ 2835469 w 6511722"/>
              <a:gd name="connsiteY238" fmla="*/ 932712 h 2034238"/>
              <a:gd name="connsiteX239" fmla="*/ 2845391 w 6511722"/>
              <a:gd name="connsiteY239" fmla="*/ 922790 h 2034238"/>
              <a:gd name="connsiteX240" fmla="*/ 2845391 w 6511722"/>
              <a:gd name="connsiteY240" fmla="*/ 912868 h 2034238"/>
              <a:gd name="connsiteX241" fmla="*/ 2855313 w 6511722"/>
              <a:gd name="connsiteY241" fmla="*/ 902946 h 2034238"/>
              <a:gd name="connsiteX242" fmla="*/ 2865234 w 6511722"/>
              <a:gd name="connsiteY242" fmla="*/ 893024 h 2034238"/>
              <a:gd name="connsiteX243" fmla="*/ 2875156 w 6511722"/>
              <a:gd name="connsiteY243" fmla="*/ 883102 h 2034238"/>
              <a:gd name="connsiteX244" fmla="*/ 2885078 w 6511722"/>
              <a:gd name="connsiteY244" fmla="*/ 863259 h 2034238"/>
              <a:gd name="connsiteX245" fmla="*/ 2885078 w 6511722"/>
              <a:gd name="connsiteY245" fmla="*/ 843415 h 2034238"/>
              <a:gd name="connsiteX246" fmla="*/ 2894999 w 6511722"/>
              <a:gd name="connsiteY246" fmla="*/ 833493 h 2034238"/>
              <a:gd name="connsiteX247" fmla="*/ 2894999 w 6511722"/>
              <a:gd name="connsiteY247" fmla="*/ 813649 h 2034238"/>
              <a:gd name="connsiteX248" fmla="*/ 2904922 w 6511722"/>
              <a:gd name="connsiteY248" fmla="*/ 803727 h 2034238"/>
              <a:gd name="connsiteX249" fmla="*/ 2904922 w 6511722"/>
              <a:gd name="connsiteY249" fmla="*/ 783884 h 2034238"/>
              <a:gd name="connsiteX250" fmla="*/ 2914844 w 6511722"/>
              <a:gd name="connsiteY250" fmla="*/ 773962 h 2034238"/>
              <a:gd name="connsiteX251" fmla="*/ 2914844 w 6511722"/>
              <a:gd name="connsiteY251" fmla="*/ 764040 h 2034238"/>
              <a:gd name="connsiteX252" fmla="*/ 2924765 w 6511722"/>
              <a:gd name="connsiteY252" fmla="*/ 754118 h 2034238"/>
              <a:gd name="connsiteX253" fmla="*/ 2924765 w 6511722"/>
              <a:gd name="connsiteY253" fmla="*/ 744196 h 2034238"/>
              <a:gd name="connsiteX254" fmla="*/ 2934687 w 6511722"/>
              <a:gd name="connsiteY254" fmla="*/ 734274 h 2034238"/>
              <a:gd name="connsiteX255" fmla="*/ 2944609 w 6511722"/>
              <a:gd name="connsiteY255" fmla="*/ 724352 h 2034238"/>
              <a:gd name="connsiteX256" fmla="*/ 2954531 w 6511722"/>
              <a:gd name="connsiteY256" fmla="*/ 684665 h 2034238"/>
              <a:gd name="connsiteX257" fmla="*/ 2964453 w 6511722"/>
              <a:gd name="connsiteY257" fmla="*/ 674743 h 2034238"/>
              <a:gd name="connsiteX258" fmla="*/ 2964453 w 6511722"/>
              <a:gd name="connsiteY258" fmla="*/ 654899 h 2034238"/>
              <a:gd name="connsiteX259" fmla="*/ 2974375 w 6511722"/>
              <a:gd name="connsiteY259" fmla="*/ 644977 h 2034238"/>
              <a:gd name="connsiteX260" fmla="*/ 2984297 w 6511722"/>
              <a:gd name="connsiteY260" fmla="*/ 615212 h 2034238"/>
              <a:gd name="connsiteX261" fmla="*/ 2984297 w 6511722"/>
              <a:gd name="connsiteY261" fmla="*/ 605290 h 2034238"/>
              <a:gd name="connsiteX262" fmla="*/ 2994219 w 6511722"/>
              <a:gd name="connsiteY262" fmla="*/ 595368 h 2034238"/>
              <a:gd name="connsiteX263" fmla="*/ 3004141 w 6511722"/>
              <a:gd name="connsiteY263" fmla="*/ 565602 h 2034238"/>
              <a:gd name="connsiteX264" fmla="*/ 3014062 w 6511722"/>
              <a:gd name="connsiteY264" fmla="*/ 545759 h 2034238"/>
              <a:gd name="connsiteX265" fmla="*/ 3023984 w 6511722"/>
              <a:gd name="connsiteY265" fmla="*/ 515993 h 2034238"/>
              <a:gd name="connsiteX266" fmla="*/ 3023984 w 6511722"/>
              <a:gd name="connsiteY266" fmla="*/ 506071 h 2034238"/>
              <a:gd name="connsiteX267" fmla="*/ 3033906 w 6511722"/>
              <a:gd name="connsiteY267" fmla="*/ 496149 h 2034238"/>
              <a:gd name="connsiteX268" fmla="*/ 3043828 w 6511722"/>
              <a:gd name="connsiteY268" fmla="*/ 486227 h 2034238"/>
              <a:gd name="connsiteX269" fmla="*/ 3053750 w 6511722"/>
              <a:gd name="connsiteY269" fmla="*/ 476305 h 2034238"/>
              <a:gd name="connsiteX270" fmla="*/ 3063672 w 6511722"/>
              <a:gd name="connsiteY270" fmla="*/ 456462 h 2034238"/>
              <a:gd name="connsiteX271" fmla="*/ 3073593 w 6511722"/>
              <a:gd name="connsiteY271" fmla="*/ 446540 h 2034238"/>
              <a:gd name="connsiteX272" fmla="*/ 3083515 w 6511722"/>
              <a:gd name="connsiteY272" fmla="*/ 436618 h 2034238"/>
              <a:gd name="connsiteX273" fmla="*/ 3093437 w 6511722"/>
              <a:gd name="connsiteY273" fmla="*/ 426696 h 2034238"/>
              <a:gd name="connsiteX274" fmla="*/ 3103359 w 6511722"/>
              <a:gd name="connsiteY274" fmla="*/ 416774 h 2034238"/>
              <a:gd name="connsiteX275" fmla="*/ 3113281 w 6511722"/>
              <a:gd name="connsiteY275" fmla="*/ 406852 h 2034238"/>
              <a:gd name="connsiteX276" fmla="*/ 3123203 w 6511722"/>
              <a:gd name="connsiteY276" fmla="*/ 396931 h 2034238"/>
              <a:gd name="connsiteX277" fmla="*/ 3133125 w 6511722"/>
              <a:gd name="connsiteY277" fmla="*/ 387009 h 2034238"/>
              <a:gd name="connsiteX278" fmla="*/ 3143047 w 6511722"/>
              <a:gd name="connsiteY278" fmla="*/ 377087 h 2034238"/>
              <a:gd name="connsiteX279" fmla="*/ 3152969 w 6511722"/>
              <a:gd name="connsiteY279" fmla="*/ 367165 h 2034238"/>
              <a:gd name="connsiteX280" fmla="*/ 3162890 w 6511722"/>
              <a:gd name="connsiteY280" fmla="*/ 357243 h 2034238"/>
              <a:gd name="connsiteX281" fmla="*/ 3172812 w 6511722"/>
              <a:gd name="connsiteY281" fmla="*/ 347321 h 2034238"/>
              <a:gd name="connsiteX282" fmla="*/ 3182735 w 6511722"/>
              <a:gd name="connsiteY282" fmla="*/ 337399 h 2034238"/>
              <a:gd name="connsiteX283" fmla="*/ 3192656 w 6511722"/>
              <a:gd name="connsiteY283" fmla="*/ 337399 h 2034238"/>
              <a:gd name="connsiteX284" fmla="*/ 3202578 w 6511722"/>
              <a:gd name="connsiteY284" fmla="*/ 327477 h 2034238"/>
              <a:gd name="connsiteX285" fmla="*/ 3212500 w 6511722"/>
              <a:gd name="connsiteY285" fmla="*/ 317555 h 2034238"/>
              <a:gd name="connsiteX286" fmla="*/ 3232343 w 6511722"/>
              <a:gd name="connsiteY286" fmla="*/ 307634 h 2034238"/>
              <a:gd name="connsiteX287" fmla="*/ 3242265 w 6511722"/>
              <a:gd name="connsiteY287" fmla="*/ 297712 h 2034238"/>
              <a:gd name="connsiteX288" fmla="*/ 3252187 w 6511722"/>
              <a:gd name="connsiteY288" fmla="*/ 297712 h 2034238"/>
              <a:gd name="connsiteX289" fmla="*/ 3262109 w 6511722"/>
              <a:gd name="connsiteY289" fmla="*/ 287790 h 2034238"/>
              <a:gd name="connsiteX290" fmla="*/ 3272031 w 6511722"/>
              <a:gd name="connsiteY290" fmla="*/ 277868 h 2034238"/>
              <a:gd name="connsiteX291" fmla="*/ 3291875 w 6511722"/>
              <a:gd name="connsiteY291" fmla="*/ 267946 h 2034238"/>
              <a:gd name="connsiteX292" fmla="*/ 3311719 w 6511722"/>
              <a:gd name="connsiteY292" fmla="*/ 258024 h 2034238"/>
              <a:gd name="connsiteX293" fmla="*/ 3331563 w 6511722"/>
              <a:gd name="connsiteY293" fmla="*/ 248102 h 2034238"/>
              <a:gd name="connsiteX294" fmla="*/ 3341484 w 6511722"/>
              <a:gd name="connsiteY294" fmla="*/ 238180 h 2034238"/>
              <a:gd name="connsiteX295" fmla="*/ 3351406 w 6511722"/>
              <a:gd name="connsiteY295" fmla="*/ 228259 h 2034238"/>
              <a:gd name="connsiteX296" fmla="*/ 3371249 w 6511722"/>
              <a:gd name="connsiteY296" fmla="*/ 218337 h 2034238"/>
              <a:gd name="connsiteX297" fmla="*/ 3401015 w 6511722"/>
              <a:gd name="connsiteY297" fmla="*/ 228259 h 2034238"/>
              <a:gd name="connsiteX298" fmla="*/ 3420859 w 6511722"/>
              <a:gd name="connsiteY298" fmla="*/ 228259 h 2034238"/>
              <a:gd name="connsiteX299" fmla="*/ 3430781 w 6511722"/>
              <a:gd name="connsiteY299" fmla="*/ 238180 h 2034238"/>
              <a:gd name="connsiteX300" fmla="*/ 3450625 w 6511722"/>
              <a:gd name="connsiteY300" fmla="*/ 238180 h 2034238"/>
              <a:gd name="connsiteX301" fmla="*/ 3460547 w 6511722"/>
              <a:gd name="connsiteY301" fmla="*/ 248102 h 2034238"/>
              <a:gd name="connsiteX302" fmla="*/ 3470469 w 6511722"/>
              <a:gd name="connsiteY302" fmla="*/ 258024 h 2034238"/>
              <a:gd name="connsiteX303" fmla="*/ 3480391 w 6511722"/>
              <a:gd name="connsiteY303" fmla="*/ 267946 h 2034238"/>
              <a:gd name="connsiteX304" fmla="*/ 3490312 w 6511722"/>
              <a:gd name="connsiteY304" fmla="*/ 267946 h 2034238"/>
              <a:gd name="connsiteX305" fmla="*/ 3500234 w 6511722"/>
              <a:gd name="connsiteY305" fmla="*/ 277868 h 2034238"/>
              <a:gd name="connsiteX306" fmla="*/ 3510156 w 6511722"/>
              <a:gd name="connsiteY306" fmla="*/ 287790 h 2034238"/>
              <a:gd name="connsiteX307" fmla="*/ 3510156 w 6511722"/>
              <a:gd name="connsiteY307" fmla="*/ 297712 h 2034238"/>
              <a:gd name="connsiteX308" fmla="*/ 3520078 w 6511722"/>
              <a:gd name="connsiteY308" fmla="*/ 307634 h 2034238"/>
              <a:gd name="connsiteX309" fmla="*/ 3530000 w 6511722"/>
              <a:gd name="connsiteY309" fmla="*/ 317555 h 2034238"/>
              <a:gd name="connsiteX310" fmla="*/ 3539922 w 6511722"/>
              <a:gd name="connsiteY310" fmla="*/ 327477 h 2034238"/>
              <a:gd name="connsiteX311" fmla="*/ 3549843 w 6511722"/>
              <a:gd name="connsiteY311" fmla="*/ 347321 h 2034238"/>
              <a:gd name="connsiteX312" fmla="*/ 3559765 w 6511722"/>
              <a:gd name="connsiteY312" fmla="*/ 357243 h 2034238"/>
              <a:gd name="connsiteX313" fmla="*/ 3559765 w 6511722"/>
              <a:gd name="connsiteY313" fmla="*/ 367165 h 2034238"/>
              <a:gd name="connsiteX314" fmla="*/ 3579609 w 6511722"/>
              <a:gd name="connsiteY314" fmla="*/ 377087 h 2034238"/>
              <a:gd name="connsiteX315" fmla="*/ 3579609 w 6511722"/>
              <a:gd name="connsiteY315" fmla="*/ 396931 h 2034238"/>
              <a:gd name="connsiteX316" fmla="*/ 3589531 w 6511722"/>
              <a:gd name="connsiteY316" fmla="*/ 406852 h 2034238"/>
              <a:gd name="connsiteX317" fmla="*/ 3599453 w 6511722"/>
              <a:gd name="connsiteY317" fmla="*/ 416774 h 2034238"/>
              <a:gd name="connsiteX318" fmla="*/ 3599453 w 6511722"/>
              <a:gd name="connsiteY318" fmla="*/ 426696 h 2034238"/>
              <a:gd name="connsiteX319" fmla="*/ 3609375 w 6511722"/>
              <a:gd name="connsiteY319" fmla="*/ 436618 h 2034238"/>
              <a:gd name="connsiteX320" fmla="*/ 3609375 w 6511722"/>
              <a:gd name="connsiteY320" fmla="*/ 446540 h 2034238"/>
              <a:gd name="connsiteX321" fmla="*/ 3619297 w 6511722"/>
              <a:gd name="connsiteY321" fmla="*/ 466384 h 2034238"/>
              <a:gd name="connsiteX322" fmla="*/ 3629219 w 6511722"/>
              <a:gd name="connsiteY322" fmla="*/ 476305 h 2034238"/>
              <a:gd name="connsiteX323" fmla="*/ 3639140 w 6511722"/>
              <a:gd name="connsiteY323" fmla="*/ 486227 h 2034238"/>
              <a:gd name="connsiteX324" fmla="*/ 3639140 w 6511722"/>
              <a:gd name="connsiteY324" fmla="*/ 496149 h 2034238"/>
              <a:gd name="connsiteX325" fmla="*/ 3649062 w 6511722"/>
              <a:gd name="connsiteY325" fmla="*/ 506071 h 2034238"/>
              <a:gd name="connsiteX326" fmla="*/ 3658985 w 6511722"/>
              <a:gd name="connsiteY326" fmla="*/ 515993 h 2034238"/>
              <a:gd name="connsiteX327" fmla="*/ 3658985 w 6511722"/>
              <a:gd name="connsiteY327" fmla="*/ 525915 h 2034238"/>
              <a:gd name="connsiteX328" fmla="*/ 3668906 w 6511722"/>
              <a:gd name="connsiteY328" fmla="*/ 535837 h 2034238"/>
              <a:gd name="connsiteX329" fmla="*/ 3668906 w 6511722"/>
              <a:gd name="connsiteY329" fmla="*/ 545759 h 2034238"/>
              <a:gd name="connsiteX330" fmla="*/ 3678828 w 6511722"/>
              <a:gd name="connsiteY330" fmla="*/ 555680 h 2034238"/>
              <a:gd name="connsiteX331" fmla="*/ 3688750 w 6511722"/>
              <a:gd name="connsiteY331" fmla="*/ 565602 h 2034238"/>
              <a:gd name="connsiteX332" fmla="*/ 3698671 w 6511722"/>
              <a:gd name="connsiteY332" fmla="*/ 585446 h 2034238"/>
              <a:gd name="connsiteX333" fmla="*/ 3698671 w 6511722"/>
              <a:gd name="connsiteY333" fmla="*/ 595368 h 2034238"/>
              <a:gd name="connsiteX334" fmla="*/ 3708593 w 6511722"/>
              <a:gd name="connsiteY334" fmla="*/ 605290 h 2034238"/>
              <a:gd name="connsiteX335" fmla="*/ 3708593 w 6511722"/>
              <a:gd name="connsiteY335" fmla="*/ 625134 h 2034238"/>
              <a:gd name="connsiteX336" fmla="*/ 3718515 w 6511722"/>
              <a:gd name="connsiteY336" fmla="*/ 635055 h 2034238"/>
              <a:gd name="connsiteX337" fmla="*/ 3718515 w 6511722"/>
              <a:gd name="connsiteY337" fmla="*/ 644977 h 2034238"/>
              <a:gd name="connsiteX338" fmla="*/ 3728437 w 6511722"/>
              <a:gd name="connsiteY338" fmla="*/ 654899 h 2034238"/>
              <a:gd name="connsiteX339" fmla="*/ 3728437 w 6511722"/>
              <a:gd name="connsiteY339" fmla="*/ 674743 h 2034238"/>
              <a:gd name="connsiteX340" fmla="*/ 3748281 w 6511722"/>
              <a:gd name="connsiteY340" fmla="*/ 694587 h 2034238"/>
              <a:gd name="connsiteX341" fmla="*/ 3748281 w 6511722"/>
              <a:gd name="connsiteY341" fmla="*/ 724352 h 2034238"/>
              <a:gd name="connsiteX342" fmla="*/ 3758203 w 6511722"/>
              <a:gd name="connsiteY342" fmla="*/ 744196 h 2034238"/>
              <a:gd name="connsiteX343" fmla="*/ 3758203 w 6511722"/>
              <a:gd name="connsiteY343" fmla="*/ 764040 h 2034238"/>
              <a:gd name="connsiteX344" fmla="*/ 3768125 w 6511722"/>
              <a:gd name="connsiteY344" fmla="*/ 773962 h 2034238"/>
              <a:gd name="connsiteX345" fmla="*/ 3768125 w 6511722"/>
              <a:gd name="connsiteY345" fmla="*/ 793806 h 2034238"/>
              <a:gd name="connsiteX346" fmla="*/ 3778047 w 6511722"/>
              <a:gd name="connsiteY346" fmla="*/ 803727 h 2034238"/>
              <a:gd name="connsiteX347" fmla="*/ 3787969 w 6511722"/>
              <a:gd name="connsiteY347" fmla="*/ 813649 h 2034238"/>
              <a:gd name="connsiteX348" fmla="*/ 3797891 w 6511722"/>
              <a:gd name="connsiteY348" fmla="*/ 843415 h 2034238"/>
              <a:gd name="connsiteX349" fmla="*/ 3797891 w 6511722"/>
              <a:gd name="connsiteY349" fmla="*/ 863259 h 2034238"/>
              <a:gd name="connsiteX350" fmla="*/ 3807813 w 6511722"/>
              <a:gd name="connsiteY350" fmla="*/ 873180 h 2034238"/>
              <a:gd name="connsiteX351" fmla="*/ 3807813 w 6511722"/>
              <a:gd name="connsiteY351" fmla="*/ 893024 h 2034238"/>
              <a:gd name="connsiteX352" fmla="*/ 3817734 w 6511722"/>
              <a:gd name="connsiteY352" fmla="*/ 912868 h 2034238"/>
              <a:gd name="connsiteX353" fmla="*/ 3827656 w 6511722"/>
              <a:gd name="connsiteY353" fmla="*/ 922790 h 2034238"/>
              <a:gd name="connsiteX354" fmla="*/ 3837578 w 6511722"/>
              <a:gd name="connsiteY354" fmla="*/ 932712 h 2034238"/>
              <a:gd name="connsiteX355" fmla="*/ 3837578 w 6511722"/>
              <a:gd name="connsiteY355" fmla="*/ 952555 h 2034238"/>
              <a:gd name="connsiteX356" fmla="*/ 3847499 w 6511722"/>
              <a:gd name="connsiteY356" fmla="*/ 962477 h 2034238"/>
              <a:gd name="connsiteX357" fmla="*/ 3847499 w 6511722"/>
              <a:gd name="connsiteY357" fmla="*/ 982321 h 2034238"/>
              <a:gd name="connsiteX358" fmla="*/ 3857422 w 6511722"/>
              <a:gd name="connsiteY358" fmla="*/ 992243 h 2034238"/>
              <a:gd name="connsiteX359" fmla="*/ 3867344 w 6511722"/>
              <a:gd name="connsiteY359" fmla="*/ 1002165 h 2034238"/>
              <a:gd name="connsiteX360" fmla="*/ 3877265 w 6511722"/>
              <a:gd name="connsiteY360" fmla="*/ 1031931 h 2034238"/>
              <a:gd name="connsiteX361" fmla="*/ 3887187 w 6511722"/>
              <a:gd name="connsiteY361" fmla="*/ 1041852 h 2034238"/>
              <a:gd name="connsiteX362" fmla="*/ 3887187 w 6511722"/>
              <a:gd name="connsiteY362" fmla="*/ 1051774 h 2034238"/>
              <a:gd name="connsiteX363" fmla="*/ 3897109 w 6511722"/>
              <a:gd name="connsiteY363" fmla="*/ 1061696 h 2034238"/>
              <a:gd name="connsiteX364" fmla="*/ 3907031 w 6511722"/>
              <a:gd name="connsiteY364" fmla="*/ 1071618 h 2034238"/>
              <a:gd name="connsiteX365" fmla="*/ 3916953 w 6511722"/>
              <a:gd name="connsiteY365" fmla="*/ 1081540 h 2034238"/>
              <a:gd name="connsiteX366" fmla="*/ 3916953 w 6511722"/>
              <a:gd name="connsiteY366" fmla="*/ 1091462 h 2034238"/>
              <a:gd name="connsiteX367" fmla="*/ 3926875 w 6511722"/>
              <a:gd name="connsiteY367" fmla="*/ 1101384 h 2034238"/>
              <a:gd name="connsiteX368" fmla="*/ 3936797 w 6511722"/>
              <a:gd name="connsiteY368" fmla="*/ 1111305 h 2034238"/>
              <a:gd name="connsiteX369" fmla="*/ 3946719 w 6511722"/>
              <a:gd name="connsiteY369" fmla="*/ 1121227 h 2034238"/>
              <a:gd name="connsiteX370" fmla="*/ 3956641 w 6511722"/>
              <a:gd name="connsiteY370" fmla="*/ 1131149 h 2034238"/>
              <a:gd name="connsiteX371" fmla="*/ 3956641 w 6511722"/>
              <a:gd name="connsiteY371" fmla="*/ 1141071 h 2034238"/>
              <a:gd name="connsiteX372" fmla="*/ 3966562 w 6511722"/>
              <a:gd name="connsiteY372" fmla="*/ 1150993 h 2034238"/>
              <a:gd name="connsiteX373" fmla="*/ 3966562 w 6511722"/>
              <a:gd name="connsiteY373" fmla="*/ 1160915 h 2034238"/>
              <a:gd name="connsiteX374" fmla="*/ 3976484 w 6511722"/>
              <a:gd name="connsiteY374" fmla="*/ 1170837 h 2034238"/>
              <a:gd name="connsiteX375" fmla="*/ 3986406 w 6511722"/>
              <a:gd name="connsiteY375" fmla="*/ 1170837 h 2034238"/>
              <a:gd name="connsiteX376" fmla="*/ 3996328 w 6511722"/>
              <a:gd name="connsiteY376" fmla="*/ 1180759 h 2034238"/>
              <a:gd name="connsiteX377" fmla="*/ 3996328 w 6511722"/>
              <a:gd name="connsiteY377" fmla="*/ 1190680 h 2034238"/>
              <a:gd name="connsiteX378" fmla="*/ 4006250 w 6511722"/>
              <a:gd name="connsiteY378" fmla="*/ 1200602 h 2034238"/>
              <a:gd name="connsiteX379" fmla="*/ 4016172 w 6511722"/>
              <a:gd name="connsiteY379" fmla="*/ 1200602 h 2034238"/>
              <a:gd name="connsiteX380" fmla="*/ 4026093 w 6511722"/>
              <a:gd name="connsiteY380" fmla="*/ 1210524 h 2034238"/>
              <a:gd name="connsiteX381" fmla="*/ 4036015 w 6511722"/>
              <a:gd name="connsiteY381" fmla="*/ 1230368 h 2034238"/>
              <a:gd name="connsiteX382" fmla="*/ 4045937 w 6511722"/>
              <a:gd name="connsiteY382" fmla="*/ 1240290 h 2034238"/>
              <a:gd name="connsiteX383" fmla="*/ 4055859 w 6511722"/>
              <a:gd name="connsiteY383" fmla="*/ 1240290 h 2034238"/>
              <a:gd name="connsiteX384" fmla="*/ 4065781 w 6511722"/>
              <a:gd name="connsiteY384" fmla="*/ 1250212 h 2034238"/>
              <a:gd name="connsiteX385" fmla="*/ 4065781 w 6511722"/>
              <a:gd name="connsiteY385" fmla="*/ 1260134 h 2034238"/>
              <a:gd name="connsiteX386" fmla="*/ 4075703 w 6511722"/>
              <a:gd name="connsiteY386" fmla="*/ 1270055 h 2034238"/>
              <a:gd name="connsiteX387" fmla="*/ 4085625 w 6511722"/>
              <a:gd name="connsiteY387" fmla="*/ 1279977 h 2034238"/>
              <a:gd name="connsiteX388" fmla="*/ 4095547 w 6511722"/>
              <a:gd name="connsiteY388" fmla="*/ 1289899 h 2034238"/>
              <a:gd name="connsiteX389" fmla="*/ 4105469 w 6511722"/>
              <a:gd name="connsiteY389" fmla="*/ 1299821 h 2034238"/>
              <a:gd name="connsiteX390" fmla="*/ 4115390 w 6511722"/>
              <a:gd name="connsiteY390" fmla="*/ 1309743 h 2034238"/>
              <a:gd name="connsiteX391" fmla="*/ 4125312 w 6511722"/>
              <a:gd name="connsiteY391" fmla="*/ 1309743 h 2034238"/>
              <a:gd name="connsiteX392" fmla="*/ 4135235 w 6511722"/>
              <a:gd name="connsiteY392" fmla="*/ 1319665 h 2034238"/>
              <a:gd name="connsiteX393" fmla="*/ 4145156 w 6511722"/>
              <a:gd name="connsiteY393" fmla="*/ 1329587 h 2034238"/>
              <a:gd name="connsiteX394" fmla="*/ 4155078 w 6511722"/>
              <a:gd name="connsiteY394" fmla="*/ 1339509 h 2034238"/>
              <a:gd name="connsiteX395" fmla="*/ 4155078 w 6511722"/>
              <a:gd name="connsiteY395" fmla="*/ 1369274 h 2034238"/>
              <a:gd name="connsiteX396" fmla="*/ 4165000 w 6511722"/>
              <a:gd name="connsiteY396" fmla="*/ 1379196 h 2034238"/>
              <a:gd name="connsiteX397" fmla="*/ 4174921 w 6511722"/>
              <a:gd name="connsiteY397" fmla="*/ 1399040 h 2034238"/>
              <a:gd name="connsiteX398" fmla="*/ 4184843 w 6511722"/>
              <a:gd name="connsiteY398" fmla="*/ 1408962 h 2034238"/>
              <a:gd name="connsiteX399" fmla="*/ 4194766 w 6511722"/>
              <a:gd name="connsiteY399" fmla="*/ 1418884 h 2034238"/>
              <a:gd name="connsiteX400" fmla="*/ 4204688 w 6511722"/>
              <a:gd name="connsiteY400" fmla="*/ 1428805 h 2034238"/>
              <a:gd name="connsiteX401" fmla="*/ 4214610 w 6511722"/>
              <a:gd name="connsiteY401" fmla="*/ 1438727 h 2034238"/>
              <a:gd name="connsiteX402" fmla="*/ 4234453 w 6511722"/>
              <a:gd name="connsiteY402" fmla="*/ 1438727 h 2034238"/>
              <a:gd name="connsiteX403" fmla="*/ 4244375 w 6511722"/>
              <a:gd name="connsiteY403" fmla="*/ 1448649 h 2034238"/>
              <a:gd name="connsiteX404" fmla="*/ 4274141 w 6511722"/>
              <a:gd name="connsiteY404" fmla="*/ 1458571 h 2034238"/>
              <a:gd name="connsiteX405" fmla="*/ 4403126 w 6511722"/>
              <a:gd name="connsiteY405" fmla="*/ 1448649 h 2034238"/>
              <a:gd name="connsiteX406" fmla="*/ 4413047 w 6511722"/>
              <a:gd name="connsiteY406" fmla="*/ 1448649 h 2034238"/>
              <a:gd name="connsiteX407" fmla="*/ 4422969 w 6511722"/>
              <a:gd name="connsiteY407" fmla="*/ 1438727 h 2034238"/>
              <a:gd name="connsiteX408" fmla="*/ 4442813 w 6511722"/>
              <a:gd name="connsiteY408" fmla="*/ 1438727 h 2034238"/>
              <a:gd name="connsiteX409" fmla="*/ 4452735 w 6511722"/>
              <a:gd name="connsiteY409" fmla="*/ 1428805 h 2034238"/>
              <a:gd name="connsiteX410" fmla="*/ 4462657 w 6511722"/>
              <a:gd name="connsiteY410" fmla="*/ 1418884 h 2034238"/>
              <a:gd name="connsiteX411" fmla="*/ 4472579 w 6511722"/>
              <a:gd name="connsiteY411" fmla="*/ 1408962 h 2034238"/>
              <a:gd name="connsiteX412" fmla="*/ 4482501 w 6511722"/>
              <a:gd name="connsiteY412" fmla="*/ 1399040 h 2034238"/>
              <a:gd name="connsiteX413" fmla="*/ 4492423 w 6511722"/>
              <a:gd name="connsiteY413" fmla="*/ 1389118 h 2034238"/>
              <a:gd name="connsiteX414" fmla="*/ 4502344 w 6511722"/>
              <a:gd name="connsiteY414" fmla="*/ 1379196 h 2034238"/>
              <a:gd name="connsiteX415" fmla="*/ 4512266 w 6511722"/>
              <a:gd name="connsiteY415" fmla="*/ 1369274 h 2034238"/>
              <a:gd name="connsiteX416" fmla="*/ 4512266 w 6511722"/>
              <a:gd name="connsiteY416" fmla="*/ 1359352 h 2034238"/>
              <a:gd name="connsiteX417" fmla="*/ 4522188 w 6511722"/>
              <a:gd name="connsiteY417" fmla="*/ 1349430 h 2034238"/>
              <a:gd name="connsiteX418" fmla="*/ 4542032 w 6511722"/>
              <a:gd name="connsiteY418" fmla="*/ 1339509 h 2034238"/>
              <a:gd name="connsiteX419" fmla="*/ 4551954 w 6511722"/>
              <a:gd name="connsiteY419" fmla="*/ 1329587 h 2034238"/>
              <a:gd name="connsiteX420" fmla="*/ 4551954 w 6511722"/>
              <a:gd name="connsiteY420" fmla="*/ 1319665 h 2034238"/>
              <a:gd name="connsiteX421" fmla="*/ 4561875 w 6511722"/>
              <a:gd name="connsiteY421" fmla="*/ 1309743 h 2034238"/>
              <a:gd name="connsiteX422" fmla="*/ 4571797 w 6511722"/>
              <a:gd name="connsiteY422" fmla="*/ 1299821 h 2034238"/>
              <a:gd name="connsiteX423" fmla="*/ 4581719 w 6511722"/>
              <a:gd name="connsiteY423" fmla="*/ 1289899 h 2034238"/>
              <a:gd name="connsiteX424" fmla="*/ 4591641 w 6511722"/>
              <a:gd name="connsiteY424" fmla="*/ 1270055 h 2034238"/>
              <a:gd name="connsiteX425" fmla="*/ 4601563 w 6511722"/>
              <a:gd name="connsiteY425" fmla="*/ 1250212 h 2034238"/>
              <a:gd name="connsiteX426" fmla="*/ 4601563 w 6511722"/>
              <a:gd name="connsiteY426" fmla="*/ 1240290 h 2034238"/>
              <a:gd name="connsiteX427" fmla="*/ 4621407 w 6511722"/>
              <a:gd name="connsiteY427" fmla="*/ 1230368 h 2034238"/>
              <a:gd name="connsiteX428" fmla="*/ 4621407 w 6511722"/>
              <a:gd name="connsiteY428" fmla="*/ 1220446 h 2034238"/>
              <a:gd name="connsiteX429" fmla="*/ 4631329 w 6511722"/>
              <a:gd name="connsiteY429" fmla="*/ 1210524 h 2034238"/>
              <a:gd name="connsiteX430" fmla="*/ 4641251 w 6511722"/>
              <a:gd name="connsiteY430" fmla="*/ 1200602 h 2034238"/>
              <a:gd name="connsiteX431" fmla="*/ 4641251 w 6511722"/>
              <a:gd name="connsiteY431" fmla="*/ 1180759 h 2034238"/>
              <a:gd name="connsiteX432" fmla="*/ 4651172 w 6511722"/>
              <a:gd name="connsiteY432" fmla="*/ 1170837 h 2034238"/>
              <a:gd name="connsiteX433" fmla="*/ 4661094 w 6511722"/>
              <a:gd name="connsiteY433" fmla="*/ 1160915 h 2034238"/>
              <a:gd name="connsiteX434" fmla="*/ 4661094 w 6511722"/>
              <a:gd name="connsiteY434" fmla="*/ 1150993 h 2034238"/>
              <a:gd name="connsiteX435" fmla="*/ 4671016 w 6511722"/>
              <a:gd name="connsiteY435" fmla="*/ 1141071 h 2034238"/>
              <a:gd name="connsiteX436" fmla="*/ 4680938 w 6511722"/>
              <a:gd name="connsiteY436" fmla="*/ 1131149 h 2034238"/>
              <a:gd name="connsiteX437" fmla="*/ 4680938 w 6511722"/>
              <a:gd name="connsiteY437" fmla="*/ 1111305 h 2034238"/>
              <a:gd name="connsiteX438" fmla="*/ 4690860 w 6511722"/>
              <a:gd name="connsiteY438" fmla="*/ 1101384 h 2034238"/>
              <a:gd name="connsiteX439" fmla="*/ 4700782 w 6511722"/>
              <a:gd name="connsiteY439" fmla="*/ 1091462 h 2034238"/>
              <a:gd name="connsiteX440" fmla="*/ 4700782 w 6511722"/>
              <a:gd name="connsiteY440" fmla="*/ 1071618 h 2034238"/>
              <a:gd name="connsiteX441" fmla="*/ 4710703 w 6511722"/>
              <a:gd name="connsiteY441" fmla="*/ 1061696 h 2034238"/>
              <a:gd name="connsiteX442" fmla="*/ 4730547 w 6511722"/>
              <a:gd name="connsiteY442" fmla="*/ 1041852 h 2034238"/>
              <a:gd name="connsiteX443" fmla="*/ 4730547 w 6511722"/>
              <a:gd name="connsiteY443" fmla="*/ 1031931 h 2034238"/>
              <a:gd name="connsiteX444" fmla="*/ 4740469 w 6511722"/>
              <a:gd name="connsiteY444" fmla="*/ 1022009 h 2034238"/>
              <a:gd name="connsiteX445" fmla="*/ 4750391 w 6511722"/>
              <a:gd name="connsiteY445" fmla="*/ 1012087 h 2034238"/>
              <a:gd name="connsiteX446" fmla="*/ 4750391 w 6511722"/>
              <a:gd name="connsiteY446" fmla="*/ 992243 h 2034238"/>
              <a:gd name="connsiteX447" fmla="*/ 4760313 w 6511722"/>
              <a:gd name="connsiteY447" fmla="*/ 982321 h 2034238"/>
              <a:gd name="connsiteX448" fmla="*/ 4760313 w 6511722"/>
              <a:gd name="connsiteY448" fmla="*/ 962477 h 2034238"/>
              <a:gd name="connsiteX449" fmla="*/ 4770235 w 6511722"/>
              <a:gd name="connsiteY449" fmla="*/ 942634 h 2034238"/>
              <a:gd name="connsiteX450" fmla="*/ 4770235 w 6511722"/>
              <a:gd name="connsiteY450" fmla="*/ 912868 h 2034238"/>
              <a:gd name="connsiteX451" fmla="*/ 4780157 w 6511722"/>
              <a:gd name="connsiteY451" fmla="*/ 902946 h 2034238"/>
              <a:gd name="connsiteX452" fmla="*/ 4790079 w 6511722"/>
              <a:gd name="connsiteY452" fmla="*/ 893024 h 2034238"/>
              <a:gd name="connsiteX453" fmla="*/ 4809923 w 6511722"/>
              <a:gd name="connsiteY453" fmla="*/ 704509 h 2034238"/>
              <a:gd name="connsiteX454" fmla="*/ 4809923 w 6511722"/>
              <a:gd name="connsiteY454" fmla="*/ 674743 h 2034238"/>
              <a:gd name="connsiteX455" fmla="*/ 4819845 w 6511722"/>
              <a:gd name="connsiteY455" fmla="*/ 664821 h 2034238"/>
              <a:gd name="connsiteX456" fmla="*/ 4829766 w 6511722"/>
              <a:gd name="connsiteY456" fmla="*/ 654899 h 2034238"/>
              <a:gd name="connsiteX457" fmla="*/ 4839688 w 6511722"/>
              <a:gd name="connsiteY457" fmla="*/ 635055 h 2034238"/>
              <a:gd name="connsiteX458" fmla="*/ 4839688 w 6511722"/>
              <a:gd name="connsiteY458" fmla="*/ 615212 h 2034238"/>
              <a:gd name="connsiteX459" fmla="*/ 4849610 w 6511722"/>
              <a:gd name="connsiteY459" fmla="*/ 605290 h 2034238"/>
              <a:gd name="connsiteX460" fmla="*/ 4849610 w 6511722"/>
              <a:gd name="connsiteY460" fmla="*/ 555680 h 2034238"/>
              <a:gd name="connsiteX461" fmla="*/ 4859531 w 6511722"/>
              <a:gd name="connsiteY461" fmla="*/ 545759 h 2034238"/>
              <a:gd name="connsiteX462" fmla="*/ 4859531 w 6511722"/>
              <a:gd name="connsiteY462" fmla="*/ 535837 h 2034238"/>
              <a:gd name="connsiteX463" fmla="*/ 4869453 w 6511722"/>
              <a:gd name="connsiteY463" fmla="*/ 525915 h 2034238"/>
              <a:gd name="connsiteX464" fmla="*/ 4869453 w 6511722"/>
              <a:gd name="connsiteY464" fmla="*/ 486227 h 2034238"/>
              <a:gd name="connsiteX465" fmla="*/ 4879376 w 6511722"/>
              <a:gd name="connsiteY465" fmla="*/ 466384 h 2034238"/>
              <a:gd name="connsiteX466" fmla="*/ 4879376 w 6511722"/>
              <a:gd name="connsiteY466" fmla="*/ 426696 h 2034238"/>
              <a:gd name="connsiteX467" fmla="*/ 4889297 w 6511722"/>
              <a:gd name="connsiteY467" fmla="*/ 396931 h 2034238"/>
              <a:gd name="connsiteX468" fmla="*/ 4889297 w 6511722"/>
              <a:gd name="connsiteY468" fmla="*/ 377087 h 2034238"/>
              <a:gd name="connsiteX469" fmla="*/ 4899219 w 6511722"/>
              <a:gd name="connsiteY469" fmla="*/ 367165 h 2034238"/>
              <a:gd name="connsiteX470" fmla="*/ 4899219 w 6511722"/>
              <a:gd name="connsiteY470" fmla="*/ 347321 h 2034238"/>
              <a:gd name="connsiteX471" fmla="*/ 4909141 w 6511722"/>
              <a:gd name="connsiteY471" fmla="*/ 337399 h 2034238"/>
              <a:gd name="connsiteX472" fmla="*/ 4909141 w 6511722"/>
              <a:gd name="connsiteY472" fmla="*/ 307634 h 2034238"/>
              <a:gd name="connsiteX473" fmla="*/ 4919063 w 6511722"/>
              <a:gd name="connsiteY473" fmla="*/ 297712 h 2034238"/>
              <a:gd name="connsiteX474" fmla="*/ 4928985 w 6511722"/>
              <a:gd name="connsiteY474" fmla="*/ 267946 h 2034238"/>
              <a:gd name="connsiteX475" fmla="*/ 4948829 w 6511722"/>
              <a:gd name="connsiteY475" fmla="*/ 258024 h 2034238"/>
              <a:gd name="connsiteX476" fmla="*/ 4948829 w 6511722"/>
              <a:gd name="connsiteY476" fmla="*/ 238180 h 2034238"/>
              <a:gd name="connsiteX477" fmla="*/ 4958751 w 6511722"/>
              <a:gd name="connsiteY477" fmla="*/ 228259 h 2034238"/>
              <a:gd name="connsiteX478" fmla="*/ 4978594 w 6511722"/>
              <a:gd name="connsiteY478" fmla="*/ 228259 h 2034238"/>
              <a:gd name="connsiteX479" fmla="*/ 4988517 w 6511722"/>
              <a:gd name="connsiteY479" fmla="*/ 218337 h 2034238"/>
              <a:gd name="connsiteX480" fmla="*/ 4988517 w 6511722"/>
              <a:gd name="connsiteY480" fmla="*/ 198493 h 2034238"/>
              <a:gd name="connsiteX481" fmla="*/ 4998438 w 6511722"/>
              <a:gd name="connsiteY481" fmla="*/ 188571 h 2034238"/>
              <a:gd name="connsiteX482" fmla="*/ 4998438 w 6511722"/>
              <a:gd name="connsiteY482" fmla="*/ 178649 h 2034238"/>
              <a:gd name="connsiteX483" fmla="*/ 5008360 w 6511722"/>
              <a:gd name="connsiteY483" fmla="*/ 168727 h 2034238"/>
              <a:gd name="connsiteX484" fmla="*/ 5018282 w 6511722"/>
              <a:gd name="connsiteY484" fmla="*/ 158805 h 2034238"/>
              <a:gd name="connsiteX485" fmla="*/ 5028204 w 6511722"/>
              <a:gd name="connsiteY485" fmla="*/ 138962 h 2034238"/>
              <a:gd name="connsiteX486" fmla="*/ 5038125 w 6511722"/>
              <a:gd name="connsiteY486" fmla="*/ 109196 h 2034238"/>
              <a:gd name="connsiteX487" fmla="*/ 5048048 w 6511722"/>
              <a:gd name="connsiteY487" fmla="*/ 99274 h 2034238"/>
              <a:gd name="connsiteX488" fmla="*/ 5048048 w 6511722"/>
              <a:gd name="connsiteY488" fmla="*/ 79430 h 2034238"/>
              <a:gd name="connsiteX489" fmla="*/ 5057969 w 6511722"/>
              <a:gd name="connsiteY489" fmla="*/ 69509 h 2034238"/>
              <a:gd name="connsiteX490" fmla="*/ 5067891 w 6511722"/>
              <a:gd name="connsiteY490" fmla="*/ 59587 h 2034238"/>
              <a:gd name="connsiteX491" fmla="*/ 5077813 w 6511722"/>
              <a:gd name="connsiteY491" fmla="*/ 29821 h 2034238"/>
              <a:gd name="connsiteX492" fmla="*/ 5087735 w 6511722"/>
              <a:gd name="connsiteY492" fmla="*/ 19899 h 2034238"/>
              <a:gd name="connsiteX493" fmla="*/ 5117501 w 6511722"/>
              <a:gd name="connsiteY493" fmla="*/ 9977 h 2034238"/>
              <a:gd name="connsiteX494" fmla="*/ 5157188 w 6511722"/>
              <a:gd name="connsiteY494" fmla="*/ 55 h 2034238"/>
              <a:gd name="connsiteX495" fmla="*/ 5196876 w 6511722"/>
              <a:gd name="connsiteY495" fmla="*/ 9977 h 2034238"/>
              <a:gd name="connsiteX496" fmla="*/ 5216719 w 6511722"/>
              <a:gd name="connsiteY496" fmla="*/ 19899 h 2034238"/>
              <a:gd name="connsiteX497" fmla="*/ 5226642 w 6511722"/>
              <a:gd name="connsiteY497" fmla="*/ 19899 h 2034238"/>
              <a:gd name="connsiteX498" fmla="*/ 5236563 w 6511722"/>
              <a:gd name="connsiteY498" fmla="*/ 29821 h 2034238"/>
              <a:gd name="connsiteX499" fmla="*/ 5246485 w 6511722"/>
              <a:gd name="connsiteY499" fmla="*/ 39743 h 2034238"/>
              <a:gd name="connsiteX500" fmla="*/ 5256407 w 6511722"/>
              <a:gd name="connsiteY500" fmla="*/ 49665 h 2034238"/>
              <a:gd name="connsiteX501" fmla="*/ 5266329 w 6511722"/>
              <a:gd name="connsiteY501" fmla="*/ 59587 h 2034238"/>
              <a:gd name="connsiteX502" fmla="*/ 5266329 w 6511722"/>
              <a:gd name="connsiteY502" fmla="*/ 69509 h 2034238"/>
              <a:gd name="connsiteX503" fmla="*/ 5276250 w 6511722"/>
              <a:gd name="connsiteY503" fmla="*/ 79430 h 2034238"/>
              <a:gd name="connsiteX504" fmla="*/ 5286173 w 6511722"/>
              <a:gd name="connsiteY504" fmla="*/ 89352 h 2034238"/>
              <a:gd name="connsiteX505" fmla="*/ 5296095 w 6511722"/>
              <a:gd name="connsiteY505" fmla="*/ 99274 h 2034238"/>
              <a:gd name="connsiteX506" fmla="*/ 5306016 w 6511722"/>
              <a:gd name="connsiteY506" fmla="*/ 119118 h 2034238"/>
              <a:gd name="connsiteX507" fmla="*/ 5315939 w 6511722"/>
              <a:gd name="connsiteY507" fmla="*/ 138962 h 2034238"/>
              <a:gd name="connsiteX508" fmla="*/ 5325860 w 6511722"/>
              <a:gd name="connsiteY508" fmla="*/ 158805 h 2034238"/>
              <a:gd name="connsiteX509" fmla="*/ 5325860 w 6511722"/>
              <a:gd name="connsiteY509" fmla="*/ 168727 h 2034238"/>
              <a:gd name="connsiteX510" fmla="*/ 5335781 w 6511722"/>
              <a:gd name="connsiteY510" fmla="*/ 178649 h 2034238"/>
              <a:gd name="connsiteX511" fmla="*/ 5335781 w 6511722"/>
              <a:gd name="connsiteY511" fmla="*/ 198493 h 2034238"/>
              <a:gd name="connsiteX512" fmla="*/ 5345704 w 6511722"/>
              <a:gd name="connsiteY512" fmla="*/ 208415 h 2034238"/>
              <a:gd name="connsiteX513" fmla="*/ 5345704 w 6511722"/>
              <a:gd name="connsiteY513" fmla="*/ 228259 h 2034238"/>
              <a:gd name="connsiteX514" fmla="*/ 5355626 w 6511722"/>
              <a:gd name="connsiteY514" fmla="*/ 238180 h 2034238"/>
              <a:gd name="connsiteX515" fmla="*/ 5355626 w 6511722"/>
              <a:gd name="connsiteY515" fmla="*/ 277868 h 2034238"/>
              <a:gd name="connsiteX516" fmla="*/ 5365547 w 6511722"/>
              <a:gd name="connsiteY516" fmla="*/ 287790 h 2034238"/>
              <a:gd name="connsiteX517" fmla="*/ 5365547 w 6511722"/>
              <a:gd name="connsiteY517" fmla="*/ 297712 h 2034238"/>
              <a:gd name="connsiteX518" fmla="*/ 5375470 w 6511722"/>
              <a:gd name="connsiteY518" fmla="*/ 307634 h 2034238"/>
              <a:gd name="connsiteX519" fmla="*/ 5385391 w 6511722"/>
              <a:gd name="connsiteY519" fmla="*/ 327477 h 2034238"/>
              <a:gd name="connsiteX520" fmla="*/ 5385391 w 6511722"/>
              <a:gd name="connsiteY520" fmla="*/ 367165 h 2034238"/>
              <a:gd name="connsiteX521" fmla="*/ 5395313 w 6511722"/>
              <a:gd name="connsiteY521" fmla="*/ 387009 h 2034238"/>
              <a:gd name="connsiteX522" fmla="*/ 5395313 w 6511722"/>
              <a:gd name="connsiteY522" fmla="*/ 426696 h 2034238"/>
              <a:gd name="connsiteX523" fmla="*/ 5405235 w 6511722"/>
              <a:gd name="connsiteY523" fmla="*/ 436618 h 2034238"/>
              <a:gd name="connsiteX524" fmla="*/ 5405235 w 6511722"/>
              <a:gd name="connsiteY524" fmla="*/ 466384 h 2034238"/>
              <a:gd name="connsiteX525" fmla="*/ 5415157 w 6511722"/>
              <a:gd name="connsiteY525" fmla="*/ 476305 h 2034238"/>
              <a:gd name="connsiteX526" fmla="*/ 5415157 w 6511722"/>
              <a:gd name="connsiteY526" fmla="*/ 515993 h 2034238"/>
              <a:gd name="connsiteX527" fmla="*/ 5425079 w 6511722"/>
              <a:gd name="connsiteY527" fmla="*/ 525915 h 2034238"/>
              <a:gd name="connsiteX528" fmla="*/ 5425079 w 6511722"/>
              <a:gd name="connsiteY528" fmla="*/ 585446 h 2034238"/>
              <a:gd name="connsiteX529" fmla="*/ 5435001 w 6511722"/>
              <a:gd name="connsiteY529" fmla="*/ 595368 h 2034238"/>
              <a:gd name="connsiteX530" fmla="*/ 5435001 w 6511722"/>
              <a:gd name="connsiteY530" fmla="*/ 684665 h 2034238"/>
              <a:gd name="connsiteX531" fmla="*/ 5444923 w 6511722"/>
              <a:gd name="connsiteY531" fmla="*/ 704509 h 2034238"/>
              <a:gd name="connsiteX532" fmla="*/ 5444923 w 6511722"/>
              <a:gd name="connsiteY532" fmla="*/ 744196 h 2034238"/>
              <a:gd name="connsiteX533" fmla="*/ 5454844 w 6511722"/>
              <a:gd name="connsiteY533" fmla="*/ 754118 h 2034238"/>
              <a:gd name="connsiteX534" fmla="*/ 5454844 w 6511722"/>
              <a:gd name="connsiteY534" fmla="*/ 962477 h 2034238"/>
              <a:gd name="connsiteX535" fmla="*/ 5464767 w 6511722"/>
              <a:gd name="connsiteY535" fmla="*/ 972399 h 2034238"/>
              <a:gd name="connsiteX536" fmla="*/ 5464767 w 6511722"/>
              <a:gd name="connsiteY536" fmla="*/ 1022009 h 2034238"/>
              <a:gd name="connsiteX537" fmla="*/ 5474688 w 6511722"/>
              <a:gd name="connsiteY537" fmla="*/ 1041852 h 2034238"/>
              <a:gd name="connsiteX538" fmla="*/ 5474688 w 6511722"/>
              <a:gd name="connsiteY538" fmla="*/ 1399040 h 2034238"/>
              <a:gd name="connsiteX539" fmla="*/ 5484610 w 6511722"/>
              <a:gd name="connsiteY539" fmla="*/ 1408962 h 2034238"/>
              <a:gd name="connsiteX540" fmla="*/ 5484610 w 6511722"/>
              <a:gd name="connsiteY540" fmla="*/ 1438727 h 2034238"/>
              <a:gd name="connsiteX541" fmla="*/ 5494532 w 6511722"/>
              <a:gd name="connsiteY541" fmla="*/ 1448649 h 2034238"/>
              <a:gd name="connsiteX542" fmla="*/ 5504454 w 6511722"/>
              <a:gd name="connsiteY542" fmla="*/ 1458571 h 2034238"/>
              <a:gd name="connsiteX543" fmla="*/ 5514375 w 6511722"/>
              <a:gd name="connsiteY543" fmla="*/ 1478415 h 2034238"/>
              <a:gd name="connsiteX544" fmla="*/ 5524298 w 6511722"/>
              <a:gd name="connsiteY544" fmla="*/ 1468493 h 2034238"/>
              <a:gd name="connsiteX545" fmla="*/ 5544141 w 6511722"/>
              <a:gd name="connsiteY545" fmla="*/ 1458571 h 2034238"/>
              <a:gd name="connsiteX546" fmla="*/ 5563985 w 6511722"/>
              <a:gd name="connsiteY546" fmla="*/ 1448649 h 2034238"/>
              <a:gd name="connsiteX547" fmla="*/ 5563985 w 6511722"/>
              <a:gd name="connsiteY547" fmla="*/ 1428805 h 2034238"/>
              <a:gd name="connsiteX548" fmla="*/ 5573907 w 6511722"/>
              <a:gd name="connsiteY548" fmla="*/ 1418884 h 2034238"/>
              <a:gd name="connsiteX549" fmla="*/ 5583829 w 6511722"/>
              <a:gd name="connsiteY549" fmla="*/ 1408962 h 2034238"/>
              <a:gd name="connsiteX550" fmla="*/ 5593751 w 6511722"/>
              <a:gd name="connsiteY550" fmla="*/ 1399040 h 2034238"/>
              <a:gd name="connsiteX551" fmla="*/ 5603672 w 6511722"/>
              <a:gd name="connsiteY551" fmla="*/ 1389118 h 2034238"/>
              <a:gd name="connsiteX552" fmla="*/ 5613595 w 6511722"/>
              <a:gd name="connsiteY552" fmla="*/ 1369274 h 2034238"/>
              <a:gd name="connsiteX553" fmla="*/ 5623516 w 6511722"/>
              <a:gd name="connsiteY553" fmla="*/ 1359352 h 2034238"/>
              <a:gd name="connsiteX554" fmla="*/ 5633438 w 6511722"/>
              <a:gd name="connsiteY554" fmla="*/ 1339509 h 2034238"/>
              <a:gd name="connsiteX555" fmla="*/ 5623516 w 6511722"/>
              <a:gd name="connsiteY555" fmla="*/ 1319665 h 2034238"/>
              <a:gd name="connsiteX556" fmla="*/ 5623516 w 6511722"/>
              <a:gd name="connsiteY556" fmla="*/ 1309743 h 2034238"/>
              <a:gd name="connsiteX557" fmla="*/ 5633438 w 6511722"/>
              <a:gd name="connsiteY557" fmla="*/ 1299821 h 2034238"/>
              <a:gd name="connsiteX558" fmla="*/ 5643361 w 6511722"/>
              <a:gd name="connsiteY558" fmla="*/ 1289899 h 2034238"/>
              <a:gd name="connsiteX559" fmla="*/ 5653282 w 6511722"/>
              <a:gd name="connsiteY559" fmla="*/ 1279977 h 2034238"/>
              <a:gd name="connsiteX560" fmla="*/ 5653282 w 6511722"/>
              <a:gd name="connsiteY560" fmla="*/ 1260134 h 2034238"/>
              <a:gd name="connsiteX561" fmla="*/ 5663202 w 6511722"/>
              <a:gd name="connsiteY561" fmla="*/ 1250212 h 2034238"/>
              <a:gd name="connsiteX562" fmla="*/ 5663202 w 6511722"/>
              <a:gd name="connsiteY562" fmla="*/ 1240290 h 2034238"/>
              <a:gd name="connsiteX563" fmla="*/ 5673126 w 6511722"/>
              <a:gd name="connsiteY563" fmla="*/ 1220446 h 2034238"/>
              <a:gd name="connsiteX564" fmla="*/ 5673126 w 6511722"/>
              <a:gd name="connsiteY564" fmla="*/ 1210524 h 2034238"/>
              <a:gd name="connsiteX565" fmla="*/ 5683047 w 6511722"/>
              <a:gd name="connsiteY565" fmla="*/ 1200602 h 2034238"/>
              <a:gd name="connsiteX566" fmla="*/ 5683047 w 6511722"/>
              <a:gd name="connsiteY566" fmla="*/ 1160915 h 2034238"/>
              <a:gd name="connsiteX567" fmla="*/ 5692969 w 6511722"/>
              <a:gd name="connsiteY567" fmla="*/ 1150993 h 2034238"/>
              <a:gd name="connsiteX568" fmla="*/ 5702892 w 6511722"/>
              <a:gd name="connsiteY568" fmla="*/ 1131149 h 2034238"/>
              <a:gd name="connsiteX569" fmla="*/ 5712813 w 6511722"/>
              <a:gd name="connsiteY569" fmla="*/ 1121227 h 2034238"/>
              <a:gd name="connsiteX570" fmla="*/ 5712813 w 6511722"/>
              <a:gd name="connsiteY570" fmla="*/ 1111305 h 2034238"/>
              <a:gd name="connsiteX571" fmla="*/ 5722735 w 6511722"/>
              <a:gd name="connsiteY571" fmla="*/ 1101384 h 2034238"/>
              <a:gd name="connsiteX572" fmla="*/ 5732657 w 6511722"/>
              <a:gd name="connsiteY572" fmla="*/ 1081540 h 2034238"/>
              <a:gd name="connsiteX573" fmla="*/ 5732657 w 6511722"/>
              <a:gd name="connsiteY573" fmla="*/ 1071618 h 2034238"/>
              <a:gd name="connsiteX574" fmla="*/ 5742579 w 6511722"/>
              <a:gd name="connsiteY574" fmla="*/ 1061696 h 2034238"/>
              <a:gd name="connsiteX575" fmla="*/ 5762423 w 6511722"/>
              <a:gd name="connsiteY575" fmla="*/ 1051774 h 2034238"/>
              <a:gd name="connsiteX576" fmla="*/ 5772345 w 6511722"/>
              <a:gd name="connsiteY576" fmla="*/ 1041852 h 2034238"/>
              <a:gd name="connsiteX577" fmla="*/ 5782266 w 6511722"/>
              <a:gd name="connsiteY577" fmla="*/ 1031931 h 2034238"/>
              <a:gd name="connsiteX578" fmla="*/ 5782266 w 6511722"/>
              <a:gd name="connsiteY578" fmla="*/ 1022009 h 2034238"/>
              <a:gd name="connsiteX579" fmla="*/ 5792190 w 6511722"/>
              <a:gd name="connsiteY579" fmla="*/ 1012087 h 2034238"/>
              <a:gd name="connsiteX580" fmla="*/ 5802110 w 6511722"/>
              <a:gd name="connsiteY580" fmla="*/ 1002165 h 2034238"/>
              <a:gd name="connsiteX581" fmla="*/ 5812031 w 6511722"/>
              <a:gd name="connsiteY581" fmla="*/ 992243 h 2034238"/>
              <a:gd name="connsiteX582" fmla="*/ 5851720 w 6511722"/>
              <a:gd name="connsiteY582" fmla="*/ 982321 h 2034238"/>
              <a:gd name="connsiteX583" fmla="*/ 5861641 w 6511722"/>
              <a:gd name="connsiteY583" fmla="*/ 972399 h 2034238"/>
              <a:gd name="connsiteX584" fmla="*/ 5881485 w 6511722"/>
              <a:gd name="connsiteY584" fmla="*/ 972399 h 2034238"/>
              <a:gd name="connsiteX585" fmla="*/ 5891407 w 6511722"/>
              <a:gd name="connsiteY585" fmla="*/ 962477 h 2034238"/>
              <a:gd name="connsiteX586" fmla="*/ 5901329 w 6511722"/>
              <a:gd name="connsiteY586" fmla="*/ 952555 h 2034238"/>
              <a:gd name="connsiteX587" fmla="*/ 5921174 w 6511722"/>
              <a:gd name="connsiteY587" fmla="*/ 942634 h 2034238"/>
              <a:gd name="connsiteX588" fmla="*/ 5931094 w 6511722"/>
              <a:gd name="connsiteY588" fmla="*/ 932712 h 2034238"/>
              <a:gd name="connsiteX589" fmla="*/ 5941018 w 6511722"/>
              <a:gd name="connsiteY589" fmla="*/ 942634 h 2034238"/>
              <a:gd name="connsiteX590" fmla="*/ 5931094 w 6511722"/>
              <a:gd name="connsiteY590" fmla="*/ 952555 h 2034238"/>
              <a:gd name="connsiteX591" fmla="*/ 5941018 w 6511722"/>
              <a:gd name="connsiteY591" fmla="*/ 962477 h 2034238"/>
              <a:gd name="connsiteX592" fmla="*/ 5941018 w 6511722"/>
              <a:gd name="connsiteY592" fmla="*/ 972399 h 2034238"/>
              <a:gd name="connsiteX593" fmla="*/ 5950938 w 6511722"/>
              <a:gd name="connsiteY593" fmla="*/ 982321 h 2034238"/>
              <a:gd name="connsiteX594" fmla="*/ 5970782 w 6511722"/>
              <a:gd name="connsiteY594" fmla="*/ 992243 h 2034238"/>
              <a:gd name="connsiteX595" fmla="*/ 5980704 w 6511722"/>
              <a:gd name="connsiteY595" fmla="*/ 1022009 h 2034238"/>
              <a:gd name="connsiteX596" fmla="*/ 5990625 w 6511722"/>
              <a:gd name="connsiteY596" fmla="*/ 1031931 h 2034238"/>
              <a:gd name="connsiteX597" fmla="*/ 5990625 w 6511722"/>
              <a:gd name="connsiteY597" fmla="*/ 1051774 h 2034238"/>
              <a:gd name="connsiteX598" fmla="*/ 6000548 w 6511722"/>
              <a:gd name="connsiteY598" fmla="*/ 1061696 h 2034238"/>
              <a:gd name="connsiteX599" fmla="*/ 6010469 w 6511722"/>
              <a:gd name="connsiteY599" fmla="*/ 1071618 h 2034238"/>
              <a:gd name="connsiteX600" fmla="*/ 6010469 w 6511722"/>
              <a:gd name="connsiteY600" fmla="*/ 1091462 h 2034238"/>
              <a:gd name="connsiteX601" fmla="*/ 6020391 w 6511722"/>
              <a:gd name="connsiteY601" fmla="*/ 1101384 h 2034238"/>
              <a:gd name="connsiteX602" fmla="*/ 6030313 w 6511722"/>
              <a:gd name="connsiteY602" fmla="*/ 1111305 h 2034238"/>
              <a:gd name="connsiteX603" fmla="*/ 6030313 w 6511722"/>
              <a:gd name="connsiteY603" fmla="*/ 1131149 h 2034238"/>
              <a:gd name="connsiteX604" fmla="*/ 6040235 w 6511722"/>
              <a:gd name="connsiteY604" fmla="*/ 1141071 h 2034238"/>
              <a:gd name="connsiteX605" fmla="*/ 6050158 w 6511722"/>
              <a:gd name="connsiteY605" fmla="*/ 1150993 h 2034238"/>
              <a:gd name="connsiteX606" fmla="*/ 6050158 w 6511722"/>
              <a:gd name="connsiteY606" fmla="*/ 1160915 h 2034238"/>
              <a:gd name="connsiteX607" fmla="*/ 6060079 w 6511722"/>
              <a:gd name="connsiteY607" fmla="*/ 1170837 h 2034238"/>
              <a:gd name="connsiteX608" fmla="*/ 6060079 w 6511722"/>
              <a:gd name="connsiteY608" fmla="*/ 1180759 h 2034238"/>
              <a:gd name="connsiteX609" fmla="*/ 6070002 w 6511722"/>
              <a:gd name="connsiteY609" fmla="*/ 1190680 h 2034238"/>
              <a:gd name="connsiteX610" fmla="*/ 6070002 w 6511722"/>
              <a:gd name="connsiteY610" fmla="*/ 1210524 h 2034238"/>
              <a:gd name="connsiteX611" fmla="*/ 6079922 w 6511722"/>
              <a:gd name="connsiteY611" fmla="*/ 1220446 h 2034238"/>
              <a:gd name="connsiteX612" fmla="*/ 6089845 w 6511722"/>
              <a:gd name="connsiteY612" fmla="*/ 1230368 h 2034238"/>
              <a:gd name="connsiteX613" fmla="*/ 6099766 w 6511722"/>
              <a:gd name="connsiteY613" fmla="*/ 1260134 h 2034238"/>
              <a:gd name="connsiteX614" fmla="*/ 6109688 w 6511722"/>
              <a:gd name="connsiteY614" fmla="*/ 1270055 h 2034238"/>
              <a:gd name="connsiteX615" fmla="*/ 6119611 w 6511722"/>
              <a:gd name="connsiteY615" fmla="*/ 1289899 h 2034238"/>
              <a:gd name="connsiteX616" fmla="*/ 6129532 w 6511722"/>
              <a:gd name="connsiteY616" fmla="*/ 1309743 h 2034238"/>
              <a:gd name="connsiteX617" fmla="*/ 6139453 w 6511722"/>
              <a:gd name="connsiteY617" fmla="*/ 1329587 h 2034238"/>
              <a:gd name="connsiteX618" fmla="*/ 6139453 w 6511722"/>
              <a:gd name="connsiteY618" fmla="*/ 1349430 h 2034238"/>
              <a:gd name="connsiteX619" fmla="*/ 6149376 w 6511722"/>
              <a:gd name="connsiteY619" fmla="*/ 1359352 h 2034238"/>
              <a:gd name="connsiteX620" fmla="*/ 6159297 w 6511722"/>
              <a:gd name="connsiteY620" fmla="*/ 1369274 h 2034238"/>
              <a:gd name="connsiteX621" fmla="*/ 6169219 w 6511722"/>
              <a:gd name="connsiteY621" fmla="*/ 1389118 h 2034238"/>
              <a:gd name="connsiteX622" fmla="*/ 6179142 w 6511722"/>
              <a:gd name="connsiteY622" fmla="*/ 1408962 h 2034238"/>
              <a:gd name="connsiteX623" fmla="*/ 6189063 w 6511722"/>
              <a:gd name="connsiteY623" fmla="*/ 1438727 h 2034238"/>
              <a:gd name="connsiteX624" fmla="*/ 6198986 w 6511722"/>
              <a:gd name="connsiteY624" fmla="*/ 1488337 h 2034238"/>
              <a:gd name="connsiteX625" fmla="*/ 6208906 w 6511722"/>
              <a:gd name="connsiteY625" fmla="*/ 1498259 h 2034238"/>
              <a:gd name="connsiteX626" fmla="*/ 6218829 w 6511722"/>
              <a:gd name="connsiteY626" fmla="*/ 1518102 h 2034238"/>
              <a:gd name="connsiteX627" fmla="*/ 6228750 w 6511722"/>
              <a:gd name="connsiteY627" fmla="*/ 1547868 h 2034238"/>
              <a:gd name="connsiteX628" fmla="*/ 6238673 w 6511722"/>
              <a:gd name="connsiteY628" fmla="*/ 1557790 h 2034238"/>
              <a:gd name="connsiteX629" fmla="*/ 6248595 w 6511722"/>
              <a:gd name="connsiteY629" fmla="*/ 1567712 h 2034238"/>
              <a:gd name="connsiteX630" fmla="*/ 6258516 w 6511722"/>
              <a:gd name="connsiteY630" fmla="*/ 1577634 h 2034238"/>
              <a:gd name="connsiteX631" fmla="*/ 6268439 w 6511722"/>
              <a:gd name="connsiteY631" fmla="*/ 1587555 h 2034238"/>
              <a:gd name="connsiteX632" fmla="*/ 6278360 w 6511722"/>
              <a:gd name="connsiteY632" fmla="*/ 1597477 h 2034238"/>
              <a:gd name="connsiteX633" fmla="*/ 6288281 w 6511722"/>
              <a:gd name="connsiteY633" fmla="*/ 1597477 h 2034238"/>
              <a:gd name="connsiteX634" fmla="*/ 6298204 w 6511722"/>
              <a:gd name="connsiteY634" fmla="*/ 1607399 h 2034238"/>
              <a:gd name="connsiteX635" fmla="*/ 6308126 w 6511722"/>
              <a:gd name="connsiteY635" fmla="*/ 1627243 h 2034238"/>
              <a:gd name="connsiteX636" fmla="*/ 6308126 w 6511722"/>
              <a:gd name="connsiteY636" fmla="*/ 1647087 h 2034238"/>
              <a:gd name="connsiteX637" fmla="*/ 6318047 w 6511722"/>
              <a:gd name="connsiteY637" fmla="*/ 1657009 h 2034238"/>
              <a:gd name="connsiteX638" fmla="*/ 6308126 w 6511722"/>
              <a:gd name="connsiteY638" fmla="*/ 1666930 h 2034238"/>
              <a:gd name="connsiteX639" fmla="*/ 6318047 w 6511722"/>
              <a:gd name="connsiteY639" fmla="*/ 1686774 h 2034238"/>
              <a:gd name="connsiteX640" fmla="*/ 6327970 w 6511722"/>
              <a:gd name="connsiteY640" fmla="*/ 1696696 h 2034238"/>
              <a:gd name="connsiteX641" fmla="*/ 6337890 w 6511722"/>
              <a:gd name="connsiteY641" fmla="*/ 1716540 h 2034238"/>
              <a:gd name="connsiteX642" fmla="*/ 6347813 w 6511722"/>
              <a:gd name="connsiteY642" fmla="*/ 1726462 h 2034238"/>
              <a:gd name="connsiteX643" fmla="*/ 6357734 w 6511722"/>
              <a:gd name="connsiteY643" fmla="*/ 1726462 h 2034238"/>
              <a:gd name="connsiteX644" fmla="*/ 6367657 w 6511722"/>
              <a:gd name="connsiteY644" fmla="*/ 1756227 h 2034238"/>
              <a:gd name="connsiteX645" fmla="*/ 6377579 w 6511722"/>
              <a:gd name="connsiteY645" fmla="*/ 1766149 h 2034238"/>
              <a:gd name="connsiteX646" fmla="*/ 6387501 w 6511722"/>
              <a:gd name="connsiteY646" fmla="*/ 1776071 h 2034238"/>
              <a:gd name="connsiteX647" fmla="*/ 6397423 w 6511722"/>
              <a:gd name="connsiteY647" fmla="*/ 1795915 h 2034238"/>
              <a:gd name="connsiteX648" fmla="*/ 6407344 w 6511722"/>
              <a:gd name="connsiteY648" fmla="*/ 1805837 h 2034238"/>
              <a:gd name="connsiteX649" fmla="*/ 6407344 w 6511722"/>
              <a:gd name="connsiteY649" fmla="*/ 1875290 h 2034238"/>
              <a:gd name="connsiteX650" fmla="*/ 6397423 w 6511722"/>
              <a:gd name="connsiteY650" fmla="*/ 1885212 h 2034238"/>
              <a:gd name="connsiteX651" fmla="*/ 6397423 w 6511722"/>
              <a:gd name="connsiteY651" fmla="*/ 1895134 h 2034238"/>
              <a:gd name="connsiteX652" fmla="*/ 6387501 w 6511722"/>
              <a:gd name="connsiteY652" fmla="*/ 1914977 h 2034238"/>
              <a:gd name="connsiteX653" fmla="*/ 6387501 w 6511722"/>
              <a:gd name="connsiteY653" fmla="*/ 1924899 h 2034238"/>
              <a:gd name="connsiteX654" fmla="*/ 6397423 w 6511722"/>
              <a:gd name="connsiteY654" fmla="*/ 1934821 h 2034238"/>
              <a:gd name="connsiteX655" fmla="*/ 6407344 w 6511722"/>
              <a:gd name="connsiteY655" fmla="*/ 1944743 h 2034238"/>
              <a:gd name="connsiteX656" fmla="*/ 6417267 w 6511722"/>
              <a:gd name="connsiteY656" fmla="*/ 1954665 h 2034238"/>
              <a:gd name="connsiteX657" fmla="*/ 6427188 w 6511722"/>
              <a:gd name="connsiteY657" fmla="*/ 1964587 h 2034238"/>
              <a:gd name="connsiteX658" fmla="*/ 6437110 w 6511722"/>
              <a:gd name="connsiteY658" fmla="*/ 1974509 h 2034238"/>
              <a:gd name="connsiteX659" fmla="*/ 6447032 w 6511722"/>
              <a:gd name="connsiteY659" fmla="*/ 1984430 h 2034238"/>
              <a:gd name="connsiteX660" fmla="*/ 6456954 w 6511722"/>
              <a:gd name="connsiteY660" fmla="*/ 1994352 h 2034238"/>
              <a:gd name="connsiteX661" fmla="*/ 6466874 w 6511722"/>
              <a:gd name="connsiteY661" fmla="*/ 1994352 h 2034238"/>
              <a:gd name="connsiteX662" fmla="*/ 6476798 w 6511722"/>
              <a:gd name="connsiteY662" fmla="*/ 2004274 h 2034238"/>
              <a:gd name="connsiteX663" fmla="*/ 6476798 w 6511722"/>
              <a:gd name="connsiteY663" fmla="*/ 2004274 h 2034238"/>
              <a:gd name="connsiteX664" fmla="*/ 6496641 w 6511722"/>
              <a:gd name="connsiteY664" fmla="*/ 2024118 h 2034238"/>
              <a:gd name="connsiteX665" fmla="*/ 6506563 w 6511722"/>
              <a:gd name="connsiteY665" fmla="*/ 2034040 h 2034238"/>
              <a:gd name="connsiteX666" fmla="*/ 6516485 w 6511722"/>
              <a:gd name="connsiteY666" fmla="*/ 2034040 h 203423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</a:cxnLst>
            <a:rect l="l" t="t" r="r" b="b"/>
            <a:pathLst>
              <a:path w="6511722" h="2034238">
                <a:moveTo>
                  <a:pt x="-2187" y="1577634"/>
                </a:moveTo>
                <a:cubicBezTo>
                  <a:pt x="1119" y="1575649"/>
                  <a:pt x="41469" y="1549852"/>
                  <a:pt x="47422" y="1547868"/>
                </a:cubicBezTo>
                <a:cubicBezTo>
                  <a:pt x="53375" y="1545883"/>
                  <a:pt x="83802" y="1548529"/>
                  <a:pt x="87109" y="1547868"/>
                </a:cubicBezTo>
                <a:cubicBezTo>
                  <a:pt x="90416" y="1547206"/>
                  <a:pt x="95708" y="1539269"/>
                  <a:pt x="97031" y="1537946"/>
                </a:cubicBezTo>
                <a:cubicBezTo>
                  <a:pt x="98353" y="1536623"/>
                  <a:pt x="103645" y="1528686"/>
                  <a:pt x="106953" y="1528024"/>
                </a:cubicBezTo>
                <a:cubicBezTo>
                  <a:pt x="110260" y="1527363"/>
                  <a:pt x="143333" y="1528686"/>
                  <a:pt x="146641" y="1528024"/>
                </a:cubicBezTo>
                <a:cubicBezTo>
                  <a:pt x="149948" y="1527363"/>
                  <a:pt x="155239" y="1519425"/>
                  <a:pt x="156562" y="1518102"/>
                </a:cubicBezTo>
                <a:cubicBezTo>
                  <a:pt x="157885" y="1516779"/>
                  <a:pt x="166484" y="1509503"/>
                  <a:pt x="166484" y="1508180"/>
                </a:cubicBezTo>
                <a:cubicBezTo>
                  <a:pt x="166484" y="1506857"/>
                  <a:pt x="156562" y="1499581"/>
                  <a:pt x="156562" y="1498259"/>
                </a:cubicBezTo>
                <a:cubicBezTo>
                  <a:pt x="156562" y="1496936"/>
                  <a:pt x="165161" y="1489660"/>
                  <a:pt x="166484" y="1488337"/>
                </a:cubicBezTo>
                <a:cubicBezTo>
                  <a:pt x="167807" y="1487014"/>
                  <a:pt x="175083" y="1479738"/>
                  <a:pt x="176406" y="1478415"/>
                </a:cubicBezTo>
                <a:cubicBezTo>
                  <a:pt x="177729" y="1477092"/>
                  <a:pt x="185005" y="1469816"/>
                  <a:pt x="186328" y="1468493"/>
                </a:cubicBezTo>
                <a:cubicBezTo>
                  <a:pt x="187651" y="1467170"/>
                  <a:pt x="194927" y="1459894"/>
                  <a:pt x="196250" y="1458571"/>
                </a:cubicBezTo>
                <a:cubicBezTo>
                  <a:pt x="197573" y="1457248"/>
                  <a:pt x="204849" y="1449972"/>
                  <a:pt x="206172" y="1448649"/>
                </a:cubicBezTo>
                <a:cubicBezTo>
                  <a:pt x="207494" y="1447326"/>
                  <a:pt x="214770" y="1440050"/>
                  <a:pt x="216093" y="1438727"/>
                </a:cubicBezTo>
                <a:cubicBezTo>
                  <a:pt x="217416" y="1437404"/>
                  <a:pt x="224692" y="1429467"/>
                  <a:pt x="226015" y="1428805"/>
                </a:cubicBezTo>
                <a:cubicBezTo>
                  <a:pt x="227338" y="1428144"/>
                  <a:pt x="234615" y="1429467"/>
                  <a:pt x="235938" y="1428805"/>
                </a:cubicBezTo>
                <a:cubicBezTo>
                  <a:pt x="237261" y="1428144"/>
                  <a:pt x="244536" y="1420207"/>
                  <a:pt x="245859" y="1418884"/>
                </a:cubicBezTo>
                <a:cubicBezTo>
                  <a:pt x="247181" y="1417561"/>
                  <a:pt x="254458" y="1410285"/>
                  <a:pt x="255781" y="1408962"/>
                </a:cubicBezTo>
                <a:cubicBezTo>
                  <a:pt x="257104" y="1407639"/>
                  <a:pt x="265041" y="1400363"/>
                  <a:pt x="265703" y="1399040"/>
                </a:cubicBezTo>
                <a:cubicBezTo>
                  <a:pt x="266364" y="1397717"/>
                  <a:pt x="265041" y="1390441"/>
                  <a:pt x="265703" y="1389118"/>
                </a:cubicBezTo>
                <a:cubicBezTo>
                  <a:pt x="266364" y="1387795"/>
                  <a:pt x="274301" y="1380519"/>
                  <a:pt x="275625" y="1379196"/>
                </a:cubicBezTo>
                <a:cubicBezTo>
                  <a:pt x="276948" y="1377873"/>
                  <a:pt x="284224" y="1370597"/>
                  <a:pt x="285547" y="1369274"/>
                </a:cubicBezTo>
                <a:cubicBezTo>
                  <a:pt x="286870" y="1367951"/>
                  <a:pt x="294146" y="1361337"/>
                  <a:pt x="295469" y="1359352"/>
                </a:cubicBezTo>
                <a:cubicBezTo>
                  <a:pt x="296792" y="1357368"/>
                  <a:pt x="304729" y="1341493"/>
                  <a:pt x="305390" y="1339509"/>
                </a:cubicBezTo>
                <a:cubicBezTo>
                  <a:pt x="306052" y="1337524"/>
                  <a:pt x="304729" y="1330910"/>
                  <a:pt x="305390" y="1329587"/>
                </a:cubicBezTo>
                <a:cubicBezTo>
                  <a:pt x="306052" y="1328264"/>
                  <a:pt x="313989" y="1320326"/>
                  <a:pt x="315312" y="1319665"/>
                </a:cubicBezTo>
                <a:cubicBezTo>
                  <a:pt x="316635" y="1319003"/>
                  <a:pt x="323911" y="1320326"/>
                  <a:pt x="325234" y="1319665"/>
                </a:cubicBezTo>
                <a:cubicBezTo>
                  <a:pt x="326557" y="1319003"/>
                  <a:pt x="334494" y="1311066"/>
                  <a:pt x="335156" y="1309743"/>
                </a:cubicBezTo>
                <a:cubicBezTo>
                  <a:pt x="335817" y="1308420"/>
                  <a:pt x="334494" y="1301144"/>
                  <a:pt x="335156" y="1299821"/>
                </a:cubicBezTo>
                <a:cubicBezTo>
                  <a:pt x="335817" y="1298498"/>
                  <a:pt x="343755" y="1291222"/>
                  <a:pt x="345078" y="1289899"/>
                </a:cubicBezTo>
                <a:cubicBezTo>
                  <a:pt x="346401" y="1288576"/>
                  <a:pt x="354338" y="1281300"/>
                  <a:pt x="355000" y="1279977"/>
                </a:cubicBezTo>
                <a:cubicBezTo>
                  <a:pt x="355661" y="1278654"/>
                  <a:pt x="354338" y="1271378"/>
                  <a:pt x="355000" y="1270055"/>
                </a:cubicBezTo>
                <a:cubicBezTo>
                  <a:pt x="355661" y="1268732"/>
                  <a:pt x="363599" y="1261456"/>
                  <a:pt x="364922" y="1260134"/>
                </a:cubicBezTo>
                <a:cubicBezTo>
                  <a:pt x="366245" y="1258811"/>
                  <a:pt x="373521" y="1251535"/>
                  <a:pt x="374844" y="1250212"/>
                </a:cubicBezTo>
                <a:cubicBezTo>
                  <a:pt x="376167" y="1248889"/>
                  <a:pt x="384104" y="1242274"/>
                  <a:pt x="384766" y="1240290"/>
                </a:cubicBezTo>
                <a:cubicBezTo>
                  <a:pt x="385427" y="1238305"/>
                  <a:pt x="384104" y="1222430"/>
                  <a:pt x="384766" y="1220446"/>
                </a:cubicBezTo>
                <a:cubicBezTo>
                  <a:pt x="385427" y="1218462"/>
                  <a:pt x="392702" y="1211847"/>
                  <a:pt x="394687" y="1210524"/>
                </a:cubicBezTo>
                <a:cubicBezTo>
                  <a:pt x="396671" y="1209201"/>
                  <a:pt x="412547" y="1202587"/>
                  <a:pt x="414531" y="1200602"/>
                </a:cubicBezTo>
                <a:cubicBezTo>
                  <a:pt x="416515" y="1198618"/>
                  <a:pt x="423130" y="1182743"/>
                  <a:pt x="424453" y="1180759"/>
                </a:cubicBezTo>
                <a:cubicBezTo>
                  <a:pt x="425775" y="1178774"/>
                  <a:pt x="433051" y="1172160"/>
                  <a:pt x="434375" y="1170837"/>
                </a:cubicBezTo>
                <a:cubicBezTo>
                  <a:pt x="435697" y="1169514"/>
                  <a:pt x="442312" y="1162238"/>
                  <a:pt x="444297" y="1160915"/>
                </a:cubicBezTo>
                <a:cubicBezTo>
                  <a:pt x="446281" y="1159592"/>
                  <a:pt x="462156" y="1152316"/>
                  <a:pt x="464140" y="1150993"/>
                </a:cubicBezTo>
                <a:cubicBezTo>
                  <a:pt x="466125" y="1149670"/>
                  <a:pt x="472740" y="1142394"/>
                  <a:pt x="474063" y="1141071"/>
                </a:cubicBezTo>
                <a:cubicBezTo>
                  <a:pt x="475386" y="1139748"/>
                  <a:pt x="482661" y="1132472"/>
                  <a:pt x="483984" y="1131149"/>
                </a:cubicBezTo>
                <a:cubicBezTo>
                  <a:pt x="485307" y="1129826"/>
                  <a:pt x="492583" y="1123212"/>
                  <a:pt x="493906" y="1121227"/>
                </a:cubicBezTo>
                <a:cubicBezTo>
                  <a:pt x="495229" y="1119243"/>
                  <a:pt x="502505" y="1104029"/>
                  <a:pt x="503828" y="1101384"/>
                </a:cubicBezTo>
                <a:cubicBezTo>
                  <a:pt x="505151" y="1098738"/>
                  <a:pt x="512427" y="1084847"/>
                  <a:pt x="513750" y="1081540"/>
                </a:cubicBezTo>
                <a:cubicBezTo>
                  <a:pt x="515073" y="1078233"/>
                  <a:pt x="523010" y="1054420"/>
                  <a:pt x="523672" y="1051774"/>
                </a:cubicBezTo>
                <a:cubicBezTo>
                  <a:pt x="524333" y="1049128"/>
                  <a:pt x="523010" y="1043175"/>
                  <a:pt x="523672" y="1041852"/>
                </a:cubicBezTo>
                <a:cubicBezTo>
                  <a:pt x="524333" y="1040529"/>
                  <a:pt x="532271" y="1033254"/>
                  <a:pt x="533594" y="1031931"/>
                </a:cubicBezTo>
                <a:cubicBezTo>
                  <a:pt x="534917" y="1030608"/>
                  <a:pt x="542192" y="1023331"/>
                  <a:pt x="543515" y="1022009"/>
                </a:cubicBezTo>
                <a:cubicBezTo>
                  <a:pt x="544838" y="1020686"/>
                  <a:pt x="552114" y="1014071"/>
                  <a:pt x="553437" y="1012087"/>
                </a:cubicBezTo>
                <a:cubicBezTo>
                  <a:pt x="554760" y="1010102"/>
                  <a:pt x="562037" y="994227"/>
                  <a:pt x="563359" y="992243"/>
                </a:cubicBezTo>
                <a:cubicBezTo>
                  <a:pt x="564682" y="990259"/>
                  <a:pt x="572619" y="984305"/>
                  <a:pt x="573281" y="982321"/>
                </a:cubicBezTo>
                <a:cubicBezTo>
                  <a:pt x="573942" y="980337"/>
                  <a:pt x="572619" y="964462"/>
                  <a:pt x="573281" y="962477"/>
                </a:cubicBezTo>
                <a:cubicBezTo>
                  <a:pt x="573942" y="960493"/>
                  <a:pt x="581879" y="953878"/>
                  <a:pt x="583203" y="952555"/>
                </a:cubicBezTo>
                <a:cubicBezTo>
                  <a:pt x="584526" y="951232"/>
                  <a:pt x="591802" y="943957"/>
                  <a:pt x="593125" y="942634"/>
                </a:cubicBezTo>
                <a:cubicBezTo>
                  <a:pt x="594448" y="941311"/>
                  <a:pt x="601724" y="934696"/>
                  <a:pt x="603047" y="932712"/>
                </a:cubicBezTo>
                <a:cubicBezTo>
                  <a:pt x="604370" y="930727"/>
                  <a:pt x="611645" y="915514"/>
                  <a:pt x="612969" y="912868"/>
                </a:cubicBezTo>
                <a:cubicBezTo>
                  <a:pt x="614291" y="910222"/>
                  <a:pt x="622229" y="895009"/>
                  <a:pt x="622891" y="893024"/>
                </a:cubicBezTo>
                <a:cubicBezTo>
                  <a:pt x="623552" y="891040"/>
                  <a:pt x="622229" y="884425"/>
                  <a:pt x="622891" y="883102"/>
                </a:cubicBezTo>
                <a:cubicBezTo>
                  <a:pt x="623552" y="881779"/>
                  <a:pt x="632151" y="874503"/>
                  <a:pt x="632812" y="873180"/>
                </a:cubicBezTo>
                <a:cubicBezTo>
                  <a:pt x="633473" y="871858"/>
                  <a:pt x="632151" y="864582"/>
                  <a:pt x="632812" y="863259"/>
                </a:cubicBezTo>
                <a:cubicBezTo>
                  <a:pt x="633473" y="861936"/>
                  <a:pt x="642073" y="854660"/>
                  <a:pt x="642734" y="853337"/>
                </a:cubicBezTo>
                <a:cubicBezTo>
                  <a:pt x="643395" y="852014"/>
                  <a:pt x="642073" y="844738"/>
                  <a:pt x="642734" y="843415"/>
                </a:cubicBezTo>
                <a:cubicBezTo>
                  <a:pt x="643395" y="842092"/>
                  <a:pt x="651333" y="834154"/>
                  <a:pt x="652656" y="833493"/>
                </a:cubicBezTo>
                <a:cubicBezTo>
                  <a:pt x="653979" y="832831"/>
                  <a:pt x="661255" y="834154"/>
                  <a:pt x="662578" y="833493"/>
                </a:cubicBezTo>
                <a:cubicBezTo>
                  <a:pt x="663901" y="832831"/>
                  <a:pt x="671177" y="824894"/>
                  <a:pt x="672500" y="823571"/>
                </a:cubicBezTo>
                <a:cubicBezTo>
                  <a:pt x="673823" y="822248"/>
                  <a:pt x="681760" y="814972"/>
                  <a:pt x="682422" y="813649"/>
                </a:cubicBezTo>
                <a:cubicBezTo>
                  <a:pt x="683083" y="812326"/>
                  <a:pt x="681760" y="805050"/>
                  <a:pt x="682422" y="803727"/>
                </a:cubicBezTo>
                <a:cubicBezTo>
                  <a:pt x="683083" y="802404"/>
                  <a:pt x="691020" y="795128"/>
                  <a:pt x="692343" y="793806"/>
                </a:cubicBezTo>
                <a:cubicBezTo>
                  <a:pt x="693666" y="792483"/>
                  <a:pt x="700942" y="785206"/>
                  <a:pt x="702265" y="783884"/>
                </a:cubicBezTo>
                <a:cubicBezTo>
                  <a:pt x="703588" y="782561"/>
                  <a:pt x="710865" y="774623"/>
                  <a:pt x="712188" y="773962"/>
                </a:cubicBezTo>
                <a:cubicBezTo>
                  <a:pt x="713511" y="773300"/>
                  <a:pt x="720785" y="774623"/>
                  <a:pt x="722108" y="773962"/>
                </a:cubicBezTo>
                <a:cubicBezTo>
                  <a:pt x="723431" y="773300"/>
                  <a:pt x="730707" y="765363"/>
                  <a:pt x="732030" y="764040"/>
                </a:cubicBezTo>
                <a:cubicBezTo>
                  <a:pt x="733353" y="762717"/>
                  <a:pt x="740629" y="755441"/>
                  <a:pt x="741953" y="754118"/>
                </a:cubicBezTo>
                <a:cubicBezTo>
                  <a:pt x="743275" y="752795"/>
                  <a:pt x="750551" y="745519"/>
                  <a:pt x="751875" y="744196"/>
                </a:cubicBezTo>
                <a:cubicBezTo>
                  <a:pt x="753197" y="742873"/>
                  <a:pt x="760474" y="735597"/>
                  <a:pt x="761797" y="734274"/>
                </a:cubicBezTo>
                <a:cubicBezTo>
                  <a:pt x="763119" y="732951"/>
                  <a:pt x="770396" y="725675"/>
                  <a:pt x="771719" y="724352"/>
                </a:cubicBezTo>
                <a:cubicBezTo>
                  <a:pt x="773041" y="723029"/>
                  <a:pt x="780317" y="715753"/>
                  <a:pt x="781640" y="714430"/>
                </a:cubicBezTo>
                <a:cubicBezTo>
                  <a:pt x="782963" y="713107"/>
                  <a:pt x="790239" y="705170"/>
                  <a:pt x="791562" y="704509"/>
                </a:cubicBezTo>
                <a:cubicBezTo>
                  <a:pt x="792885" y="703847"/>
                  <a:pt x="800161" y="705170"/>
                  <a:pt x="801484" y="704509"/>
                </a:cubicBezTo>
                <a:cubicBezTo>
                  <a:pt x="802807" y="703847"/>
                  <a:pt x="810083" y="695910"/>
                  <a:pt x="811406" y="694587"/>
                </a:cubicBezTo>
                <a:cubicBezTo>
                  <a:pt x="812728" y="693264"/>
                  <a:pt x="820005" y="685988"/>
                  <a:pt x="821328" y="684665"/>
                </a:cubicBezTo>
                <a:cubicBezTo>
                  <a:pt x="822651" y="683342"/>
                  <a:pt x="829927" y="675404"/>
                  <a:pt x="831250" y="674743"/>
                </a:cubicBezTo>
                <a:cubicBezTo>
                  <a:pt x="832573" y="674081"/>
                  <a:pt x="839849" y="675404"/>
                  <a:pt x="841172" y="674743"/>
                </a:cubicBezTo>
                <a:cubicBezTo>
                  <a:pt x="842495" y="674081"/>
                  <a:pt x="849771" y="666144"/>
                  <a:pt x="851094" y="664821"/>
                </a:cubicBezTo>
                <a:cubicBezTo>
                  <a:pt x="852417" y="663498"/>
                  <a:pt x="859693" y="656222"/>
                  <a:pt x="861016" y="654899"/>
                </a:cubicBezTo>
                <a:cubicBezTo>
                  <a:pt x="862339" y="653576"/>
                  <a:pt x="868952" y="646962"/>
                  <a:pt x="870937" y="644977"/>
                </a:cubicBezTo>
                <a:cubicBezTo>
                  <a:pt x="872921" y="642993"/>
                  <a:pt x="888797" y="627118"/>
                  <a:pt x="890781" y="625134"/>
                </a:cubicBezTo>
                <a:cubicBezTo>
                  <a:pt x="892765" y="623149"/>
                  <a:pt x="898718" y="616535"/>
                  <a:pt x="900703" y="615212"/>
                </a:cubicBezTo>
                <a:cubicBezTo>
                  <a:pt x="902687" y="613889"/>
                  <a:pt x="917240" y="605951"/>
                  <a:pt x="920547" y="605290"/>
                </a:cubicBezTo>
                <a:cubicBezTo>
                  <a:pt x="923854" y="604628"/>
                  <a:pt x="946344" y="605951"/>
                  <a:pt x="950313" y="605290"/>
                </a:cubicBezTo>
                <a:cubicBezTo>
                  <a:pt x="954281" y="604628"/>
                  <a:pt x="967510" y="596029"/>
                  <a:pt x="980078" y="595368"/>
                </a:cubicBezTo>
                <a:cubicBezTo>
                  <a:pt x="992645" y="594706"/>
                  <a:pt x="1127583" y="594706"/>
                  <a:pt x="1138828" y="595368"/>
                </a:cubicBezTo>
                <a:cubicBezTo>
                  <a:pt x="1150072" y="596029"/>
                  <a:pt x="1146765" y="603967"/>
                  <a:pt x="1148750" y="605290"/>
                </a:cubicBezTo>
                <a:cubicBezTo>
                  <a:pt x="1150734" y="606613"/>
                  <a:pt x="1165947" y="614550"/>
                  <a:pt x="1168593" y="615212"/>
                </a:cubicBezTo>
                <a:cubicBezTo>
                  <a:pt x="1171239" y="615873"/>
                  <a:pt x="1186453" y="614550"/>
                  <a:pt x="1188438" y="615212"/>
                </a:cubicBezTo>
                <a:cubicBezTo>
                  <a:pt x="1190422" y="615873"/>
                  <a:pt x="1196374" y="624472"/>
                  <a:pt x="1198358" y="625134"/>
                </a:cubicBezTo>
                <a:cubicBezTo>
                  <a:pt x="1200343" y="625795"/>
                  <a:pt x="1216218" y="624472"/>
                  <a:pt x="1218203" y="625134"/>
                </a:cubicBezTo>
                <a:cubicBezTo>
                  <a:pt x="1220187" y="625795"/>
                  <a:pt x="1226801" y="633733"/>
                  <a:pt x="1228125" y="635055"/>
                </a:cubicBezTo>
                <a:cubicBezTo>
                  <a:pt x="1229447" y="636378"/>
                  <a:pt x="1236724" y="643654"/>
                  <a:pt x="1238047" y="644977"/>
                </a:cubicBezTo>
                <a:cubicBezTo>
                  <a:pt x="1239369" y="646300"/>
                  <a:pt x="1246646" y="654238"/>
                  <a:pt x="1247969" y="654899"/>
                </a:cubicBezTo>
                <a:cubicBezTo>
                  <a:pt x="1249291" y="655561"/>
                  <a:pt x="1256567" y="654238"/>
                  <a:pt x="1257890" y="654899"/>
                </a:cubicBezTo>
                <a:cubicBezTo>
                  <a:pt x="1259213" y="655561"/>
                  <a:pt x="1266489" y="663498"/>
                  <a:pt x="1267812" y="664821"/>
                </a:cubicBezTo>
                <a:cubicBezTo>
                  <a:pt x="1269135" y="666144"/>
                  <a:pt x="1276411" y="673420"/>
                  <a:pt x="1277734" y="674743"/>
                </a:cubicBezTo>
                <a:cubicBezTo>
                  <a:pt x="1279057" y="676066"/>
                  <a:pt x="1286333" y="681357"/>
                  <a:pt x="1287656" y="684665"/>
                </a:cubicBezTo>
                <a:cubicBezTo>
                  <a:pt x="1288978" y="687972"/>
                  <a:pt x="1296255" y="721045"/>
                  <a:pt x="1297578" y="724352"/>
                </a:cubicBezTo>
                <a:cubicBezTo>
                  <a:pt x="1298901" y="727660"/>
                  <a:pt x="1306177" y="732951"/>
                  <a:pt x="1307500" y="734274"/>
                </a:cubicBezTo>
                <a:cubicBezTo>
                  <a:pt x="1308823" y="735597"/>
                  <a:pt x="1316099" y="742873"/>
                  <a:pt x="1317422" y="744196"/>
                </a:cubicBezTo>
                <a:cubicBezTo>
                  <a:pt x="1318745" y="745519"/>
                  <a:pt x="1326021" y="752795"/>
                  <a:pt x="1327344" y="754118"/>
                </a:cubicBezTo>
                <a:cubicBezTo>
                  <a:pt x="1328667" y="755441"/>
                  <a:pt x="1335943" y="762717"/>
                  <a:pt x="1337266" y="764040"/>
                </a:cubicBezTo>
                <a:cubicBezTo>
                  <a:pt x="1338589" y="765363"/>
                  <a:pt x="1345863" y="772639"/>
                  <a:pt x="1347187" y="773962"/>
                </a:cubicBezTo>
                <a:cubicBezTo>
                  <a:pt x="1348509" y="775285"/>
                  <a:pt x="1356448" y="781899"/>
                  <a:pt x="1357109" y="783884"/>
                </a:cubicBezTo>
                <a:cubicBezTo>
                  <a:pt x="1357770" y="785868"/>
                  <a:pt x="1356448" y="801743"/>
                  <a:pt x="1357109" y="803727"/>
                </a:cubicBezTo>
                <a:cubicBezTo>
                  <a:pt x="1357770" y="805712"/>
                  <a:pt x="1366370" y="812326"/>
                  <a:pt x="1367031" y="813649"/>
                </a:cubicBezTo>
                <a:cubicBezTo>
                  <a:pt x="1367692" y="814972"/>
                  <a:pt x="1366370" y="822248"/>
                  <a:pt x="1367031" y="823571"/>
                </a:cubicBezTo>
                <a:cubicBezTo>
                  <a:pt x="1367692" y="824894"/>
                  <a:pt x="1375630" y="832170"/>
                  <a:pt x="1376953" y="833493"/>
                </a:cubicBezTo>
                <a:cubicBezTo>
                  <a:pt x="1378275" y="834816"/>
                  <a:pt x="1385552" y="841430"/>
                  <a:pt x="1386875" y="843415"/>
                </a:cubicBezTo>
                <a:cubicBezTo>
                  <a:pt x="1388197" y="845399"/>
                  <a:pt x="1396135" y="861274"/>
                  <a:pt x="1396797" y="863259"/>
                </a:cubicBezTo>
                <a:cubicBezTo>
                  <a:pt x="1397458" y="865243"/>
                  <a:pt x="1396135" y="871858"/>
                  <a:pt x="1396797" y="873180"/>
                </a:cubicBezTo>
                <a:cubicBezTo>
                  <a:pt x="1397458" y="874503"/>
                  <a:pt x="1405395" y="881118"/>
                  <a:pt x="1406718" y="883102"/>
                </a:cubicBezTo>
                <a:cubicBezTo>
                  <a:pt x="1408041" y="885087"/>
                  <a:pt x="1415317" y="900962"/>
                  <a:pt x="1416641" y="902946"/>
                </a:cubicBezTo>
                <a:cubicBezTo>
                  <a:pt x="1417963" y="904930"/>
                  <a:pt x="1425901" y="911545"/>
                  <a:pt x="1426563" y="912868"/>
                </a:cubicBezTo>
                <a:cubicBezTo>
                  <a:pt x="1427223" y="914191"/>
                  <a:pt x="1425901" y="921467"/>
                  <a:pt x="1426563" y="922790"/>
                </a:cubicBezTo>
                <a:cubicBezTo>
                  <a:pt x="1427223" y="924113"/>
                  <a:pt x="1435161" y="931389"/>
                  <a:pt x="1436484" y="932712"/>
                </a:cubicBezTo>
                <a:cubicBezTo>
                  <a:pt x="1437807" y="934035"/>
                  <a:pt x="1445083" y="939326"/>
                  <a:pt x="1446406" y="942634"/>
                </a:cubicBezTo>
                <a:cubicBezTo>
                  <a:pt x="1447729" y="945941"/>
                  <a:pt x="1455667" y="978352"/>
                  <a:pt x="1456328" y="982321"/>
                </a:cubicBezTo>
                <a:cubicBezTo>
                  <a:pt x="1456989" y="986290"/>
                  <a:pt x="1455667" y="1000180"/>
                  <a:pt x="1456328" y="1002165"/>
                </a:cubicBezTo>
                <a:cubicBezTo>
                  <a:pt x="1456989" y="1004149"/>
                  <a:pt x="1465587" y="1010764"/>
                  <a:pt x="1466249" y="1012087"/>
                </a:cubicBezTo>
                <a:cubicBezTo>
                  <a:pt x="1466910" y="1013410"/>
                  <a:pt x="1465587" y="1020686"/>
                  <a:pt x="1466249" y="1022009"/>
                </a:cubicBezTo>
                <a:cubicBezTo>
                  <a:pt x="1466910" y="1023331"/>
                  <a:pt x="1474849" y="1029285"/>
                  <a:pt x="1476172" y="1031931"/>
                </a:cubicBezTo>
                <a:cubicBezTo>
                  <a:pt x="1477495" y="1034576"/>
                  <a:pt x="1484771" y="1057727"/>
                  <a:pt x="1486094" y="1061696"/>
                </a:cubicBezTo>
                <a:cubicBezTo>
                  <a:pt x="1487417" y="1065665"/>
                  <a:pt x="1495354" y="1088816"/>
                  <a:pt x="1496015" y="1091462"/>
                </a:cubicBezTo>
                <a:cubicBezTo>
                  <a:pt x="1496676" y="1094108"/>
                  <a:pt x="1495354" y="1100061"/>
                  <a:pt x="1496015" y="1101384"/>
                </a:cubicBezTo>
                <a:cubicBezTo>
                  <a:pt x="1496676" y="1102706"/>
                  <a:pt x="1505276" y="1109982"/>
                  <a:pt x="1505937" y="1111305"/>
                </a:cubicBezTo>
                <a:cubicBezTo>
                  <a:pt x="1506598" y="1112628"/>
                  <a:pt x="1505276" y="1119904"/>
                  <a:pt x="1505937" y="1121227"/>
                </a:cubicBezTo>
                <a:cubicBezTo>
                  <a:pt x="1506598" y="1122550"/>
                  <a:pt x="1514536" y="1129826"/>
                  <a:pt x="1515859" y="1131149"/>
                </a:cubicBezTo>
                <a:cubicBezTo>
                  <a:pt x="1517182" y="1132472"/>
                  <a:pt x="1524458" y="1139748"/>
                  <a:pt x="1525781" y="1141071"/>
                </a:cubicBezTo>
                <a:cubicBezTo>
                  <a:pt x="1527103" y="1142394"/>
                  <a:pt x="1535041" y="1150332"/>
                  <a:pt x="1535703" y="1150993"/>
                </a:cubicBezTo>
                <a:cubicBezTo>
                  <a:pt x="1536364" y="1151655"/>
                  <a:pt x="1535041" y="1151655"/>
                  <a:pt x="1535703" y="1150993"/>
                </a:cubicBezTo>
                <a:cubicBezTo>
                  <a:pt x="1536364" y="1150332"/>
                  <a:pt x="1544303" y="1141071"/>
                  <a:pt x="1545625" y="1141071"/>
                </a:cubicBezTo>
                <a:cubicBezTo>
                  <a:pt x="1546948" y="1141071"/>
                  <a:pt x="1554223" y="1149670"/>
                  <a:pt x="1555547" y="1150993"/>
                </a:cubicBezTo>
                <a:cubicBezTo>
                  <a:pt x="1556869" y="1152316"/>
                  <a:pt x="1564145" y="1158269"/>
                  <a:pt x="1565469" y="1160915"/>
                </a:cubicBezTo>
                <a:cubicBezTo>
                  <a:pt x="1566791" y="1163561"/>
                  <a:pt x="1574067" y="1187373"/>
                  <a:pt x="1575391" y="1190680"/>
                </a:cubicBezTo>
                <a:cubicBezTo>
                  <a:pt x="1576713" y="1193988"/>
                  <a:pt x="1583989" y="1208540"/>
                  <a:pt x="1585312" y="1210524"/>
                </a:cubicBezTo>
                <a:cubicBezTo>
                  <a:pt x="1586635" y="1212509"/>
                  <a:pt x="1594573" y="1219123"/>
                  <a:pt x="1595234" y="1220446"/>
                </a:cubicBezTo>
                <a:cubicBezTo>
                  <a:pt x="1595895" y="1221769"/>
                  <a:pt x="1594573" y="1229045"/>
                  <a:pt x="1595234" y="1230368"/>
                </a:cubicBezTo>
                <a:cubicBezTo>
                  <a:pt x="1595895" y="1231691"/>
                  <a:pt x="1603833" y="1238967"/>
                  <a:pt x="1605156" y="1240290"/>
                </a:cubicBezTo>
                <a:cubicBezTo>
                  <a:pt x="1606479" y="1241613"/>
                  <a:pt x="1613755" y="1248227"/>
                  <a:pt x="1615078" y="1250212"/>
                </a:cubicBezTo>
                <a:cubicBezTo>
                  <a:pt x="1616401" y="1252196"/>
                  <a:pt x="1623677" y="1268071"/>
                  <a:pt x="1625000" y="1270055"/>
                </a:cubicBezTo>
                <a:cubicBezTo>
                  <a:pt x="1626323" y="1272040"/>
                  <a:pt x="1633599" y="1278654"/>
                  <a:pt x="1634922" y="1279977"/>
                </a:cubicBezTo>
                <a:cubicBezTo>
                  <a:pt x="1636245" y="1281300"/>
                  <a:pt x="1643520" y="1288576"/>
                  <a:pt x="1644843" y="1289899"/>
                </a:cubicBezTo>
                <a:cubicBezTo>
                  <a:pt x="1646166" y="1291222"/>
                  <a:pt x="1653442" y="1298498"/>
                  <a:pt x="1654765" y="1299821"/>
                </a:cubicBezTo>
                <a:cubicBezTo>
                  <a:pt x="1656088" y="1301144"/>
                  <a:pt x="1663365" y="1308420"/>
                  <a:pt x="1664687" y="1309743"/>
                </a:cubicBezTo>
                <a:cubicBezTo>
                  <a:pt x="1666010" y="1311066"/>
                  <a:pt x="1673287" y="1318342"/>
                  <a:pt x="1674609" y="1319665"/>
                </a:cubicBezTo>
                <a:cubicBezTo>
                  <a:pt x="1675932" y="1320988"/>
                  <a:pt x="1683208" y="1328264"/>
                  <a:pt x="1684531" y="1329587"/>
                </a:cubicBezTo>
                <a:cubicBezTo>
                  <a:pt x="1685854" y="1330910"/>
                  <a:pt x="1693130" y="1337524"/>
                  <a:pt x="1694453" y="1339509"/>
                </a:cubicBezTo>
                <a:cubicBezTo>
                  <a:pt x="1695776" y="1341493"/>
                  <a:pt x="1703051" y="1357368"/>
                  <a:pt x="1704375" y="1359352"/>
                </a:cubicBezTo>
                <a:cubicBezTo>
                  <a:pt x="1705697" y="1361337"/>
                  <a:pt x="1712973" y="1367951"/>
                  <a:pt x="1714297" y="1369274"/>
                </a:cubicBezTo>
                <a:cubicBezTo>
                  <a:pt x="1715619" y="1370597"/>
                  <a:pt x="1722895" y="1377873"/>
                  <a:pt x="1724219" y="1379196"/>
                </a:cubicBezTo>
                <a:cubicBezTo>
                  <a:pt x="1725541" y="1380519"/>
                  <a:pt x="1732817" y="1387795"/>
                  <a:pt x="1734140" y="1389118"/>
                </a:cubicBezTo>
                <a:cubicBezTo>
                  <a:pt x="1735463" y="1390441"/>
                  <a:pt x="1743400" y="1397717"/>
                  <a:pt x="1744062" y="1399040"/>
                </a:cubicBezTo>
                <a:cubicBezTo>
                  <a:pt x="1744723" y="1400363"/>
                  <a:pt x="1743400" y="1407639"/>
                  <a:pt x="1744062" y="1408962"/>
                </a:cubicBezTo>
                <a:cubicBezTo>
                  <a:pt x="1744723" y="1410285"/>
                  <a:pt x="1752661" y="1417561"/>
                  <a:pt x="1753985" y="1418884"/>
                </a:cubicBezTo>
                <a:cubicBezTo>
                  <a:pt x="1755307" y="1420207"/>
                  <a:pt x="1762583" y="1427482"/>
                  <a:pt x="1763906" y="1428805"/>
                </a:cubicBezTo>
                <a:cubicBezTo>
                  <a:pt x="1765229" y="1430128"/>
                  <a:pt x="1772505" y="1437404"/>
                  <a:pt x="1773828" y="1438727"/>
                </a:cubicBezTo>
                <a:cubicBezTo>
                  <a:pt x="1775151" y="1440050"/>
                  <a:pt x="1781104" y="1447326"/>
                  <a:pt x="1783750" y="1448649"/>
                </a:cubicBezTo>
                <a:cubicBezTo>
                  <a:pt x="1786396" y="1449972"/>
                  <a:pt x="1810208" y="1457248"/>
                  <a:pt x="1813515" y="1458571"/>
                </a:cubicBezTo>
                <a:cubicBezTo>
                  <a:pt x="1816822" y="1459894"/>
                  <a:pt x="1830052" y="1467170"/>
                  <a:pt x="1833359" y="1468493"/>
                </a:cubicBezTo>
                <a:cubicBezTo>
                  <a:pt x="1836666" y="1469816"/>
                  <a:pt x="1857172" y="1477092"/>
                  <a:pt x="1863125" y="1478415"/>
                </a:cubicBezTo>
                <a:cubicBezTo>
                  <a:pt x="1869077" y="1479738"/>
                  <a:pt x="1915380" y="1487675"/>
                  <a:pt x="1922656" y="1488337"/>
                </a:cubicBezTo>
                <a:cubicBezTo>
                  <a:pt x="1929932" y="1488998"/>
                  <a:pt x="1968296" y="1487675"/>
                  <a:pt x="1972265" y="1488337"/>
                </a:cubicBezTo>
                <a:cubicBezTo>
                  <a:pt x="1976233" y="1488998"/>
                  <a:pt x="1978219" y="1496936"/>
                  <a:pt x="1982187" y="1498259"/>
                </a:cubicBezTo>
                <a:cubicBezTo>
                  <a:pt x="1986156" y="1499581"/>
                  <a:pt x="2028489" y="1506196"/>
                  <a:pt x="2031797" y="1508180"/>
                </a:cubicBezTo>
                <a:cubicBezTo>
                  <a:pt x="2035103" y="1510165"/>
                  <a:pt x="2030473" y="1526040"/>
                  <a:pt x="2031797" y="1528024"/>
                </a:cubicBezTo>
                <a:cubicBezTo>
                  <a:pt x="2033119" y="1530009"/>
                  <a:pt x="2047672" y="1537946"/>
                  <a:pt x="2051641" y="1537946"/>
                </a:cubicBezTo>
                <a:cubicBezTo>
                  <a:pt x="2055609" y="1537946"/>
                  <a:pt x="2076775" y="1529347"/>
                  <a:pt x="2091328" y="1528024"/>
                </a:cubicBezTo>
                <a:cubicBezTo>
                  <a:pt x="2105880" y="1526701"/>
                  <a:pt x="2257354" y="1519425"/>
                  <a:pt x="2269921" y="1518102"/>
                </a:cubicBezTo>
                <a:cubicBezTo>
                  <a:pt x="2282489" y="1516779"/>
                  <a:pt x="2278521" y="1509503"/>
                  <a:pt x="2279843" y="1508180"/>
                </a:cubicBezTo>
                <a:cubicBezTo>
                  <a:pt x="2281166" y="1506857"/>
                  <a:pt x="2288442" y="1499581"/>
                  <a:pt x="2289765" y="1498259"/>
                </a:cubicBezTo>
                <a:cubicBezTo>
                  <a:pt x="2291087" y="1496936"/>
                  <a:pt x="2298364" y="1488998"/>
                  <a:pt x="2299687" y="1488337"/>
                </a:cubicBezTo>
                <a:cubicBezTo>
                  <a:pt x="2301010" y="1487675"/>
                  <a:pt x="2308286" y="1488998"/>
                  <a:pt x="2309609" y="1488337"/>
                </a:cubicBezTo>
                <a:cubicBezTo>
                  <a:pt x="2310932" y="1487675"/>
                  <a:pt x="2316885" y="1479076"/>
                  <a:pt x="2319531" y="1478415"/>
                </a:cubicBezTo>
                <a:cubicBezTo>
                  <a:pt x="2322177" y="1477753"/>
                  <a:pt x="2346651" y="1479076"/>
                  <a:pt x="2349297" y="1478415"/>
                </a:cubicBezTo>
                <a:cubicBezTo>
                  <a:pt x="2351943" y="1477753"/>
                  <a:pt x="2357895" y="1469816"/>
                  <a:pt x="2359219" y="1468493"/>
                </a:cubicBezTo>
                <a:cubicBezTo>
                  <a:pt x="2360541" y="1467170"/>
                  <a:pt x="2367817" y="1460555"/>
                  <a:pt x="2369141" y="1458571"/>
                </a:cubicBezTo>
                <a:cubicBezTo>
                  <a:pt x="2370463" y="1456587"/>
                  <a:pt x="2377739" y="1440712"/>
                  <a:pt x="2379063" y="1438727"/>
                </a:cubicBezTo>
                <a:cubicBezTo>
                  <a:pt x="2380385" y="1436743"/>
                  <a:pt x="2387661" y="1429467"/>
                  <a:pt x="2388984" y="1428805"/>
                </a:cubicBezTo>
                <a:cubicBezTo>
                  <a:pt x="2390307" y="1428144"/>
                  <a:pt x="2397583" y="1429467"/>
                  <a:pt x="2398906" y="1428805"/>
                </a:cubicBezTo>
                <a:cubicBezTo>
                  <a:pt x="2400229" y="1428144"/>
                  <a:pt x="2407505" y="1420868"/>
                  <a:pt x="2408828" y="1418884"/>
                </a:cubicBezTo>
                <a:cubicBezTo>
                  <a:pt x="2410151" y="1416899"/>
                  <a:pt x="2417426" y="1401024"/>
                  <a:pt x="2418749" y="1399040"/>
                </a:cubicBezTo>
                <a:cubicBezTo>
                  <a:pt x="2420071" y="1397055"/>
                  <a:pt x="2427349" y="1390441"/>
                  <a:pt x="2428672" y="1389118"/>
                </a:cubicBezTo>
                <a:cubicBezTo>
                  <a:pt x="2429995" y="1387795"/>
                  <a:pt x="2437932" y="1380519"/>
                  <a:pt x="2438594" y="1379196"/>
                </a:cubicBezTo>
                <a:cubicBezTo>
                  <a:pt x="2439255" y="1377873"/>
                  <a:pt x="2437932" y="1370597"/>
                  <a:pt x="2438594" y="1369274"/>
                </a:cubicBezTo>
                <a:cubicBezTo>
                  <a:pt x="2439255" y="1367951"/>
                  <a:pt x="2447854" y="1360675"/>
                  <a:pt x="2448515" y="1359352"/>
                </a:cubicBezTo>
                <a:cubicBezTo>
                  <a:pt x="2449176" y="1358029"/>
                  <a:pt x="2447854" y="1350753"/>
                  <a:pt x="2448515" y="1349430"/>
                </a:cubicBezTo>
                <a:cubicBezTo>
                  <a:pt x="2449176" y="1348107"/>
                  <a:pt x="2457114" y="1340831"/>
                  <a:pt x="2458437" y="1339509"/>
                </a:cubicBezTo>
                <a:cubicBezTo>
                  <a:pt x="2459760" y="1338185"/>
                  <a:pt x="2467036" y="1330910"/>
                  <a:pt x="2468359" y="1329587"/>
                </a:cubicBezTo>
                <a:cubicBezTo>
                  <a:pt x="2469682" y="1328264"/>
                  <a:pt x="2476958" y="1320988"/>
                  <a:pt x="2478281" y="1319665"/>
                </a:cubicBezTo>
                <a:cubicBezTo>
                  <a:pt x="2479603" y="1318342"/>
                  <a:pt x="2486880" y="1311066"/>
                  <a:pt x="2488203" y="1309743"/>
                </a:cubicBezTo>
                <a:cubicBezTo>
                  <a:pt x="2489525" y="1308420"/>
                  <a:pt x="2496803" y="1301144"/>
                  <a:pt x="2498125" y="1299821"/>
                </a:cubicBezTo>
                <a:cubicBezTo>
                  <a:pt x="2499448" y="1298498"/>
                  <a:pt x="2506723" y="1291222"/>
                  <a:pt x="2508047" y="1289899"/>
                </a:cubicBezTo>
                <a:cubicBezTo>
                  <a:pt x="2509369" y="1288576"/>
                  <a:pt x="2516645" y="1281300"/>
                  <a:pt x="2517969" y="1279977"/>
                </a:cubicBezTo>
                <a:cubicBezTo>
                  <a:pt x="2519291" y="1278654"/>
                  <a:pt x="2526567" y="1271378"/>
                  <a:pt x="2527891" y="1270055"/>
                </a:cubicBezTo>
                <a:cubicBezTo>
                  <a:pt x="2529213" y="1268732"/>
                  <a:pt x="2536489" y="1261456"/>
                  <a:pt x="2537812" y="1260134"/>
                </a:cubicBezTo>
                <a:cubicBezTo>
                  <a:pt x="2539135" y="1258811"/>
                  <a:pt x="2546411" y="1250873"/>
                  <a:pt x="2547734" y="1250212"/>
                </a:cubicBezTo>
                <a:cubicBezTo>
                  <a:pt x="2549057" y="1249550"/>
                  <a:pt x="2556333" y="1250873"/>
                  <a:pt x="2557656" y="1250212"/>
                </a:cubicBezTo>
                <a:cubicBezTo>
                  <a:pt x="2558979" y="1249550"/>
                  <a:pt x="2566255" y="1241613"/>
                  <a:pt x="2567578" y="1240290"/>
                </a:cubicBezTo>
                <a:cubicBezTo>
                  <a:pt x="2568901" y="1238967"/>
                  <a:pt x="2576177" y="1231691"/>
                  <a:pt x="2577500" y="1230368"/>
                </a:cubicBezTo>
                <a:cubicBezTo>
                  <a:pt x="2578823" y="1229045"/>
                  <a:pt x="2586099" y="1221769"/>
                  <a:pt x="2587422" y="1220446"/>
                </a:cubicBezTo>
                <a:cubicBezTo>
                  <a:pt x="2588745" y="1219123"/>
                  <a:pt x="2596020" y="1211847"/>
                  <a:pt x="2597343" y="1210524"/>
                </a:cubicBezTo>
                <a:cubicBezTo>
                  <a:pt x="2598666" y="1209201"/>
                  <a:pt x="2605942" y="1201925"/>
                  <a:pt x="2607265" y="1200602"/>
                </a:cubicBezTo>
                <a:cubicBezTo>
                  <a:pt x="2608588" y="1199279"/>
                  <a:pt x="2616526" y="1192003"/>
                  <a:pt x="2617187" y="1190680"/>
                </a:cubicBezTo>
                <a:cubicBezTo>
                  <a:pt x="2617849" y="1189357"/>
                  <a:pt x="2616526" y="1182082"/>
                  <a:pt x="2617187" y="1180759"/>
                </a:cubicBezTo>
                <a:cubicBezTo>
                  <a:pt x="2617849" y="1179436"/>
                  <a:pt x="2625787" y="1172160"/>
                  <a:pt x="2627109" y="1170837"/>
                </a:cubicBezTo>
                <a:cubicBezTo>
                  <a:pt x="2628432" y="1169514"/>
                  <a:pt x="2635708" y="1162238"/>
                  <a:pt x="2637031" y="1160915"/>
                </a:cubicBezTo>
                <a:cubicBezTo>
                  <a:pt x="2638354" y="1159592"/>
                  <a:pt x="2645630" y="1152316"/>
                  <a:pt x="2646953" y="1150993"/>
                </a:cubicBezTo>
                <a:cubicBezTo>
                  <a:pt x="2648276" y="1149670"/>
                  <a:pt x="2656213" y="1142394"/>
                  <a:pt x="2656875" y="1141071"/>
                </a:cubicBezTo>
                <a:cubicBezTo>
                  <a:pt x="2657535" y="1139748"/>
                  <a:pt x="2656213" y="1132472"/>
                  <a:pt x="2656875" y="1131149"/>
                </a:cubicBezTo>
                <a:cubicBezTo>
                  <a:pt x="2657535" y="1129826"/>
                  <a:pt x="2665473" y="1122550"/>
                  <a:pt x="2666797" y="1121227"/>
                </a:cubicBezTo>
                <a:cubicBezTo>
                  <a:pt x="2668119" y="1119904"/>
                  <a:pt x="2675395" y="1112628"/>
                  <a:pt x="2676719" y="1111305"/>
                </a:cubicBezTo>
                <a:cubicBezTo>
                  <a:pt x="2678041" y="1109982"/>
                  <a:pt x="2685317" y="1102706"/>
                  <a:pt x="2686640" y="1101384"/>
                </a:cubicBezTo>
                <a:cubicBezTo>
                  <a:pt x="2687963" y="1100061"/>
                  <a:pt x="2695900" y="1092785"/>
                  <a:pt x="2696562" y="1091462"/>
                </a:cubicBezTo>
                <a:cubicBezTo>
                  <a:pt x="2697223" y="1090139"/>
                  <a:pt x="2695900" y="1083524"/>
                  <a:pt x="2696562" y="1081540"/>
                </a:cubicBezTo>
                <a:cubicBezTo>
                  <a:pt x="2697223" y="1079555"/>
                  <a:pt x="2705161" y="1063680"/>
                  <a:pt x="2706485" y="1061696"/>
                </a:cubicBezTo>
                <a:cubicBezTo>
                  <a:pt x="2707807" y="1059712"/>
                  <a:pt x="2715083" y="1053097"/>
                  <a:pt x="2716406" y="1051774"/>
                </a:cubicBezTo>
                <a:cubicBezTo>
                  <a:pt x="2717729" y="1050451"/>
                  <a:pt x="2725005" y="1043175"/>
                  <a:pt x="2726328" y="1041852"/>
                </a:cubicBezTo>
                <a:cubicBezTo>
                  <a:pt x="2727651" y="1040529"/>
                  <a:pt x="2734927" y="1033915"/>
                  <a:pt x="2736250" y="1031931"/>
                </a:cubicBezTo>
                <a:cubicBezTo>
                  <a:pt x="2737573" y="1029946"/>
                  <a:pt x="2744848" y="1014071"/>
                  <a:pt x="2746171" y="1012087"/>
                </a:cubicBezTo>
                <a:cubicBezTo>
                  <a:pt x="2747494" y="1010102"/>
                  <a:pt x="2754771" y="1003488"/>
                  <a:pt x="2756093" y="1002165"/>
                </a:cubicBezTo>
                <a:cubicBezTo>
                  <a:pt x="2757416" y="1000842"/>
                  <a:pt x="2764692" y="993566"/>
                  <a:pt x="2766015" y="992243"/>
                </a:cubicBezTo>
                <a:cubicBezTo>
                  <a:pt x="2767337" y="990920"/>
                  <a:pt x="2774614" y="982983"/>
                  <a:pt x="2775937" y="982321"/>
                </a:cubicBezTo>
                <a:cubicBezTo>
                  <a:pt x="2777260" y="981659"/>
                  <a:pt x="2784536" y="983644"/>
                  <a:pt x="2785859" y="982321"/>
                </a:cubicBezTo>
                <a:cubicBezTo>
                  <a:pt x="2787182" y="980998"/>
                  <a:pt x="2794458" y="964462"/>
                  <a:pt x="2795781" y="962477"/>
                </a:cubicBezTo>
                <a:cubicBezTo>
                  <a:pt x="2797104" y="960493"/>
                  <a:pt x="2803718" y="953878"/>
                  <a:pt x="2805703" y="952555"/>
                </a:cubicBezTo>
                <a:cubicBezTo>
                  <a:pt x="2807687" y="951232"/>
                  <a:pt x="2823562" y="943957"/>
                  <a:pt x="2825547" y="942634"/>
                </a:cubicBezTo>
                <a:cubicBezTo>
                  <a:pt x="2827531" y="941311"/>
                  <a:pt x="2834145" y="934035"/>
                  <a:pt x="2835469" y="932712"/>
                </a:cubicBezTo>
                <a:cubicBezTo>
                  <a:pt x="2836791" y="931389"/>
                  <a:pt x="2844729" y="924113"/>
                  <a:pt x="2845391" y="922790"/>
                </a:cubicBezTo>
                <a:cubicBezTo>
                  <a:pt x="2846051" y="921467"/>
                  <a:pt x="2844729" y="914191"/>
                  <a:pt x="2845391" y="912868"/>
                </a:cubicBezTo>
                <a:cubicBezTo>
                  <a:pt x="2846051" y="911545"/>
                  <a:pt x="2853989" y="904269"/>
                  <a:pt x="2855313" y="902946"/>
                </a:cubicBezTo>
                <a:cubicBezTo>
                  <a:pt x="2856635" y="901623"/>
                  <a:pt x="2863911" y="894347"/>
                  <a:pt x="2865234" y="893024"/>
                </a:cubicBezTo>
                <a:cubicBezTo>
                  <a:pt x="2866557" y="891701"/>
                  <a:pt x="2873833" y="885087"/>
                  <a:pt x="2875156" y="883102"/>
                </a:cubicBezTo>
                <a:cubicBezTo>
                  <a:pt x="2876479" y="881118"/>
                  <a:pt x="2884417" y="865904"/>
                  <a:pt x="2885078" y="863259"/>
                </a:cubicBezTo>
                <a:cubicBezTo>
                  <a:pt x="2885739" y="860613"/>
                  <a:pt x="2884417" y="845399"/>
                  <a:pt x="2885078" y="843415"/>
                </a:cubicBezTo>
                <a:cubicBezTo>
                  <a:pt x="2885739" y="841430"/>
                  <a:pt x="2894337" y="835477"/>
                  <a:pt x="2894999" y="833493"/>
                </a:cubicBezTo>
                <a:cubicBezTo>
                  <a:pt x="2895660" y="831509"/>
                  <a:pt x="2894337" y="815634"/>
                  <a:pt x="2894999" y="813649"/>
                </a:cubicBezTo>
                <a:cubicBezTo>
                  <a:pt x="2895660" y="811665"/>
                  <a:pt x="2904261" y="805712"/>
                  <a:pt x="2904922" y="803727"/>
                </a:cubicBezTo>
                <a:cubicBezTo>
                  <a:pt x="2905583" y="801743"/>
                  <a:pt x="2904261" y="785868"/>
                  <a:pt x="2904922" y="783884"/>
                </a:cubicBezTo>
                <a:cubicBezTo>
                  <a:pt x="2905583" y="781899"/>
                  <a:pt x="2914182" y="775285"/>
                  <a:pt x="2914844" y="773962"/>
                </a:cubicBezTo>
                <a:cubicBezTo>
                  <a:pt x="2915505" y="772639"/>
                  <a:pt x="2914182" y="765363"/>
                  <a:pt x="2914844" y="764040"/>
                </a:cubicBezTo>
                <a:cubicBezTo>
                  <a:pt x="2915505" y="762717"/>
                  <a:pt x="2924104" y="755441"/>
                  <a:pt x="2924765" y="754118"/>
                </a:cubicBezTo>
                <a:cubicBezTo>
                  <a:pt x="2925426" y="752795"/>
                  <a:pt x="2924104" y="745519"/>
                  <a:pt x="2924765" y="744196"/>
                </a:cubicBezTo>
                <a:cubicBezTo>
                  <a:pt x="2925426" y="742873"/>
                  <a:pt x="2933364" y="735597"/>
                  <a:pt x="2934687" y="734274"/>
                </a:cubicBezTo>
                <a:cubicBezTo>
                  <a:pt x="2936010" y="732951"/>
                  <a:pt x="2943286" y="727660"/>
                  <a:pt x="2944609" y="724352"/>
                </a:cubicBezTo>
                <a:cubicBezTo>
                  <a:pt x="2945932" y="721045"/>
                  <a:pt x="2953208" y="687972"/>
                  <a:pt x="2954531" y="684665"/>
                </a:cubicBezTo>
                <a:cubicBezTo>
                  <a:pt x="2955853" y="681357"/>
                  <a:pt x="2963791" y="676727"/>
                  <a:pt x="2964453" y="674743"/>
                </a:cubicBezTo>
                <a:cubicBezTo>
                  <a:pt x="2965114" y="672759"/>
                  <a:pt x="2963791" y="656884"/>
                  <a:pt x="2964453" y="654899"/>
                </a:cubicBezTo>
                <a:cubicBezTo>
                  <a:pt x="2965114" y="652915"/>
                  <a:pt x="2973053" y="647623"/>
                  <a:pt x="2974375" y="644977"/>
                </a:cubicBezTo>
                <a:cubicBezTo>
                  <a:pt x="2975698" y="642332"/>
                  <a:pt x="2983635" y="617857"/>
                  <a:pt x="2984297" y="615212"/>
                </a:cubicBezTo>
                <a:cubicBezTo>
                  <a:pt x="2984957" y="612566"/>
                  <a:pt x="2983635" y="606613"/>
                  <a:pt x="2984297" y="605290"/>
                </a:cubicBezTo>
                <a:cubicBezTo>
                  <a:pt x="2984957" y="603967"/>
                  <a:pt x="2992895" y="598014"/>
                  <a:pt x="2994219" y="595368"/>
                </a:cubicBezTo>
                <a:cubicBezTo>
                  <a:pt x="2995541" y="592722"/>
                  <a:pt x="3002817" y="568910"/>
                  <a:pt x="3004141" y="565602"/>
                </a:cubicBezTo>
                <a:cubicBezTo>
                  <a:pt x="3005463" y="562295"/>
                  <a:pt x="3012739" y="549066"/>
                  <a:pt x="3014062" y="545759"/>
                </a:cubicBezTo>
                <a:cubicBezTo>
                  <a:pt x="3015385" y="542451"/>
                  <a:pt x="3023323" y="518639"/>
                  <a:pt x="3023984" y="515993"/>
                </a:cubicBezTo>
                <a:cubicBezTo>
                  <a:pt x="3024645" y="513347"/>
                  <a:pt x="3023323" y="507394"/>
                  <a:pt x="3023984" y="506071"/>
                </a:cubicBezTo>
                <a:cubicBezTo>
                  <a:pt x="3024645" y="504748"/>
                  <a:pt x="3032583" y="497472"/>
                  <a:pt x="3033906" y="496149"/>
                </a:cubicBezTo>
                <a:cubicBezTo>
                  <a:pt x="3035229" y="494826"/>
                  <a:pt x="3042505" y="487550"/>
                  <a:pt x="3043828" y="486227"/>
                </a:cubicBezTo>
                <a:cubicBezTo>
                  <a:pt x="3045151" y="484904"/>
                  <a:pt x="3052427" y="478290"/>
                  <a:pt x="3053750" y="476305"/>
                </a:cubicBezTo>
                <a:cubicBezTo>
                  <a:pt x="3055073" y="474321"/>
                  <a:pt x="3062349" y="458446"/>
                  <a:pt x="3063672" y="456462"/>
                </a:cubicBezTo>
                <a:cubicBezTo>
                  <a:pt x="3064995" y="454477"/>
                  <a:pt x="3072270" y="447863"/>
                  <a:pt x="3073593" y="446540"/>
                </a:cubicBezTo>
                <a:cubicBezTo>
                  <a:pt x="3074916" y="445217"/>
                  <a:pt x="3082192" y="437941"/>
                  <a:pt x="3083515" y="436618"/>
                </a:cubicBezTo>
                <a:cubicBezTo>
                  <a:pt x="3084838" y="435295"/>
                  <a:pt x="3092115" y="428019"/>
                  <a:pt x="3093437" y="426696"/>
                </a:cubicBezTo>
                <a:cubicBezTo>
                  <a:pt x="3094760" y="425373"/>
                  <a:pt x="3102037" y="418097"/>
                  <a:pt x="3103359" y="416774"/>
                </a:cubicBezTo>
                <a:cubicBezTo>
                  <a:pt x="3104682" y="415451"/>
                  <a:pt x="3111958" y="408175"/>
                  <a:pt x="3113281" y="406852"/>
                </a:cubicBezTo>
                <a:cubicBezTo>
                  <a:pt x="3114604" y="405529"/>
                  <a:pt x="3121880" y="398253"/>
                  <a:pt x="3123203" y="396931"/>
                </a:cubicBezTo>
                <a:cubicBezTo>
                  <a:pt x="3124526" y="395608"/>
                  <a:pt x="3131801" y="388331"/>
                  <a:pt x="3133125" y="387009"/>
                </a:cubicBezTo>
                <a:cubicBezTo>
                  <a:pt x="3134447" y="385686"/>
                  <a:pt x="3141723" y="378410"/>
                  <a:pt x="3143047" y="377087"/>
                </a:cubicBezTo>
                <a:cubicBezTo>
                  <a:pt x="3144369" y="375764"/>
                  <a:pt x="3151645" y="368488"/>
                  <a:pt x="3152969" y="367165"/>
                </a:cubicBezTo>
                <a:cubicBezTo>
                  <a:pt x="3154291" y="365842"/>
                  <a:pt x="3161567" y="358566"/>
                  <a:pt x="3162890" y="357243"/>
                </a:cubicBezTo>
                <a:cubicBezTo>
                  <a:pt x="3164213" y="355920"/>
                  <a:pt x="3171489" y="348644"/>
                  <a:pt x="3172812" y="347321"/>
                </a:cubicBezTo>
                <a:cubicBezTo>
                  <a:pt x="3174135" y="345998"/>
                  <a:pt x="3181411" y="338061"/>
                  <a:pt x="3182735" y="337399"/>
                </a:cubicBezTo>
                <a:cubicBezTo>
                  <a:pt x="3184057" y="336738"/>
                  <a:pt x="3191333" y="338061"/>
                  <a:pt x="3192656" y="337399"/>
                </a:cubicBezTo>
                <a:cubicBezTo>
                  <a:pt x="3193979" y="336738"/>
                  <a:pt x="3201255" y="328800"/>
                  <a:pt x="3202578" y="327477"/>
                </a:cubicBezTo>
                <a:cubicBezTo>
                  <a:pt x="3203901" y="326154"/>
                  <a:pt x="3210515" y="318878"/>
                  <a:pt x="3212500" y="317555"/>
                </a:cubicBezTo>
                <a:cubicBezTo>
                  <a:pt x="3214484" y="316233"/>
                  <a:pt x="3230359" y="308957"/>
                  <a:pt x="3232343" y="307634"/>
                </a:cubicBezTo>
                <a:cubicBezTo>
                  <a:pt x="3234328" y="306311"/>
                  <a:pt x="3240942" y="298373"/>
                  <a:pt x="3242265" y="297712"/>
                </a:cubicBezTo>
                <a:cubicBezTo>
                  <a:pt x="3243587" y="297050"/>
                  <a:pt x="3250864" y="298373"/>
                  <a:pt x="3252187" y="297712"/>
                </a:cubicBezTo>
                <a:cubicBezTo>
                  <a:pt x="3253510" y="297050"/>
                  <a:pt x="3260786" y="289113"/>
                  <a:pt x="3262109" y="287790"/>
                </a:cubicBezTo>
                <a:cubicBezTo>
                  <a:pt x="3263432" y="286467"/>
                  <a:pt x="3270047" y="279191"/>
                  <a:pt x="3272031" y="277868"/>
                </a:cubicBezTo>
                <a:cubicBezTo>
                  <a:pt x="3274015" y="276545"/>
                  <a:pt x="3289229" y="269269"/>
                  <a:pt x="3291875" y="267946"/>
                </a:cubicBezTo>
                <a:cubicBezTo>
                  <a:pt x="3294521" y="266623"/>
                  <a:pt x="3309072" y="259347"/>
                  <a:pt x="3311719" y="258024"/>
                </a:cubicBezTo>
                <a:cubicBezTo>
                  <a:pt x="3314364" y="256701"/>
                  <a:pt x="3329578" y="249425"/>
                  <a:pt x="3331563" y="248102"/>
                </a:cubicBezTo>
                <a:cubicBezTo>
                  <a:pt x="3333547" y="246779"/>
                  <a:pt x="3340161" y="239503"/>
                  <a:pt x="3341484" y="238180"/>
                </a:cubicBezTo>
                <a:cubicBezTo>
                  <a:pt x="3342807" y="236858"/>
                  <a:pt x="3349421" y="229581"/>
                  <a:pt x="3351406" y="228259"/>
                </a:cubicBezTo>
                <a:cubicBezTo>
                  <a:pt x="3353390" y="226936"/>
                  <a:pt x="3367942" y="218337"/>
                  <a:pt x="3371249" y="218337"/>
                </a:cubicBezTo>
                <a:cubicBezTo>
                  <a:pt x="3374556" y="218337"/>
                  <a:pt x="3397708" y="227597"/>
                  <a:pt x="3401015" y="228259"/>
                </a:cubicBezTo>
                <a:cubicBezTo>
                  <a:pt x="3404322" y="228920"/>
                  <a:pt x="3418875" y="227597"/>
                  <a:pt x="3420859" y="228259"/>
                </a:cubicBezTo>
                <a:cubicBezTo>
                  <a:pt x="3422843" y="228920"/>
                  <a:pt x="3428796" y="237519"/>
                  <a:pt x="3430781" y="238180"/>
                </a:cubicBezTo>
                <a:cubicBezTo>
                  <a:pt x="3432765" y="238842"/>
                  <a:pt x="3448641" y="237519"/>
                  <a:pt x="3450625" y="238180"/>
                </a:cubicBezTo>
                <a:cubicBezTo>
                  <a:pt x="3452610" y="238842"/>
                  <a:pt x="3459223" y="246779"/>
                  <a:pt x="3460547" y="248102"/>
                </a:cubicBezTo>
                <a:cubicBezTo>
                  <a:pt x="3461869" y="249425"/>
                  <a:pt x="3469145" y="256701"/>
                  <a:pt x="3470469" y="258024"/>
                </a:cubicBezTo>
                <a:cubicBezTo>
                  <a:pt x="3471791" y="259347"/>
                  <a:pt x="3479067" y="267285"/>
                  <a:pt x="3480391" y="267946"/>
                </a:cubicBezTo>
                <a:cubicBezTo>
                  <a:pt x="3481713" y="268608"/>
                  <a:pt x="3488989" y="267285"/>
                  <a:pt x="3490312" y="267946"/>
                </a:cubicBezTo>
                <a:cubicBezTo>
                  <a:pt x="3491635" y="268608"/>
                  <a:pt x="3498911" y="276545"/>
                  <a:pt x="3500234" y="277868"/>
                </a:cubicBezTo>
                <a:cubicBezTo>
                  <a:pt x="3501557" y="279191"/>
                  <a:pt x="3509495" y="286467"/>
                  <a:pt x="3510156" y="287790"/>
                </a:cubicBezTo>
                <a:cubicBezTo>
                  <a:pt x="3510817" y="289113"/>
                  <a:pt x="3509495" y="296389"/>
                  <a:pt x="3510156" y="297712"/>
                </a:cubicBezTo>
                <a:cubicBezTo>
                  <a:pt x="3510817" y="299035"/>
                  <a:pt x="3518755" y="306311"/>
                  <a:pt x="3520078" y="307634"/>
                </a:cubicBezTo>
                <a:cubicBezTo>
                  <a:pt x="3521401" y="308957"/>
                  <a:pt x="3528677" y="316233"/>
                  <a:pt x="3530000" y="317555"/>
                </a:cubicBezTo>
                <a:cubicBezTo>
                  <a:pt x="3531323" y="318878"/>
                  <a:pt x="3538599" y="325493"/>
                  <a:pt x="3539922" y="327477"/>
                </a:cubicBezTo>
                <a:cubicBezTo>
                  <a:pt x="3541245" y="329462"/>
                  <a:pt x="3548520" y="345337"/>
                  <a:pt x="3549843" y="347321"/>
                </a:cubicBezTo>
                <a:cubicBezTo>
                  <a:pt x="3551166" y="349305"/>
                  <a:pt x="3559104" y="355920"/>
                  <a:pt x="3559765" y="357243"/>
                </a:cubicBezTo>
                <a:cubicBezTo>
                  <a:pt x="3560427" y="358566"/>
                  <a:pt x="3558442" y="365842"/>
                  <a:pt x="3559765" y="367165"/>
                </a:cubicBezTo>
                <a:cubicBezTo>
                  <a:pt x="3561088" y="368488"/>
                  <a:pt x="3578287" y="375102"/>
                  <a:pt x="3579609" y="377087"/>
                </a:cubicBezTo>
                <a:cubicBezTo>
                  <a:pt x="3580932" y="379071"/>
                  <a:pt x="3578948" y="394946"/>
                  <a:pt x="3579609" y="396931"/>
                </a:cubicBezTo>
                <a:cubicBezTo>
                  <a:pt x="3580271" y="398915"/>
                  <a:pt x="3588208" y="405529"/>
                  <a:pt x="3589531" y="406852"/>
                </a:cubicBezTo>
                <a:cubicBezTo>
                  <a:pt x="3590854" y="408175"/>
                  <a:pt x="3598791" y="415451"/>
                  <a:pt x="3599453" y="416774"/>
                </a:cubicBezTo>
                <a:cubicBezTo>
                  <a:pt x="3600114" y="418097"/>
                  <a:pt x="3598791" y="425373"/>
                  <a:pt x="3599453" y="426696"/>
                </a:cubicBezTo>
                <a:cubicBezTo>
                  <a:pt x="3600114" y="428019"/>
                  <a:pt x="3608713" y="435295"/>
                  <a:pt x="3609375" y="436618"/>
                </a:cubicBezTo>
                <a:cubicBezTo>
                  <a:pt x="3610035" y="437941"/>
                  <a:pt x="3608713" y="444555"/>
                  <a:pt x="3609375" y="446540"/>
                </a:cubicBezTo>
                <a:cubicBezTo>
                  <a:pt x="3610035" y="448524"/>
                  <a:pt x="3617973" y="464399"/>
                  <a:pt x="3619297" y="466384"/>
                </a:cubicBezTo>
                <a:cubicBezTo>
                  <a:pt x="3620619" y="468368"/>
                  <a:pt x="3627895" y="474982"/>
                  <a:pt x="3629219" y="476305"/>
                </a:cubicBezTo>
                <a:cubicBezTo>
                  <a:pt x="3630541" y="477628"/>
                  <a:pt x="3638479" y="484904"/>
                  <a:pt x="3639140" y="486227"/>
                </a:cubicBezTo>
                <a:cubicBezTo>
                  <a:pt x="3639801" y="487550"/>
                  <a:pt x="3638479" y="494826"/>
                  <a:pt x="3639140" y="496149"/>
                </a:cubicBezTo>
                <a:cubicBezTo>
                  <a:pt x="3639801" y="497472"/>
                  <a:pt x="3647739" y="504748"/>
                  <a:pt x="3649062" y="506071"/>
                </a:cubicBezTo>
                <a:cubicBezTo>
                  <a:pt x="3650385" y="507394"/>
                  <a:pt x="3658323" y="514670"/>
                  <a:pt x="3658985" y="515993"/>
                </a:cubicBezTo>
                <a:cubicBezTo>
                  <a:pt x="3659645" y="517316"/>
                  <a:pt x="3658323" y="524592"/>
                  <a:pt x="3658985" y="525915"/>
                </a:cubicBezTo>
                <a:cubicBezTo>
                  <a:pt x="3659645" y="527238"/>
                  <a:pt x="3668244" y="534514"/>
                  <a:pt x="3668906" y="535837"/>
                </a:cubicBezTo>
                <a:cubicBezTo>
                  <a:pt x="3669567" y="537160"/>
                  <a:pt x="3668244" y="544436"/>
                  <a:pt x="3668906" y="545759"/>
                </a:cubicBezTo>
                <a:cubicBezTo>
                  <a:pt x="3669567" y="547081"/>
                  <a:pt x="3677505" y="554358"/>
                  <a:pt x="3678828" y="555680"/>
                </a:cubicBezTo>
                <a:cubicBezTo>
                  <a:pt x="3680151" y="557003"/>
                  <a:pt x="3687427" y="563618"/>
                  <a:pt x="3688750" y="565602"/>
                </a:cubicBezTo>
                <a:cubicBezTo>
                  <a:pt x="3690073" y="567587"/>
                  <a:pt x="3698010" y="583462"/>
                  <a:pt x="3698671" y="585446"/>
                </a:cubicBezTo>
                <a:cubicBezTo>
                  <a:pt x="3699333" y="587430"/>
                  <a:pt x="3698010" y="594045"/>
                  <a:pt x="3698671" y="595368"/>
                </a:cubicBezTo>
                <a:cubicBezTo>
                  <a:pt x="3699333" y="596691"/>
                  <a:pt x="3707932" y="603305"/>
                  <a:pt x="3708593" y="605290"/>
                </a:cubicBezTo>
                <a:cubicBezTo>
                  <a:pt x="3709255" y="607274"/>
                  <a:pt x="3707932" y="623149"/>
                  <a:pt x="3708593" y="625134"/>
                </a:cubicBezTo>
                <a:cubicBezTo>
                  <a:pt x="3709255" y="627118"/>
                  <a:pt x="3717853" y="633733"/>
                  <a:pt x="3718515" y="635055"/>
                </a:cubicBezTo>
                <a:cubicBezTo>
                  <a:pt x="3719176" y="636378"/>
                  <a:pt x="3717853" y="643654"/>
                  <a:pt x="3718515" y="644977"/>
                </a:cubicBezTo>
                <a:cubicBezTo>
                  <a:pt x="3719176" y="646300"/>
                  <a:pt x="3727775" y="652915"/>
                  <a:pt x="3728437" y="654899"/>
                </a:cubicBezTo>
                <a:cubicBezTo>
                  <a:pt x="3729098" y="656884"/>
                  <a:pt x="3727114" y="672097"/>
                  <a:pt x="3728437" y="674743"/>
                </a:cubicBezTo>
                <a:cubicBezTo>
                  <a:pt x="3729760" y="677389"/>
                  <a:pt x="3746958" y="691279"/>
                  <a:pt x="3748281" y="694587"/>
                </a:cubicBezTo>
                <a:cubicBezTo>
                  <a:pt x="3749604" y="697894"/>
                  <a:pt x="3747620" y="721045"/>
                  <a:pt x="3748281" y="724352"/>
                </a:cubicBezTo>
                <a:cubicBezTo>
                  <a:pt x="3748942" y="727660"/>
                  <a:pt x="3757541" y="741550"/>
                  <a:pt x="3758203" y="744196"/>
                </a:cubicBezTo>
                <a:cubicBezTo>
                  <a:pt x="3758864" y="746842"/>
                  <a:pt x="3757541" y="762056"/>
                  <a:pt x="3758203" y="764040"/>
                </a:cubicBezTo>
                <a:cubicBezTo>
                  <a:pt x="3758864" y="766024"/>
                  <a:pt x="3767463" y="771977"/>
                  <a:pt x="3768125" y="773962"/>
                </a:cubicBezTo>
                <a:cubicBezTo>
                  <a:pt x="3768786" y="775946"/>
                  <a:pt x="3767463" y="791821"/>
                  <a:pt x="3768125" y="793806"/>
                </a:cubicBezTo>
                <a:cubicBezTo>
                  <a:pt x="3768786" y="795790"/>
                  <a:pt x="3776724" y="802404"/>
                  <a:pt x="3778047" y="803727"/>
                </a:cubicBezTo>
                <a:cubicBezTo>
                  <a:pt x="3779369" y="805050"/>
                  <a:pt x="3786645" y="811003"/>
                  <a:pt x="3787969" y="813649"/>
                </a:cubicBezTo>
                <a:cubicBezTo>
                  <a:pt x="3789291" y="816295"/>
                  <a:pt x="3797229" y="840107"/>
                  <a:pt x="3797891" y="843415"/>
                </a:cubicBezTo>
                <a:cubicBezTo>
                  <a:pt x="3798551" y="846722"/>
                  <a:pt x="3797229" y="861274"/>
                  <a:pt x="3797891" y="863259"/>
                </a:cubicBezTo>
                <a:cubicBezTo>
                  <a:pt x="3798551" y="865243"/>
                  <a:pt x="3807151" y="871196"/>
                  <a:pt x="3807813" y="873180"/>
                </a:cubicBezTo>
                <a:cubicBezTo>
                  <a:pt x="3808473" y="875165"/>
                  <a:pt x="3807151" y="890378"/>
                  <a:pt x="3807813" y="893024"/>
                </a:cubicBezTo>
                <a:cubicBezTo>
                  <a:pt x="3808473" y="895670"/>
                  <a:pt x="3816411" y="910884"/>
                  <a:pt x="3817734" y="912868"/>
                </a:cubicBezTo>
                <a:cubicBezTo>
                  <a:pt x="3819057" y="914852"/>
                  <a:pt x="3826333" y="921467"/>
                  <a:pt x="3827656" y="922790"/>
                </a:cubicBezTo>
                <a:cubicBezTo>
                  <a:pt x="3828979" y="924113"/>
                  <a:pt x="3836917" y="930727"/>
                  <a:pt x="3837578" y="932712"/>
                </a:cubicBezTo>
                <a:cubicBezTo>
                  <a:pt x="3838239" y="934696"/>
                  <a:pt x="3836917" y="950571"/>
                  <a:pt x="3837578" y="952555"/>
                </a:cubicBezTo>
                <a:cubicBezTo>
                  <a:pt x="3838239" y="954540"/>
                  <a:pt x="3846837" y="960493"/>
                  <a:pt x="3847499" y="962477"/>
                </a:cubicBezTo>
                <a:cubicBezTo>
                  <a:pt x="3848160" y="964462"/>
                  <a:pt x="3846837" y="980337"/>
                  <a:pt x="3847499" y="982321"/>
                </a:cubicBezTo>
                <a:cubicBezTo>
                  <a:pt x="3848160" y="984305"/>
                  <a:pt x="3856099" y="990920"/>
                  <a:pt x="3857422" y="992243"/>
                </a:cubicBezTo>
                <a:cubicBezTo>
                  <a:pt x="3858745" y="993566"/>
                  <a:pt x="3866021" y="999519"/>
                  <a:pt x="3867344" y="1002165"/>
                </a:cubicBezTo>
                <a:cubicBezTo>
                  <a:pt x="3868667" y="1004811"/>
                  <a:pt x="3875942" y="1029285"/>
                  <a:pt x="3877265" y="1031931"/>
                </a:cubicBezTo>
                <a:cubicBezTo>
                  <a:pt x="3878588" y="1034576"/>
                  <a:pt x="3886526" y="1040529"/>
                  <a:pt x="3887187" y="1041852"/>
                </a:cubicBezTo>
                <a:cubicBezTo>
                  <a:pt x="3887848" y="1043175"/>
                  <a:pt x="3886526" y="1050451"/>
                  <a:pt x="3887187" y="1051774"/>
                </a:cubicBezTo>
                <a:cubicBezTo>
                  <a:pt x="3887848" y="1053097"/>
                  <a:pt x="3895786" y="1060373"/>
                  <a:pt x="3897109" y="1061696"/>
                </a:cubicBezTo>
                <a:cubicBezTo>
                  <a:pt x="3898432" y="1063019"/>
                  <a:pt x="3905708" y="1070295"/>
                  <a:pt x="3907031" y="1071618"/>
                </a:cubicBezTo>
                <a:cubicBezTo>
                  <a:pt x="3908353" y="1072941"/>
                  <a:pt x="3916291" y="1080217"/>
                  <a:pt x="3916953" y="1081540"/>
                </a:cubicBezTo>
                <a:cubicBezTo>
                  <a:pt x="3917614" y="1082863"/>
                  <a:pt x="3916291" y="1090139"/>
                  <a:pt x="3916953" y="1091462"/>
                </a:cubicBezTo>
                <a:cubicBezTo>
                  <a:pt x="3917614" y="1092785"/>
                  <a:pt x="3925553" y="1100061"/>
                  <a:pt x="3926875" y="1101384"/>
                </a:cubicBezTo>
                <a:cubicBezTo>
                  <a:pt x="3928198" y="1102706"/>
                  <a:pt x="3935473" y="1109982"/>
                  <a:pt x="3936797" y="1111305"/>
                </a:cubicBezTo>
                <a:cubicBezTo>
                  <a:pt x="3938119" y="1112628"/>
                  <a:pt x="3945395" y="1119904"/>
                  <a:pt x="3946719" y="1121227"/>
                </a:cubicBezTo>
                <a:cubicBezTo>
                  <a:pt x="3948041" y="1122550"/>
                  <a:pt x="3955979" y="1129826"/>
                  <a:pt x="3956641" y="1131149"/>
                </a:cubicBezTo>
                <a:cubicBezTo>
                  <a:pt x="3957301" y="1132472"/>
                  <a:pt x="3955979" y="1139748"/>
                  <a:pt x="3956641" y="1141071"/>
                </a:cubicBezTo>
                <a:cubicBezTo>
                  <a:pt x="3957301" y="1142394"/>
                  <a:pt x="3965901" y="1149670"/>
                  <a:pt x="3966562" y="1150993"/>
                </a:cubicBezTo>
                <a:cubicBezTo>
                  <a:pt x="3967223" y="1152316"/>
                  <a:pt x="3965901" y="1159592"/>
                  <a:pt x="3966562" y="1160915"/>
                </a:cubicBezTo>
                <a:cubicBezTo>
                  <a:pt x="3967223" y="1162238"/>
                  <a:pt x="3975161" y="1170175"/>
                  <a:pt x="3976484" y="1170837"/>
                </a:cubicBezTo>
                <a:cubicBezTo>
                  <a:pt x="3977807" y="1171498"/>
                  <a:pt x="3985083" y="1170175"/>
                  <a:pt x="3986406" y="1170837"/>
                </a:cubicBezTo>
                <a:cubicBezTo>
                  <a:pt x="3987729" y="1171498"/>
                  <a:pt x="3995666" y="1179436"/>
                  <a:pt x="3996328" y="1180759"/>
                </a:cubicBezTo>
                <a:cubicBezTo>
                  <a:pt x="3996989" y="1182082"/>
                  <a:pt x="3995666" y="1189357"/>
                  <a:pt x="3996328" y="1190680"/>
                </a:cubicBezTo>
                <a:cubicBezTo>
                  <a:pt x="3996989" y="1192003"/>
                  <a:pt x="4004927" y="1199941"/>
                  <a:pt x="4006250" y="1200602"/>
                </a:cubicBezTo>
                <a:cubicBezTo>
                  <a:pt x="4007573" y="1201264"/>
                  <a:pt x="4014849" y="1199941"/>
                  <a:pt x="4016172" y="1200602"/>
                </a:cubicBezTo>
                <a:cubicBezTo>
                  <a:pt x="4017495" y="1201264"/>
                  <a:pt x="4024770" y="1208540"/>
                  <a:pt x="4026093" y="1210524"/>
                </a:cubicBezTo>
                <a:cubicBezTo>
                  <a:pt x="4027416" y="1212509"/>
                  <a:pt x="4034692" y="1228383"/>
                  <a:pt x="4036015" y="1230368"/>
                </a:cubicBezTo>
                <a:cubicBezTo>
                  <a:pt x="4037338" y="1232352"/>
                  <a:pt x="4044615" y="1239628"/>
                  <a:pt x="4045937" y="1240290"/>
                </a:cubicBezTo>
                <a:cubicBezTo>
                  <a:pt x="4047260" y="1240951"/>
                  <a:pt x="4054537" y="1239628"/>
                  <a:pt x="4055859" y="1240290"/>
                </a:cubicBezTo>
                <a:cubicBezTo>
                  <a:pt x="4057182" y="1240951"/>
                  <a:pt x="4065119" y="1248889"/>
                  <a:pt x="4065781" y="1250212"/>
                </a:cubicBezTo>
                <a:cubicBezTo>
                  <a:pt x="4066442" y="1251535"/>
                  <a:pt x="4065119" y="1258811"/>
                  <a:pt x="4065781" y="1260134"/>
                </a:cubicBezTo>
                <a:cubicBezTo>
                  <a:pt x="4066442" y="1261456"/>
                  <a:pt x="4074380" y="1268732"/>
                  <a:pt x="4075703" y="1270055"/>
                </a:cubicBezTo>
                <a:cubicBezTo>
                  <a:pt x="4077026" y="1271378"/>
                  <a:pt x="4084301" y="1278654"/>
                  <a:pt x="4085625" y="1279977"/>
                </a:cubicBezTo>
                <a:cubicBezTo>
                  <a:pt x="4086947" y="1281300"/>
                  <a:pt x="4094223" y="1288576"/>
                  <a:pt x="4095547" y="1289899"/>
                </a:cubicBezTo>
                <a:cubicBezTo>
                  <a:pt x="4096869" y="1291222"/>
                  <a:pt x="4104145" y="1298498"/>
                  <a:pt x="4105469" y="1299821"/>
                </a:cubicBezTo>
                <a:cubicBezTo>
                  <a:pt x="4106791" y="1301144"/>
                  <a:pt x="4114067" y="1309081"/>
                  <a:pt x="4115390" y="1309743"/>
                </a:cubicBezTo>
                <a:cubicBezTo>
                  <a:pt x="4116713" y="1310404"/>
                  <a:pt x="4123989" y="1309081"/>
                  <a:pt x="4125312" y="1309743"/>
                </a:cubicBezTo>
                <a:cubicBezTo>
                  <a:pt x="4126635" y="1310404"/>
                  <a:pt x="4133911" y="1318342"/>
                  <a:pt x="4135235" y="1319665"/>
                </a:cubicBezTo>
                <a:cubicBezTo>
                  <a:pt x="4136557" y="1320988"/>
                  <a:pt x="4143833" y="1328264"/>
                  <a:pt x="4145156" y="1329587"/>
                </a:cubicBezTo>
                <a:cubicBezTo>
                  <a:pt x="4146479" y="1330910"/>
                  <a:pt x="4154417" y="1336863"/>
                  <a:pt x="4155078" y="1339509"/>
                </a:cubicBezTo>
                <a:cubicBezTo>
                  <a:pt x="4155739" y="1342154"/>
                  <a:pt x="4154417" y="1366628"/>
                  <a:pt x="4155078" y="1369274"/>
                </a:cubicBezTo>
                <a:cubicBezTo>
                  <a:pt x="4155739" y="1371920"/>
                  <a:pt x="4163677" y="1377212"/>
                  <a:pt x="4165000" y="1379196"/>
                </a:cubicBezTo>
                <a:cubicBezTo>
                  <a:pt x="4166323" y="1381180"/>
                  <a:pt x="4173598" y="1397055"/>
                  <a:pt x="4174921" y="1399040"/>
                </a:cubicBezTo>
                <a:cubicBezTo>
                  <a:pt x="4176244" y="1401024"/>
                  <a:pt x="4183521" y="1407639"/>
                  <a:pt x="4184843" y="1408962"/>
                </a:cubicBezTo>
                <a:cubicBezTo>
                  <a:pt x="4186166" y="1410285"/>
                  <a:pt x="4193442" y="1417561"/>
                  <a:pt x="4194766" y="1418884"/>
                </a:cubicBezTo>
                <a:cubicBezTo>
                  <a:pt x="4196088" y="1420207"/>
                  <a:pt x="4203364" y="1427482"/>
                  <a:pt x="4204688" y="1428805"/>
                </a:cubicBezTo>
                <a:cubicBezTo>
                  <a:pt x="4206010" y="1430128"/>
                  <a:pt x="4212625" y="1438066"/>
                  <a:pt x="4214610" y="1438727"/>
                </a:cubicBezTo>
                <a:cubicBezTo>
                  <a:pt x="4216594" y="1439389"/>
                  <a:pt x="4232469" y="1438066"/>
                  <a:pt x="4234453" y="1438727"/>
                </a:cubicBezTo>
                <a:cubicBezTo>
                  <a:pt x="4236437" y="1439389"/>
                  <a:pt x="4241729" y="1447326"/>
                  <a:pt x="4244375" y="1448649"/>
                </a:cubicBezTo>
                <a:cubicBezTo>
                  <a:pt x="4247021" y="1449972"/>
                  <a:pt x="4263557" y="1458571"/>
                  <a:pt x="4274141" y="1458571"/>
                </a:cubicBezTo>
                <a:cubicBezTo>
                  <a:pt x="4284724" y="1458571"/>
                  <a:pt x="4393866" y="1449311"/>
                  <a:pt x="4403126" y="1448649"/>
                </a:cubicBezTo>
                <a:cubicBezTo>
                  <a:pt x="4412386" y="1447988"/>
                  <a:pt x="4411723" y="1449311"/>
                  <a:pt x="4413047" y="1448649"/>
                </a:cubicBezTo>
                <a:cubicBezTo>
                  <a:pt x="4414369" y="1447988"/>
                  <a:pt x="4420985" y="1439389"/>
                  <a:pt x="4422969" y="1438727"/>
                </a:cubicBezTo>
                <a:cubicBezTo>
                  <a:pt x="4424953" y="1438066"/>
                  <a:pt x="4440829" y="1439389"/>
                  <a:pt x="4442813" y="1438727"/>
                </a:cubicBezTo>
                <a:cubicBezTo>
                  <a:pt x="4444797" y="1438066"/>
                  <a:pt x="4451412" y="1430128"/>
                  <a:pt x="4452735" y="1428805"/>
                </a:cubicBezTo>
                <a:cubicBezTo>
                  <a:pt x="4454057" y="1427482"/>
                  <a:pt x="4461335" y="1420207"/>
                  <a:pt x="4462657" y="1418884"/>
                </a:cubicBezTo>
                <a:cubicBezTo>
                  <a:pt x="4463980" y="1417561"/>
                  <a:pt x="4471255" y="1410285"/>
                  <a:pt x="4472579" y="1408962"/>
                </a:cubicBezTo>
                <a:cubicBezTo>
                  <a:pt x="4473901" y="1407639"/>
                  <a:pt x="4481178" y="1400363"/>
                  <a:pt x="4482501" y="1399040"/>
                </a:cubicBezTo>
                <a:cubicBezTo>
                  <a:pt x="4483824" y="1397717"/>
                  <a:pt x="4491099" y="1390441"/>
                  <a:pt x="4492423" y="1389118"/>
                </a:cubicBezTo>
                <a:cubicBezTo>
                  <a:pt x="4493745" y="1387795"/>
                  <a:pt x="4501021" y="1380519"/>
                  <a:pt x="4502344" y="1379196"/>
                </a:cubicBezTo>
                <a:cubicBezTo>
                  <a:pt x="4503667" y="1377873"/>
                  <a:pt x="4511605" y="1370597"/>
                  <a:pt x="4512266" y="1369274"/>
                </a:cubicBezTo>
                <a:cubicBezTo>
                  <a:pt x="4512927" y="1367951"/>
                  <a:pt x="4511605" y="1360675"/>
                  <a:pt x="4512266" y="1359352"/>
                </a:cubicBezTo>
                <a:cubicBezTo>
                  <a:pt x="4512927" y="1358029"/>
                  <a:pt x="4520203" y="1350753"/>
                  <a:pt x="4522188" y="1349430"/>
                </a:cubicBezTo>
                <a:cubicBezTo>
                  <a:pt x="4524173" y="1348107"/>
                  <a:pt x="4540047" y="1340831"/>
                  <a:pt x="4542032" y="1339509"/>
                </a:cubicBezTo>
                <a:cubicBezTo>
                  <a:pt x="4544016" y="1338185"/>
                  <a:pt x="4551292" y="1330910"/>
                  <a:pt x="4551954" y="1329587"/>
                </a:cubicBezTo>
                <a:cubicBezTo>
                  <a:pt x="4552615" y="1328264"/>
                  <a:pt x="4551292" y="1320988"/>
                  <a:pt x="4551954" y="1319665"/>
                </a:cubicBezTo>
                <a:cubicBezTo>
                  <a:pt x="4552615" y="1318342"/>
                  <a:pt x="4560551" y="1311066"/>
                  <a:pt x="4561875" y="1309743"/>
                </a:cubicBezTo>
                <a:cubicBezTo>
                  <a:pt x="4563197" y="1308420"/>
                  <a:pt x="4570474" y="1301144"/>
                  <a:pt x="4571797" y="1299821"/>
                </a:cubicBezTo>
                <a:cubicBezTo>
                  <a:pt x="4573120" y="1298498"/>
                  <a:pt x="4580396" y="1291884"/>
                  <a:pt x="4581719" y="1289899"/>
                </a:cubicBezTo>
                <a:cubicBezTo>
                  <a:pt x="4583041" y="1287915"/>
                  <a:pt x="4590318" y="1272701"/>
                  <a:pt x="4591641" y="1270055"/>
                </a:cubicBezTo>
                <a:cubicBezTo>
                  <a:pt x="4592964" y="1267409"/>
                  <a:pt x="4600901" y="1252196"/>
                  <a:pt x="4601563" y="1250212"/>
                </a:cubicBezTo>
                <a:cubicBezTo>
                  <a:pt x="4602223" y="1248227"/>
                  <a:pt x="4600239" y="1241613"/>
                  <a:pt x="4601563" y="1240290"/>
                </a:cubicBezTo>
                <a:cubicBezTo>
                  <a:pt x="4602885" y="1238967"/>
                  <a:pt x="4620083" y="1231691"/>
                  <a:pt x="4621407" y="1230368"/>
                </a:cubicBezTo>
                <a:cubicBezTo>
                  <a:pt x="4622729" y="1229045"/>
                  <a:pt x="4620745" y="1221769"/>
                  <a:pt x="4621407" y="1220446"/>
                </a:cubicBezTo>
                <a:cubicBezTo>
                  <a:pt x="4622067" y="1219123"/>
                  <a:pt x="4630006" y="1211847"/>
                  <a:pt x="4631329" y="1210524"/>
                </a:cubicBezTo>
                <a:cubicBezTo>
                  <a:pt x="4632652" y="1209201"/>
                  <a:pt x="4640589" y="1202587"/>
                  <a:pt x="4641251" y="1200602"/>
                </a:cubicBezTo>
                <a:cubicBezTo>
                  <a:pt x="4641912" y="1198618"/>
                  <a:pt x="4640589" y="1182743"/>
                  <a:pt x="4641251" y="1180759"/>
                </a:cubicBezTo>
                <a:cubicBezTo>
                  <a:pt x="4641912" y="1178774"/>
                  <a:pt x="4649849" y="1172160"/>
                  <a:pt x="4651172" y="1170837"/>
                </a:cubicBezTo>
                <a:cubicBezTo>
                  <a:pt x="4652495" y="1169514"/>
                  <a:pt x="4660433" y="1162238"/>
                  <a:pt x="4661094" y="1160915"/>
                </a:cubicBezTo>
                <a:cubicBezTo>
                  <a:pt x="4661755" y="1159592"/>
                  <a:pt x="4660433" y="1152316"/>
                  <a:pt x="4661094" y="1150993"/>
                </a:cubicBezTo>
                <a:cubicBezTo>
                  <a:pt x="4661755" y="1149670"/>
                  <a:pt x="4669693" y="1142394"/>
                  <a:pt x="4671016" y="1141071"/>
                </a:cubicBezTo>
                <a:cubicBezTo>
                  <a:pt x="4672338" y="1139748"/>
                  <a:pt x="4680276" y="1133134"/>
                  <a:pt x="4680938" y="1131149"/>
                </a:cubicBezTo>
                <a:cubicBezTo>
                  <a:pt x="4681599" y="1129165"/>
                  <a:pt x="4680276" y="1113290"/>
                  <a:pt x="4680938" y="1111305"/>
                </a:cubicBezTo>
                <a:cubicBezTo>
                  <a:pt x="4681599" y="1109321"/>
                  <a:pt x="4689537" y="1102706"/>
                  <a:pt x="4690860" y="1101384"/>
                </a:cubicBezTo>
                <a:cubicBezTo>
                  <a:pt x="4692183" y="1100061"/>
                  <a:pt x="4700121" y="1093446"/>
                  <a:pt x="4700782" y="1091462"/>
                </a:cubicBezTo>
                <a:cubicBezTo>
                  <a:pt x="4701443" y="1089477"/>
                  <a:pt x="4700121" y="1073602"/>
                  <a:pt x="4700782" y="1071618"/>
                </a:cubicBezTo>
                <a:cubicBezTo>
                  <a:pt x="4701443" y="1069633"/>
                  <a:pt x="4708718" y="1063680"/>
                  <a:pt x="4710703" y="1061696"/>
                </a:cubicBezTo>
                <a:cubicBezTo>
                  <a:pt x="4712687" y="1059712"/>
                  <a:pt x="4729223" y="1043837"/>
                  <a:pt x="4730547" y="1041852"/>
                </a:cubicBezTo>
                <a:cubicBezTo>
                  <a:pt x="4731869" y="1039868"/>
                  <a:pt x="4729885" y="1033254"/>
                  <a:pt x="4730547" y="1031931"/>
                </a:cubicBezTo>
                <a:cubicBezTo>
                  <a:pt x="4731207" y="1030608"/>
                  <a:pt x="4739146" y="1023331"/>
                  <a:pt x="4740469" y="1022009"/>
                </a:cubicBezTo>
                <a:cubicBezTo>
                  <a:pt x="4741791" y="1020686"/>
                  <a:pt x="4749729" y="1014071"/>
                  <a:pt x="4750391" y="1012087"/>
                </a:cubicBezTo>
                <a:cubicBezTo>
                  <a:pt x="4751051" y="1010102"/>
                  <a:pt x="4749729" y="994227"/>
                  <a:pt x="4750391" y="992243"/>
                </a:cubicBezTo>
                <a:cubicBezTo>
                  <a:pt x="4751051" y="990259"/>
                  <a:pt x="4759651" y="984305"/>
                  <a:pt x="4760313" y="982321"/>
                </a:cubicBezTo>
                <a:cubicBezTo>
                  <a:pt x="4760974" y="980337"/>
                  <a:pt x="4759651" y="965123"/>
                  <a:pt x="4760313" y="962477"/>
                </a:cubicBezTo>
                <a:cubicBezTo>
                  <a:pt x="4760974" y="959831"/>
                  <a:pt x="4769573" y="945941"/>
                  <a:pt x="4770235" y="942634"/>
                </a:cubicBezTo>
                <a:cubicBezTo>
                  <a:pt x="4770896" y="939326"/>
                  <a:pt x="4769573" y="915514"/>
                  <a:pt x="4770235" y="912868"/>
                </a:cubicBezTo>
                <a:cubicBezTo>
                  <a:pt x="4770896" y="910222"/>
                  <a:pt x="4778834" y="904269"/>
                  <a:pt x="4780157" y="902946"/>
                </a:cubicBezTo>
                <a:cubicBezTo>
                  <a:pt x="4781480" y="901623"/>
                  <a:pt x="4788094" y="906253"/>
                  <a:pt x="4790079" y="893024"/>
                </a:cubicBezTo>
                <a:cubicBezTo>
                  <a:pt x="4792063" y="879795"/>
                  <a:pt x="4808600" y="719061"/>
                  <a:pt x="4809923" y="704509"/>
                </a:cubicBezTo>
                <a:cubicBezTo>
                  <a:pt x="4811245" y="689957"/>
                  <a:pt x="4809261" y="677389"/>
                  <a:pt x="4809923" y="674743"/>
                </a:cubicBezTo>
                <a:cubicBezTo>
                  <a:pt x="4810584" y="672097"/>
                  <a:pt x="4818523" y="666144"/>
                  <a:pt x="4819845" y="664821"/>
                </a:cubicBezTo>
                <a:cubicBezTo>
                  <a:pt x="4821168" y="663498"/>
                  <a:pt x="4828443" y="656884"/>
                  <a:pt x="4829766" y="654899"/>
                </a:cubicBezTo>
                <a:cubicBezTo>
                  <a:pt x="4831089" y="652915"/>
                  <a:pt x="4839027" y="637701"/>
                  <a:pt x="4839688" y="635055"/>
                </a:cubicBezTo>
                <a:cubicBezTo>
                  <a:pt x="4840349" y="632410"/>
                  <a:pt x="4839027" y="617196"/>
                  <a:pt x="4839688" y="615212"/>
                </a:cubicBezTo>
                <a:cubicBezTo>
                  <a:pt x="4840349" y="613227"/>
                  <a:pt x="4848949" y="609259"/>
                  <a:pt x="4849610" y="605290"/>
                </a:cubicBezTo>
                <a:cubicBezTo>
                  <a:pt x="4850271" y="601321"/>
                  <a:pt x="4848949" y="559649"/>
                  <a:pt x="4849610" y="555680"/>
                </a:cubicBezTo>
                <a:cubicBezTo>
                  <a:pt x="4850271" y="551712"/>
                  <a:pt x="4858869" y="547081"/>
                  <a:pt x="4859531" y="545759"/>
                </a:cubicBezTo>
                <a:cubicBezTo>
                  <a:pt x="4860191" y="544436"/>
                  <a:pt x="4858869" y="537160"/>
                  <a:pt x="4859531" y="535837"/>
                </a:cubicBezTo>
                <a:cubicBezTo>
                  <a:pt x="4860191" y="534514"/>
                  <a:pt x="4868792" y="529222"/>
                  <a:pt x="4869453" y="525915"/>
                </a:cubicBezTo>
                <a:cubicBezTo>
                  <a:pt x="4870115" y="522608"/>
                  <a:pt x="4868792" y="490196"/>
                  <a:pt x="4869453" y="486227"/>
                </a:cubicBezTo>
                <a:cubicBezTo>
                  <a:pt x="4870115" y="482259"/>
                  <a:pt x="4878715" y="470352"/>
                  <a:pt x="4879376" y="466384"/>
                </a:cubicBezTo>
                <a:cubicBezTo>
                  <a:pt x="4880037" y="462415"/>
                  <a:pt x="4878715" y="431326"/>
                  <a:pt x="4879376" y="426696"/>
                </a:cubicBezTo>
                <a:cubicBezTo>
                  <a:pt x="4880037" y="422066"/>
                  <a:pt x="4888635" y="400238"/>
                  <a:pt x="4889297" y="396931"/>
                </a:cubicBezTo>
                <a:cubicBezTo>
                  <a:pt x="4889958" y="393623"/>
                  <a:pt x="4888635" y="379071"/>
                  <a:pt x="4889297" y="377087"/>
                </a:cubicBezTo>
                <a:cubicBezTo>
                  <a:pt x="4889958" y="375102"/>
                  <a:pt x="4898557" y="369149"/>
                  <a:pt x="4899219" y="367165"/>
                </a:cubicBezTo>
                <a:cubicBezTo>
                  <a:pt x="4899880" y="365180"/>
                  <a:pt x="4898557" y="349305"/>
                  <a:pt x="4899219" y="347321"/>
                </a:cubicBezTo>
                <a:cubicBezTo>
                  <a:pt x="4899880" y="345337"/>
                  <a:pt x="4908480" y="340045"/>
                  <a:pt x="4909141" y="337399"/>
                </a:cubicBezTo>
                <a:cubicBezTo>
                  <a:pt x="4909802" y="334753"/>
                  <a:pt x="4908480" y="310279"/>
                  <a:pt x="4909141" y="307634"/>
                </a:cubicBezTo>
                <a:cubicBezTo>
                  <a:pt x="4909802" y="304988"/>
                  <a:pt x="4917739" y="300358"/>
                  <a:pt x="4919063" y="297712"/>
                </a:cubicBezTo>
                <a:cubicBezTo>
                  <a:pt x="4920385" y="295066"/>
                  <a:pt x="4927001" y="270592"/>
                  <a:pt x="4928985" y="267946"/>
                </a:cubicBezTo>
                <a:cubicBezTo>
                  <a:pt x="4930969" y="265300"/>
                  <a:pt x="4947507" y="260009"/>
                  <a:pt x="4948829" y="258024"/>
                </a:cubicBezTo>
                <a:cubicBezTo>
                  <a:pt x="4950152" y="256040"/>
                  <a:pt x="4948168" y="240165"/>
                  <a:pt x="4948829" y="238180"/>
                </a:cubicBezTo>
                <a:cubicBezTo>
                  <a:pt x="4949491" y="236196"/>
                  <a:pt x="4956766" y="228920"/>
                  <a:pt x="4958751" y="228259"/>
                </a:cubicBezTo>
                <a:cubicBezTo>
                  <a:pt x="4960735" y="227597"/>
                  <a:pt x="4976609" y="228920"/>
                  <a:pt x="4978594" y="228259"/>
                </a:cubicBezTo>
                <a:cubicBezTo>
                  <a:pt x="4980578" y="227597"/>
                  <a:pt x="4987856" y="220321"/>
                  <a:pt x="4988517" y="218337"/>
                </a:cubicBezTo>
                <a:cubicBezTo>
                  <a:pt x="4989178" y="216352"/>
                  <a:pt x="4987856" y="200477"/>
                  <a:pt x="4988517" y="198493"/>
                </a:cubicBezTo>
                <a:cubicBezTo>
                  <a:pt x="4989178" y="196509"/>
                  <a:pt x="4997777" y="189894"/>
                  <a:pt x="4998438" y="188571"/>
                </a:cubicBezTo>
                <a:cubicBezTo>
                  <a:pt x="4999099" y="187248"/>
                  <a:pt x="4997777" y="179972"/>
                  <a:pt x="4998438" y="178649"/>
                </a:cubicBezTo>
                <a:cubicBezTo>
                  <a:pt x="4999099" y="177326"/>
                  <a:pt x="5007037" y="170050"/>
                  <a:pt x="5008360" y="168727"/>
                </a:cubicBezTo>
                <a:cubicBezTo>
                  <a:pt x="5009683" y="167404"/>
                  <a:pt x="5016959" y="160790"/>
                  <a:pt x="5018282" y="158805"/>
                </a:cubicBezTo>
                <a:cubicBezTo>
                  <a:pt x="5019605" y="156821"/>
                  <a:pt x="5026881" y="142269"/>
                  <a:pt x="5028204" y="138962"/>
                </a:cubicBezTo>
                <a:cubicBezTo>
                  <a:pt x="5029527" y="135654"/>
                  <a:pt x="5036802" y="111842"/>
                  <a:pt x="5038125" y="109196"/>
                </a:cubicBezTo>
                <a:cubicBezTo>
                  <a:pt x="5039448" y="106550"/>
                  <a:pt x="5047387" y="101259"/>
                  <a:pt x="5048048" y="99274"/>
                </a:cubicBezTo>
                <a:cubicBezTo>
                  <a:pt x="5048709" y="97290"/>
                  <a:pt x="5047387" y="81415"/>
                  <a:pt x="5048048" y="79430"/>
                </a:cubicBezTo>
                <a:cubicBezTo>
                  <a:pt x="5048709" y="77446"/>
                  <a:pt x="5056646" y="70831"/>
                  <a:pt x="5057969" y="69509"/>
                </a:cubicBezTo>
                <a:cubicBezTo>
                  <a:pt x="5059292" y="68186"/>
                  <a:pt x="5066568" y="62232"/>
                  <a:pt x="5067891" y="59587"/>
                </a:cubicBezTo>
                <a:cubicBezTo>
                  <a:pt x="5069213" y="56941"/>
                  <a:pt x="5076491" y="32467"/>
                  <a:pt x="5077813" y="29821"/>
                </a:cubicBezTo>
                <a:cubicBezTo>
                  <a:pt x="5079136" y="27175"/>
                  <a:pt x="5085088" y="21222"/>
                  <a:pt x="5087735" y="19899"/>
                </a:cubicBezTo>
                <a:cubicBezTo>
                  <a:pt x="5090380" y="18576"/>
                  <a:pt x="5112871" y="11300"/>
                  <a:pt x="5117501" y="9977"/>
                </a:cubicBezTo>
                <a:cubicBezTo>
                  <a:pt x="5122131" y="8654"/>
                  <a:pt x="5151896" y="55"/>
                  <a:pt x="5157188" y="55"/>
                </a:cubicBezTo>
                <a:cubicBezTo>
                  <a:pt x="5162479" y="55"/>
                  <a:pt x="5192907" y="8654"/>
                  <a:pt x="5196876" y="9977"/>
                </a:cubicBezTo>
                <a:cubicBezTo>
                  <a:pt x="5200845" y="11300"/>
                  <a:pt x="5214734" y="19238"/>
                  <a:pt x="5216719" y="19899"/>
                </a:cubicBezTo>
                <a:cubicBezTo>
                  <a:pt x="5218703" y="20561"/>
                  <a:pt x="5225319" y="19238"/>
                  <a:pt x="5226642" y="19899"/>
                </a:cubicBezTo>
                <a:cubicBezTo>
                  <a:pt x="5227965" y="20561"/>
                  <a:pt x="5235239" y="28498"/>
                  <a:pt x="5236563" y="29821"/>
                </a:cubicBezTo>
                <a:cubicBezTo>
                  <a:pt x="5237885" y="31144"/>
                  <a:pt x="5245162" y="38420"/>
                  <a:pt x="5246485" y="39743"/>
                </a:cubicBezTo>
                <a:cubicBezTo>
                  <a:pt x="5247808" y="41066"/>
                  <a:pt x="5255083" y="48342"/>
                  <a:pt x="5256407" y="49665"/>
                </a:cubicBezTo>
                <a:cubicBezTo>
                  <a:pt x="5257729" y="50988"/>
                  <a:pt x="5265668" y="58264"/>
                  <a:pt x="5266329" y="59587"/>
                </a:cubicBezTo>
                <a:cubicBezTo>
                  <a:pt x="5266991" y="60910"/>
                  <a:pt x="5265668" y="68186"/>
                  <a:pt x="5266329" y="69509"/>
                </a:cubicBezTo>
                <a:cubicBezTo>
                  <a:pt x="5266991" y="70831"/>
                  <a:pt x="5274927" y="78108"/>
                  <a:pt x="5276250" y="79430"/>
                </a:cubicBezTo>
                <a:cubicBezTo>
                  <a:pt x="5277572" y="80753"/>
                  <a:pt x="5284851" y="88029"/>
                  <a:pt x="5286173" y="89352"/>
                </a:cubicBezTo>
                <a:cubicBezTo>
                  <a:pt x="5287496" y="90675"/>
                  <a:pt x="5294771" y="97290"/>
                  <a:pt x="5296095" y="99274"/>
                </a:cubicBezTo>
                <a:cubicBezTo>
                  <a:pt x="5297417" y="101259"/>
                  <a:pt x="5304693" y="116472"/>
                  <a:pt x="5306016" y="119118"/>
                </a:cubicBezTo>
                <a:cubicBezTo>
                  <a:pt x="5307339" y="121764"/>
                  <a:pt x="5314615" y="136316"/>
                  <a:pt x="5315939" y="138962"/>
                </a:cubicBezTo>
                <a:cubicBezTo>
                  <a:pt x="5317261" y="141607"/>
                  <a:pt x="5325199" y="156821"/>
                  <a:pt x="5325860" y="158805"/>
                </a:cubicBezTo>
                <a:cubicBezTo>
                  <a:pt x="5326521" y="160790"/>
                  <a:pt x="5325199" y="167404"/>
                  <a:pt x="5325860" y="168727"/>
                </a:cubicBezTo>
                <a:cubicBezTo>
                  <a:pt x="5326521" y="170050"/>
                  <a:pt x="5335120" y="176665"/>
                  <a:pt x="5335781" y="178649"/>
                </a:cubicBezTo>
                <a:cubicBezTo>
                  <a:pt x="5336443" y="180634"/>
                  <a:pt x="5335120" y="196509"/>
                  <a:pt x="5335781" y="198493"/>
                </a:cubicBezTo>
                <a:cubicBezTo>
                  <a:pt x="5336443" y="200477"/>
                  <a:pt x="5345043" y="206430"/>
                  <a:pt x="5345704" y="208415"/>
                </a:cubicBezTo>
                <a:cubicBezTo>
                  <a:pt x="5346365" y="210399"/>
                  <a:pt x="5345043" y="226274"/>
                  <a:pt x="5345704" y="228259"/>
                </a:cubicBezTo>
                <a:cubicBezTo>
                  <a:pt x="5346365" y="230243"/>
                  <a:pt x="5354965" y="234873"/>
                  <a:pt x="5355626" y="238180"/>
                </a:cubicBezTo>
                <a:cubicBezTo>
                  <a:pt x="5356287" y="241488"/>
                  <a:pt x="5354965" y="274561"/>
                  <a:pt x="5355626" y="277868"/>
                </a:cubicBezTo>
                <a:cubicBezTo>
                  <a:pt x="5356287" y="281175"/>
                  <a:pt x="5364885" y="286467"/>
                  <a:pt x="5365547" y="287790"/>
                </a:cubicBezTo>
                <a:cubicBezTo>
                  <a:pt x="5366207" y="289113"/>
                  <a:pt x="5364885" y="296389"/>
                  <a:pt x="5365547" y="297712"/>
                </a:cubicBezTo>
                <a:cubicBezTo>
                  <a:pt x="5366207" y="299035"/>
                  <a:pt x="5374147" y="305649"/>
                  <a:pt x="5375470" y="307634"/>
                </a:cubicBezTo>
                <a:cubicBezTo>
                  <a:pt x="5376793" y="309618"/>
                  <a:pt x="5384729" y="323509"/>
                  <a:pt x="5385391" y="327477"/>
                </a:cubicBezTo>
                <a:cubicBezTo>
                  <a:pt x="5386052" y="331446"/>
                  <a:pt x="5384729" y="363196"/>
                  <a:pt x="5385391" y="367165"/>
                </a:cubicBezTo>
                <a:cubicBezTo>
                  <a:pt x="5386052" y="371134"/>
                  <a:pt x="5394652" y="383040"/>
                  <a:pt x="5395313" y="387009"/>
                </a:cubicBezTo>
                <a:cubicBezTo>
                  <a:pt x="5395975" y="390977"/>
                  <a:pt x="5394652" y="423389"/>
                  <a:pt x="5395313" y="426696"/>
                </a:cubicBezTo>
                <a:cubicBezTo>
                  <a:pt x="5395975" y="430003"/>
                  <a:pt x="5404573" y="433972"/>
                  <a:pt x="5405235" y="436618"/>
                </a:cubicBezTo>
                <a:cubicBezTo>
                  <a:pt x="5405896" y="439264"/>
                  <a:pt x="5404573" y="463738"/>
                  <a:pt x="5405235" y="466384"/>
                </a:cubicBezTo>
                <a:cubicBezTo>
                  <a:pt x="5405896" y="469029"/>
                  <a:pt x="5414496" y="472998"/>
                  <a:pt x="5415157" y="476305"/>
                </a:cubicBezTo>
                <a:cubicBezTo>
                  <a:pt x="5415819" y="479613"/>
                  <a:pt x="5414496" y="512686"/>
                  <a:pt x="5415157" y="515993"/>
                </a:cubicBezTo>
                <a:cubicBezTo>
                  <a:pt x="5415819" y="519300"/>
                  <a:pt x="5424417" y="521285"/>
                  <a:pt x="5425079" y="525915"/>
                </a:cubicBezTo>
                <a:cubicBezTo>
                  <a:pt x="5425739" y="530545"/>
                  <a:pt x="5424417" y="580816"/>
                  <a:pt x="5425079" y="585446"/>
                </a:cubicBezTo>
                <a:cubicBezTo>
                  <a:pt x="5425739" y="590076"/>
                  <a:pt x="5434339" y="588753"/>
                  <a:pt x="5435001" y="595368"/>
                </a:cubicBezTo>
                <a:cubicBezTo>
                  <a:pt x="5435662" y="601983"/>
                  <a:pt x="5434339" y="677389"/>
                  <a:pt x="5435001" y="684665"/>
                </a:cubicBezTo>
                <a:cubicBezTo>
                  <a:pt x="5435662" y="691941"/>
                  <a:pt x="5444261" y="700540"/>
                  <a:pt x="5444923" y="704509"/>
                </a:cubicBezTo>
                <a:cubicBezTo>
                  <a:pt x="5445583" y="708477"/>
                  <a:pt x="5444261" y="740889"/>
                  <a:pt x="5444923" y="744196"/>
                </a:cubicBezTo>
                <a:cubicBezTo>
                  <a:pt x="5445583" y="747503"/>
                  <a:pt x="5454183" y="739566"/>
                  <a:pt x="5454844" y="754118"/>
                </a:cubicBezTo>
                <a:cubicBezTo>
                  <a:pt x="5455505" y="768670"/>
                  <a:pt x="5454183" y="947925"/>
                  <a:pt x="5454844" y="962477"/>
                </a:cubicBezTo>
                <a:cubicBezTo>
                  <a:pt x="5455505" y="977029"/>
                  <a:pt x="5464105" y="968430"/>
                  <a:pt x="5464767" y="972399"/>
                </a:cubicBezTo>
                <a:cubicBezTo>
                  <a:pt x="5465428" y="976368"/>
                  <a:pt x="5464105" y="1017378"/>
                  <a:pt x="5464767" y="1022009"/>
                </a:cubicBezTo>
                <a:cubicBezTo>
                  <a:pt x="5465428" y="1026639"/>
                  <a:pt x="5474027" y="1016717"/>
                  <a:pt x="5474688" y="1041852"/>
                </a:cubicBezTo>
                <a:cubicBezTo>
                  <a:pt x="5475349" y="1066988"/>
                  <a:pt x="5474027" y="1374566"/>
                  <a:pt x="5474688" y="1399040"/>
                </a:cubicBezTo>
                <a:cubicBezTo>
                  <a:pt x="5475349" y="1423514"/>
                  <a:pt x="5483949" y="1406316"/>
                  <a:pt x="5484610" y="1408962"/>
                </a:cubicBezTo>
                <a:cubicBezTo>
                  <a:pt x="5485271" y="1411607"/>
                  <a:pt x="5483949" y="1436081"/>
                  <a:pt x="5484610" y="1438727"/>
                </a:cubicBezTo>
                <a:cubicBezTo>
                  <a:pt x="5485271" y="1441373"/>
                  <a:pt x="5493209" y="1447326"/>
                  <a:pt x="5494532" y="1448649"/>
                </a:cubicBezTo>
                <a:cubicBezTo>
                  <a:pt x="5495855" y="1449972"/>
                  <a:pt x="5503131" y="1456587"/>
                  <a:pt x="5504454" y="1458571"/>
                </a:cubicBezTo>
                <a:cubicBezTo>
                  <a:pt x="5505777" y="1460555"/>
                  <a:pt x="5513051" y="1477753"/>
                  <a:pt x="5514375" y="1478415"/>
                </a:cubicBezTo>
                <a:cubicBezTo>
                  <a:pt x="5515697" y="1479076"/>
                  <a:pt x="5522313" y="1469816"/>
                  <a:pt x="5524298" y="1468493"/>
                </a:cubicBezTo>
                <a:cubicBezTo>
                  <a:pt x="5526282" y="1467170"/>
                  <a:pt x="5541495" y="1459894"/>
                  <a:pt x="5544141" y="1458571"/>
                </a:cubicBezTo>
                <a:cubicBezTo>
                  <a:pt x="5546787" y="1457248"/>
                  <a:pt x="5562662" y="1450634"/>
                  <a:pt x="5563985" y="1448649"/>
                </a:cubicBezTo>
                <a:cubicBezTo>
                  <a:pt x="5565307" y="1446665"/>
                  <a:pt x="5563323" y="1430790"/>
                  <a:pt x="5563985" y="1428805"/>
                </a:cubicBezTo>
                <a:cubicBezTo>
                  <a:pt x="5564646" y="1426821"/>
                  <a:pt x="5572583" y="1420207"/>
                  <a:pt x="5573907" y="1418884"/>
                </a:cubicBezTo>
                <a:cubicBezTo>
                  <a:pt x="5575229" y="1417561"/>
                  <a:pt x="5582506" y="1410285"/>
                  <a:pt x="5583829" y="1408962"/>
                </a:cubicBezTo>
                <a:cubicBezTo>
                  <a:pt x="5585151" y="1407639"/>
                  <a:pt x="5592427" y="1400363"/>
                  <a:pt x="5593751" y="1399040"/>
                </a:cubicBezTo>
                <a:cubicBezTo>
                  <a:pt x="5595073" y="1397717"/>
                  <a:pt x="5602349" y="1391102"/>
                  <a:pt x="5603672" y="1389118"/>
                </a:cubicBezTo>
                <a:cubicBezTo>
                  <a:pt x="5604994" y="1387133"/>
                  <a:pt x="5612271" y="1371258"/>
                  <a:pt x="5613595" y="1369274"/>
                </a:cubicBezTo>
                <a:cubicBezTo>
                  <a:pt x="5614917" y="1367290"/>
                  <a:pt x="5622193" y="1361337"/>
                  <a:pt x="5623516" y="1359352"/>
                </a:cubicBezTo>
                <a:cubicBezTo>
                  <a:pt x="5624838" y="1357368"/>
                  <a:pt x="5633438" y="1342154"/>
                  <a:pt x="5633438" y="1339509"/>
                </a:cubicBezTo>
                <a:cubicBezTo>
                  <a:pt x="5633438" y="1336863"/>
                  <a:pt x="5624177" y="1321649"/>
                  <a:pt x="5623516" y="1319665"/>
                </a:cubicBezTo>
                <a:cubicBezTo>
                  <a:pt x="5622855" y="1317680"/>
                  <a:pt x="5622855" y="1311066"/>
                  <a:pt x="5623516" y="1309743"/>
                </a:cubicBezTo>
                <a:cubicBezTo>
                  <a:pt x="5624177" y="1308420"/>
                  <a:pt x="5632115" y="1301144"/>
                  <a:pt x="5633438" y="1299821"/>
                </a:cubicBezTo>
                <a:cubicBezTo>
                  <a:pt x="5634760" y="1298498"/>
                  <a:pt x="5642039" y="1291222"/>
                  <a:pt x="5643361" y="1289899"/>
                </a:cubicBezTo>
                <a:cubicBezTo>
                  <a:pt x="5644683" y="1288576"/>
                  <a:pt x="5652621" y="1281962"/>
                  <a:pt x="5653282" y="1279977"/>
                </a:cubicBezTo>
                <a:cubicBezTo>
                  <a:pt x="5653943" y="1277993"/>
                  <a:pt x="5652621" y="1262118"/>
                  <a:pt x="5653282" y="1260134"/>
                </a:cubicBezTo>
                <a:cubicBezTo>
                  <a:pt x="5653943" y="1258149"/>
                  <a:pt x="5662541" y="1251535"/>
                  <a:pt x="5663202" y="1250212"/>
                </a:cubicBezTo>
                <a:cubicBezTo>
                  <a:pt x="5663863" y="1248889"/>
                  <a:pt x="5662541" y="1242274"/>
                  <a:pt x="5663202" y="1240290"/>
                </a:cubicBezTo>
                <a:cubicBezTo>
                  <a:pt x="5663863" y="1238305"/>
                  <a:pt x="5672465" y="1222430"/>
                  <a:pt x="5673126" y="1220446"/>
                </a:cubicBezTo>
                <a:cubicBezTo>
                  <a:pt x="5673787" y="1218462"/>
                  <a:pt x="5672465" y="1211847"/>
                  <a:pt x="5673126" y="1210524"/>
                </a:cubicBezTo>
                <a:cubicBezTo>
                  <a:pt x="5673787" y="1209201"/>
                  <a:pt x="5682385" y="1203910"/>
                  <a:pt x="5683047" y="1200602"/>
                </a:cubicBezTo>
                <a:cubicBezTo>
                  <a:pt x="5683707" y="1197295"/>
                  <a:pt x="5682385" y="1164222"/>
                  <a:pt x="5683047" y="1160915"/>
                </a:cubicBezTo>
                <a:cubicBezTo>
                  <a:pt x="5683707" y="1157607"/>
                  <a:pt x="5691646" y="1152978"/>
                  <a:pt x="5692969" y="1150993"/>
                </a:cubicBezTo>
                <a:cubicBezTo>
                  <a:pt x="5694291" y="1149009"/>
                  <a:pt x="5701569" y="1133134"/>
                  <a:pt x="5702892" y="1131149"/>
                </a:cubicBezTo>
                <a:cubicBezTo>
                  <a:pt x="5704214" y="1129165"/>
                  <a:pt x="5712151" y="1122550"/>
                  <a:pt x="5712813" y="1121227"/>
                </a:cubicBezTo>
                <a:cubicBezTo>
                  <a:pt x="5713473" y="1119904"/>
                  <a:pt x="5712151" y="1112628"/>
                  <a:pt x="5712813" y="1111305"/>
                </a:cubicBezTo>
                <a:cubicBezTo>
                  <a:pt x="5713473" y="1109982"/>
                  <a:pt x="5721411" y="1103368"/>
                  <a:pt x="5722735" y="1101384"/>
                </a:cubicBezTo>
                <a:cubicBezTo>
                  <a:pt x="5724057" y="1099399"/>
                  <a:pt x="5731996" y="1083524"/>
                  <a:pt x="5732657" y="1081540"/>
                </a:cubicBezTo>
                <a:cubicBezTo>
                  <a:pt x="5733318" y="1079555"/>
                  <a:pt x="5731996" y="1072941"/>
                  <a:pt x="5732657" y="1071618"/>
                </a:cubicBezTo>
                <a:cubicBezTo>
                  <a:pt x="5733318" y="1070295"/>
                  <a:pt x="5740594" y="1063019"/>
                  <a:pt x="5742579" y="1061696"/>
                </a:cubicBezTo>
                <a:cubicBezTo>
                  <a:pt x="5744563" y="1060373"/>
                  <a:pt x="5760438" y="1053097"/>
                  <a:pt x="5762423" y="1051774"/>
                </a:cubicBezTo>
                <a:cubicBezTo>
                  <a:pt x="5764407" y="1050451"/>
                  <a:pt x="5771023" y="1043175"/>
                  <a:pt x="5772345" y="1041852"/>
                </a:cubicBezTo>
                <a:cubicBezTo>
                  <a:pt x="5773667" y="1040529"/>
                  <a:pt x="5781605" y="1033254"/>
                  <a:pt x="5782266" y="1031931"/>
                </a:cubicBezTo>
                <a:cubicBezTo>
                  <a:pt x="5782927" y="1030608"/>
                  <a:pt x="5781605" y="1023331"/>
                  <a:pt x="5782266" y="1022009"/>
                </a:cubicBezTo>
                <a:cubicBezTo>
                  <a:pt x="5782927" y="1020686"/>
                  <a:pt x="5790867" y="1013410"/>
                  <a:pt x="5792190" y="1012087"/>
                </a:cubicBezTo>
                <a:cubicBezTo>
                  <a:pt x="5793512" y="1010764"/>
                  <a:pt x="5800787" y="1003488"/>
                  <a:pt x="5802110" y="1002165"/>
                </a:cubicBezTo>
                <a:cubicBezTo>
                  <a:pt x="5803432" y="1000842"/>
                  <a:pt x="5808723" y="993566"/>
                  <a:pt x="5812031" y="992243"/>
                </a:cubicBezTo>
                <a:cubicBezTo>
                  <a:pt x="5815337" y="990920"/>
                  <a:pt x="5848412" y="983644"/>
                  <a:pt x="5851720" y="982321"/>
                </a:cubicBezTo>
                <a:cubicBezTo>
                  <a:pt x="5855027" y="980998"/>
                  <a:pt x="5859657" y="973061"/>
                  <a:pt x="5861641" y="972399"/>
                </a:cubicBezTo>
                <a:cubicBezTo>
                  <a:pt x="5863625" y="971738"/>
                  <a:pt x="5879501" y="973061"/>
                  <a:pt x="5881485" y="972399"/>
                </a:cubicBezTo>
                <a:cubicBezTo>
                  <a:pt x="5883469" y="971738"/>
                  <a:pt x="5890084" y="963800"/>
                  <a:pt x="5891407" y="962477"/>
                </a:cubicBezTo>
                <a:cubicBezTo>
                  <a:pt x="5892729" y="961154"/>
                  <a:pt x="5899345" y="953878"/>
                  <a:pt x="5901329" y="952555"/>
                </a:cubicBezTo>
                <a:cubicBezTo>
                  <a:pt x="5903313" y="951232"/>
                  <a:pt x="5919189" y="943957"/>
                  <a:pt x="5921174" y="942634"/>
                </a:cubicBezTo>
                <a:cubicBezTo>
                  <a:pt x="5923157" y="941311"/>
                  <a:pt x="5929771" y="932712"/>
                  <a:pt x="5931094" y="932712"/>
                </a:cubicBezTo>
                <a:cubicBezTo>
                  <a:pt x="5932416" y="932712"/>
                  <a:pt x="5941018" y="941311"/>
                  <a:pt x="5941018" y="942634"/>
                </a:cubicBezTo>
                <a:cubicBezTo>
                  <a:pt x="5941018" y="943957"/>
                  <a:pt x="5931094" y="951232"/>
                  <a:pt x="5931094" y="952555"/>
                </a:cubicBezTo>
                <a:cubicBezTo>
                  <a:pt x="5931094" y="953878"/>
                  <a:pt x="5940356" y="961154"/>
                  <a:pt x="5941018" y="962477"/>
                </a:cubicBezTo>
                <a:cubicBezTo>
                  <a:pt x="5941678" y="963800"/>
                  <a:pt x="5940356" y="971076"/>
                  <a:pt x="5941018" y="972399"/>
                </a:cubicBezTo>
                <a:cubicBezTo>
                  <a:pt x="5941678" y="973722"/>
                  <a:pt x="5948953" y="980998"/>
                  <a:pt x="5950938" y="982321"/>
                </a:cubicBezTo>
                <a:cubicBezTo>
                  <a:pt x="5952922" y="983644"/>
                  <a:pt x="5968797" y="989597"/>
                  <a:pt x="5970782" y="992243"/>
                </a:cubicBezTo>
                <a:cubicBezTo>
                  <a:pt x="5972766" y="994889"/>
                  <a:pt x="5979381" y="1019363"/>
                  <a:pt x="5980704" y="1022009"/>
                </a:cubicBezTo>
                <a:cubicBezTo>
                  <a:pt x="5982026" y="1024654"/>
                  <a:pt x="5989964" y="1029946"/>
                  <a:pt x="5990625" y="1031931"/>
                </a:cubicBezTo>
                <a:cubicBezTo>
                  <a:pt x="5991286" y="1033915"/>
                  <a:pt x="5989964" y="1049790"/>
                  <a:pt x="5990625" y="1051774"/>
                </a:cubicBezTo>
                <a:cubicBezTo>
                  <a:pt x="5991286" y="1053759"/>
                  <a:pt x="5999225" y="1060373"/>
                  <a:pt x="6000548" y="1061696"/>
                </a:cubicBezTo>
                <a:cubicBezTo>
                  <a:pt x="6001870" y="1063019"/>
                  <a:pt x="6009808" y="1069633"/>
                  <a:pt x="6010469" y="1071618"/>
                </a:cubicBezTo>
                <a:cubicBezTo>
                  <a:pt x="6011130" y="1073602"/>
                  <a:pt x="6009808" y="1089477"/>
                  <a:pt x="6010469" y="1091462"/>
                </a:cubicBezTo>
                <a:cubicBezTo>
                  <a:pt x="6011130" y="1093446"/>
                  <a:pt x="6019068" y="1100061"/>
                  <a:pt x="6020391" y="1101384"/>
                </a:cubicBezTo>
                <a:cubicBezTo>
                  <a:pt x="6021713" y="1102706"/>
                  <a:pt x="6029652" y="1109321"/>
                  <a:pt x="6030313" y="1111305"/>
                </a:cubicBezTo>
                <a:cubicBezTo>
                  <a:pt x="6030974" y="1113290"/>
                  <a:pt x="6029652" y="1129165"/>
                  <a:pt x="6030313" y="1131149"/>
                </a:cubicBezTo>
                <a:cubicBezTo>
                  <a:pt x="6030974" y="1133134"/>
                  <a:pt x="6038912" y="1139748"/>
                  <a:pt x="6040235" y="1141071"/>
                </a:cubicBezTo>
                <a:cubicBezTo>
                  <a:pt x="6041557" y="1142394"/>
                  <a:pt x="6049496" y="1149670"/>
                  <a:pt x="6050158" y="1150993"/>
                </a:cubicBezTo>
                <a:cubicBezTo>
                  <a:pt x="6050818" y="1152316"/>
                  <a:pt x="6049496" y="1159592"/>
                  <a:pt x="6050158" y="1160915"/>
                </a:cubicBezTo>
                <a:cubicBezTo>
                  <a:pt x="6050818" y="1162238"/>
                  <a:pt x="6059417" y="1169514"/>
                  <a:pt x="6060079" y="1170837"/>
                </a:cubicBezTo>
                <a:cubicBezTo>
                  <a:pt x="6060739" y="1172160"/>
                  <a:pt x="6059417" y="1179436"/>
                  <a:pt x="6060079" y="1180759"/>
                </a:cubicBezTo>
                <a:cubicBezTo>
                  <a:pt x="6060739" y="1182082"/>
                  <a:pt x="6069340" y="1188696"/>
                  <a:pt x="6070002" y="1190680"/>
                </a:cubicBezTo>
                <a:cubicBezTo>
                  <a:pt x="6070662" y="1192665"/>
                  <a:pt x="6069340" y="1208540"/>
                  <a:pt x="6070002" y="1210524"/>
                </a:cubicBezTo>
                <a:cubicBezTo>
                  <a:pt x="6070662" y="1212509"/>
                  <a:pt x="6078599" y="1219123"/>
                  <a:pt x="6079922" y="1220446"/>
                </a:cubicBezTo>
                <a:cubicBezTo>
                  <a:pt x="6081244" y="1221769"/>
                  <a:pt x="6088521" y="1227722"/>
                  <a:pt x="6089845" y="1230368"/>
                </a:cubicBezTo>
                <a:cubicBezTo>
                  <a:pt x="6091167" y="1233014"/>
                  <a:pt x="6098443" y="1257488"/>
                  <a:pt x="6099766" y="1260134"/>
                </a:cubicBezTo>
                <a:cubicBezTo>
                  <a:pt x="6101088" y="1262779"/>
                  <a:pt x="6108365" y="1268071"/>
                  <a:pt x="6109688" y="1270055"/>
                </a:cubicBezTo>
                <a:cubicBezTo>
                  <a:pt x="6111010" y="1272040"/>
                  <a:pt x="6118287" y="1287253"/>
                  <a:pt x="6119611" y="1289899"/>
                </a:cubicBezTo>
                <a:cubicBezTo>
                  <a:pt x="6120933" y="1292545"/>
                  <a:pt x="6128209" y="1307097"/>
                  <a:pt x="6129532" y="1309743"/>
                </a:cubicBezTo>
                <a:cubicBezTo>
                  <a:pt x="6130854" y="1312389"/>
                  <a:pt x="6138792" y="1326941"/>
                  <a:pt x="6139453" y="1329587"/>
                </a:cubicBezTo>
                <a:cubicBezTo>
                  <a:pt x="6140114" y="1332233"/>
                  <a:pt x="6138792" y="1347446"/>
                  <a:pt x="6139453" y="1349430"/>
                </a:cubicBezTo>
                <a:cubicBezTo>
                  <a:pt x="6140114" y="1351415"/>
                  <a:pt x="6148053" y="1358029"/>
                  <a:pt x="6149376" y="1359352"/>
                </a:cubicBezTo>
                <a:cubicBezTo>
                  <a:pt x="6150698" y="1360675"/>
                  <a:pt x="6157975" y="1367290"/>
                  <a:pt x="6159297" y="1369274"/>
                </a:cubicBezTo>
                <a:cubicBezTo>
                  <a:pt x="6160619" y="1371258"/>
                  <a:pt x="6167896" y="1386472"/>
                  <a:pt x="6169219" y="1389118"/>
                </a:cubicBezTo>
                <a:cubicBezTo>
                  <a:pt x="6170541" y="1391764"/>
                  <a:pt x="6177819" y="1405654"/>
                  <a:pt x="6179142" y="1408962"/>
                </a:cubicBezTo>
                <a:cubicBezTo>
                  <a:pt x="6180464" y="1412269"/>
                  <a:pt x="6187740" y="1433436"/>
                  <a:pt x="6189063" y="1438727"/>
                </a:cubicBezTo>
                <a:cubicBezTo>
                  <a:pt x="6190385" y="1444019"/>
                  <a:pt x="6197663" y="1484368"/>
                  <a:pt x="6198986" y="1488337"/>
                </a:cubicBezTo>
                <a:cubicBezTo>
                  <a:pt x="6200308" y="1492305"/>
                  <a:pt x="6207583" y="1496274"/>
                  <a:pt x="6208906" y="1498259"/>
                </a:cubicBezTo>
                <a:cubicBezTo>
                  <a:pt x="6210228" y="1500243"/>
                  <a:pt x="6217505" y="1514795"/>
                  <a:pt x="6218829" y="1518102"/>
                </a:cubicBezTo>
                <a:cubicBezTo>
                  <a:pt x="6220151" y="1521409"/>
                  <a:pt x="6227427" y="1545222"/>
                  <a:pt x="6228750" y="1547868"/>
                </a:cubicBezTo>
                <a:cubicBezTo>
                  <a:pt x="6230072" y="1550514"/>
                  <a:pt x="6237350" y="1556467"/>
                  <a:pt x="6238673" y="1557790"/>
                </a:cubicBezTo>
                <a:cubicBezTo>
                  <a:pt x="6239995" y="1559113"/>
                  <a:pt x="6247271" y="1566389"/>
                  <a:pt x="6248595" y="1567712"/>
                </a:cubicBezTo>
                <a:cubicBezTo>
                  <a:pt x="6249917" y="1569035"/>
                  <a:pt x="6257193" y="1576310"/>
                  <a:pt x="6258516" y="1577634"/>
                </a:cubicBezTo>
                <a:cubicBezTo>
                  <a:pt x="6259838" y="1578956"/>
                  <a:pt x="6267115" y="1586232"/>
                  <a:pt x="6268439" y="1587555"/>
                </a:cubicBezTo>
                <a:cubicBezTo>
                  <a:pt x="6269761" y="1588878"/>
                  <a:pt x="6277037" y="1596816"/>
                  <a:pt x="6278360" y="1597477"/>
                </a:cubicBezTo>
                <a:cubicBezTo>
                  <a:pt x="6279682" y="1598139"/>
                  <a:pt x="6286959" y="1596816"/>
                  <a:pt x="6288281" y="1597477"/>
                </a:cubicBezTo>
                <a:cubicBezTo>
                  <a:pt x="6289603" y="1598139"/>
                  <a:pt x="6296881" y="1605415"/>
                  <a:pt x="6298204" y="1607399"/>
                </a:cubicBezTo>
                <a:cubicBezTo>
                  <a:pt x="6299526" y="1609383"/>
                  <a:pt x="6307464" y="1624597"/>
                  <a:pt x="6308126" y="1627243"/>
                </a:cubicBezTo>
                <a:cubicBezTo>
                  <a:pt x="6308786" y="1629889"/>
                  <a:pt x="6307464" y="1645102"/>
                  <a:pt x="6308126" y="1647087"/>
                </a:cubicBezTo>
                <a:cubicBezTo>
                  <a:pt x="6308786" y="1649071"/>
                  <a:pt x="6318047" y="1655686"/>
                  <a:pt x="6318047" y="1657009"/>
                </a:cubicBezTo>
                <a:cubicBezTo>
                  <a:pt x="6318047" y="1658332"/>
                  <a:pt x="6308126" y="1664946"/>
                  <a:pt x="6308126" y="1666930"/>
                </a:cubicBezTo>
                <a:cubicBezTo>
                  <a:pt x="6308126" y="1668915"/>
                  <a:pt x="6316724" y="1684790"/>
                  <a:pt x="6318047" y="1686774"/>
                </a:cubicBezTo>
                <a:cubicBezTo>
                  <a:pt x="6319369" y="1688759"/>
                  <a:pt x="6326647" y="1694712"/>
                  <a:pt x="6327970" y="1696696"/>
                </a:cubicBezTo>
                <a:cubicBezTo>
                  <a:pt x="6329292" y="1698680"/>
                  <a:pt x="6336567" y="1714555"/>
                  <a:pt x="6337890" y="1716540"/>
                </a:cubicBezTo>
                <a:cubicBezTo>
                  <a:pt x="6339212" y="1718524"/>
                  <a:pt x="6346489" y="1725800"/>
                  <a:pt x="6347813" y="1726462"/>
                </a:cubicBezTo>
                <a:cubicBezTo>
                  <a:pt x="6349135" y="1727123"/>
                  <a:pt x="6356411" y="1724477"/>
                  <a:pt x="6357734" y="1726462"/>
                </a:cubicBezTo>
                <a:cubicBezTo>
                  <a:pt x="6359056" y="1728446"/>
                  <a:pt x="6366334" y="1753581"/>
                  <a:pt x="6367657" y="1756227"/>
                </a:cubicBezTo>
                <a:cubicBezTo>
                  <a:pt x="6368979" y="1758873"/>
                  <a:pt x="6376255" y="1764826"/>
                  <a:pt x="6377579" y="1766149"/>
                </a:cubicBezTo>
                <a:cubicBezTo>
                  <a:pt x="6378901" y="1767472"/>
                  <a:pt x="6386178" y="1774087"/>
                  <a:pt x="6387501" y="1776071"/>
                </a:cubicBezTo>
                <a:cubicBezTo>
                  <a:pt x="6388823" y="1778055"/>
                  <a:pt x="6396099" y="1793930"/>
                  <a:pt x="6397423" y="1795915"/>
                </a:cubicBezTo>
                <a:cubicBezTo>
                  <a:pt x="6398745" y="1797899"/>
                  <a:pt x="6406683" y="1800545"/>
                  <a:pt x="6407344" y="1805837"/>
                </a:cubicBezTo>
                <a:cubicBezTo>
                  <a:pt x="6408005" y="1811128"/>
                  <a:pt x="6408005" y="1869998"/>
                  <a:pt x="6407344" y="1875290"/>
                </a:cubicBezTo>
                <a:cubicBezTo>
                  <a:pt x="6406683" y="1880581"/>
                  <a:pt x="6398083" y="1883889"/>
                  <a:pt x="6397423" y="1885212"/>
                </a:cubicBezTo>
                <a:cubicBezTo>
                  <a:pt x="6396761" y="1886535"/>
                  <a:pt x="6398083" y="1893149"/>
                  <a:pt x="6397423" y="1895134"/>
                </a:cubicBezTo>
                <a:cubicBezTo>
                  <a:pt x="6396761" y="1897118"/>
                  <a:pt x="6388161" y="1912993"/>
                  <a:pt x="6387501" y="1914977"/>
                </a:cubicBezTo>
                <a:cubicBezTo>
                  <a:pt x="6386839" y="1916961"/>
                  <a:pt x="6386839" y="1923576"/>
                  <a:pt x="6387501" y="1924899"/>
                </a:cubicBezTo>
                <a:cubicBezTo>
                  <a:pt x="6388161" y="1926222"/>
                  <a:pt x="6396099" y="1933498"/>
                  <a:pt x="6397423" y="1934821"/>
                </a:cubicBezTo>
                <a:cubicBezTo>
                  <a:pt x="6398745" y="1936144"/>
                  <a:pt x="6406021" y="1943420"/>
                  <a:pt x="6407344" y="1944743"/>
                </a:cubicBezTo>
                <a:cubicBezTo>
                  <a:pt x="6408666" y="1946066"/>
                  <a:pt x="6415943" y="1953342"/>
                  <a:pt x="6417267" y="1954665"/>
                </a:cubicBezTo>
                <a:cubicBezTo>
                  <a:pt x="6418589" y="1955988"/>
                  <a:pt x="6425865" y="1963264"/>
                  <a:pt x="6427188" y="1964587"/>
                </a:cubicBezTo>
                <a:cubicBezTo>
                  <a:pt x="6428510" y="1965910"/>
                  <a:pt x="6435787" y="1973186"/>
                  <a:pt x="6437110" y="1974509"/>
                </a:cubicBezTo>
                <a:cubicBezTo>
                  <a:pt x="6438432" y="1975832"/>
                  <a:pt x="6445709" y="1983107"/>
                  <a:pt x="6447032" y="1984430"/>
                </a:cubicBezTo>
                <a:cubicBezTo>
                  <a:pt x="6448355" y="1985753"/>
                  <a:pt x="6455631" y="1993691"/>
                  <a:pt x="6456954" y="1994352"/>
                </a:cubicBezTo>
                <a:cubicBezTo>
                  <a:pt x="6458276" y="1995014"/>
                  <a:pt x="6465551" y="1993691"/>
                  <a:pt x="6466874" y="1994352"/>
                </a:cubicBezTo>
                <a:cubicBezTo>
                  <a:pt x="6468196" y="1995014"/>
                  <a:pt x="6476137" y="2003613"/>
                  <a:pt x="6476798" y="2004274"/>
                </a:cubicBezTo>
                <a:cubicBezTo>
                  <a:pt x="6477459" y="2004936"/>
                  <a:pt x="6475475" y="2002951"/>
                  <a:pt x="6476798" y="2004274"/>
                </a:cubicBezTo>
                <a:cubicBezTo>
                  <a:pt x="6478120" y="2005597"/>
                  <a:pt x="6494656" y="2022133"/>
                  <a:pt x="6496641" y="2024118"/>
                </a:cubicBezTo>
                <a:cubicBezTo>
                  <a:pt x="6498625" y="2026102"/>
                  <a:pt x="6505239" y="2033378"/>
                  <a:pt x="6506563" y="2034040"/>
                </a:cubicBezTo>
                <a:cubicBezTo>
                  <a:pt x="6507885" y="2034701"/>
                  <a:pt x="6515823" y="2034040"/>
                  <a:pt x="6516485" y="2034040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/>
          <p:nvPr/>
        </p:nvSpPr>
        <p:spPr>
          <a:xfrm>
            <a:off x="9264396" y="163722"/>
            <a:ext cx="144018" cy="160599"/>
          </a:xfrm>
          <a:prstGeom prst="ellipse">
            <a:avLst/>
          </a:prstGeom>
          <a:solidFill>
            <a:schemeClr val="accent3"/>
          </a:solidFill>
          <a:ln>
            <a:solidFill>
              <a:srgbClr val="ecd17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23" name=""/>
          <p:cNvCxnSpPr/>
          <p:nvPr/>
        </p:nvCxnSpPr>
        <p:spPr>
          <a:xfrm rot="10800000">
            <a:off x="9408411" y="293748"/>
            <a:ext cx="797436" cy="2702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"/>
          <p:cNvCxnSpPr/>
          <p:nvPr/>
        </p:nvCxnSpPr>
        <p:spPr>
          <a:xfrm>
            <a:off x="4386713" y="671984"/>
            <a:ext cx="864108" cy="1026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"/>
          <p:cNvSpPr/>
          <p:nvPr/>
        </p:nvSpPr>
        <p:spPr>
          <a:xfrm>
            <a:off x="5159883" y="723320"/>
            <a:ext cx="144018" cy="160599"/>
          </a:xfrm>
          <a:prstGeom prst="ellipse">
            <a:avLst/>
          </a:prstGeom>
          <a:solidFill>
            <a:schemeClr val="accent3"/>
          </a:solidFill>
          <a:ln>
            <a:solidFill>
              <a:srgbClr val="ecd17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27" name=""/>
          <p:cNvGrpSpPr/>
          <p:nvPr/>
        </p:nvGrpSpPr>
        <p:grpSpPr>
          <a:xfrm rot="0">
            <a:off x="6168009" y="1236600"/>
            <a:ext cx="262325" cy="536193"/>
            <a:chOff x="3148965" y="3813810"/>
            <a:chExt cx="786765" cy="1608145"/>
          </a:xfrm>
        </p:grpSpPr>
        <p:sp>
          <p:nvSpPr>
            <p:cNvPr id="28" name=""/>
            <p:cNvSpPr/>
            <p:nvPr/>
          </p:nvSpPr>
          <p:spPr>
            <a:xfrm>
              <a:off x="3148965" y="3813810"/>
              <a:ext cx="786765" cy="648081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29" name=""/>
            <p:cNvCxnSpPr/>
            <p:nvPr/>
          </p:nvCxnSpPr>
          <p:spPr>
            <a:xfrm rot="16200000" flipH="1">
              <a:off x="3410712" y="4593526"/>
              <a:ext cx="263271" cy="0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"/>
            <p:cNvCxnSpPr/>
            <p:nvPr/>
          </p:nvCxnSpPr>
          <p:spPr>
            <a:xfrm rot="10800000" flipV="1">
              <a:off x="3148965" y="4677918"/>
              <a:ext cx="393382" cy="263271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"/>
            <p:cNvCxnSpPr/>
            <p:nvPr/>
          </p:nvCxnSpPr>
          <p:spPr>
            <a:xfrm rot="16200000" flipH="1">
              <a:off x="3535393" y="4684871"/>
              <a:ext cx="263272" cy="249364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"/>
            <p:cNvCxnSpPr/>
            <p:nvPr/>
          </p:nvCxnSpPr>
          <p:spPr>
            <a:xfrm rot="5400000">
              <a:off x="3290316" y="4977192"/>
              <a:ext cx="504064" cy="1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"/>
            <p:cNvCxnSpPr/>
            <p:nvPr/>
          </p:nvCxnSpPr>
          <p:spPr>
            <a:xfrm rot="10800000" flipV="1">
              <a:off x="3221713" y="5229225"/>
              <a:ext cx="320633" cy="192730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"/>
            <p:cNvCxnSpPr/>
            <p:nvPr/>
          </p:nvCxnSpPr>
          <p:spPr>
            <a:xfrm rot="16200000" flipH="1">
              <a:off x="3532533" y="5239040"/>
              <a:ext cx="171496" cy="151866"/>
            </a:xfrm>
            <a:prstGeom prst="line">
              <a:avLst/>
            </a:prstGeom>
            <a:ln w="381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"/>
          <p:cNvSpPr txBox="1"/>
          <p:nvPr/>
        </p:nvSpPr>
        <p:spPr>
          <a:xfrm>
            <a:off x="660463" y="2918841"/>
            <a:ext cx="5179079" cy="36614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목표 </a:t>
            </a:r>
            <a:r>
              <a:rPr lang="en-US" altLang="ko-KR"/>
              <a:t>:</a:t>
            </a:r>
            <a:r>
              <a:rPr lang="ko-KR" altLang="en-US"/>
              <a:t> 산 정상 위에 올라가라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407289" y="1341882"/>
            <a:ext cx="1589151" cy="36118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뉴럴 네트워크</a:t>
            </a:r>
            <a:endParaRPr lang="ko-KR" altLang="en-US"/>
          </a:p>
        </p:txBody>
      </p:sp>
      <p:sp>
        <p:nvSpPr>
          <p:cNvPr id="10" name=""/>
          <p:cNvSpPr/>
          <p:nvPr/>
        </p:nvSpPr>
        <p:spPr>
          <a:xfrm>
            <a:off x="0" y="2996946"/>
            <a:ext cx="2304288" cy="230047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/>
          <p:nvPr/>
        </p:nvSpPr>
        <p:spPr>
          <a:xfrm>
            <a:off x="3085909" y="2852928"/>
            <a:ext cx="2304288" cy="230047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/>
          <p:nvPr/>
        </p:nvSpPr>
        <p:spPr>
          <a:xfrm>
            <a:off x="6417565" y="2924937"/>
            <a:ext cx="2304288" cy="230047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6" name=""/>
          <p:cNvCxnSpPr>
            <a:stCxn id="12" idx="6"/>
            <a:endCxn id="15" idx="2"/>
          </p:cNvCxnSpPr>
          <p:nvPr/>
        </p:nvCxnSpPr>
        <p:spPr>
          <a:xfrm>
            <a:off x="5390198" y="4003167"/>
            <a:ext cx="1027367" cy="720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"/>
          <p:cNvCxnSpPr>
            <a:stCxn id="10" idx="6"/>
            <a:endCxn id="12" idx="2"/>
          </p:cNvCxnSpPr>
          <p:nvPr/>
        </p:nvCxnSpPr>
        <p:spPr>
          <a:xfrm flipV="1">
            <a:off x="2304288" y="4003167"/>
            <a:ext cx="781621" cy="1440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"/>
          <p:cNvSpPr/>
          <p:nvPr/>
        </p:nvSpPr>
        <p:spPr>
          <a:xfrm>
            <a:off x="9887712" y="3068954"/>
            <a:ext cx="2304288" cy="230047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9" name=""/>
          <p:cNvCxnSpPr>
            <a:stCxn id="15" idx="6"/>
            <a:endCxn id="18" idx="2"/>
          </p:cNvCxnSpPr>
          <p:nvPr/>
        </p:nvCxnSpPr>
        <p:spPr>
          <a:xfrm>
            <a:off x="8721853" y="4075176"/>
            <a:ext cx="1165859" cy="1440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"/>
          <p:cNvSpPr/>
          <p:nvPr/>
        </p:nvSpPr>
        <p:spPr>
          <a:xfrm>
            <a:off x="3143631" y="405765"/>
            <a:ext cx="2481834" cy="187223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카메라로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나무를 찍었을때</a:t>
            </a:r>
            <a:endParaRPr lang="ko-KR" altLang="en-US"/>
          </a:p>
        </p:txBody>
      </p:sp>
      <p:sp>
        <p:nvSpPr>
          <p:cNvPr id="21" name=""/>
          <p:cNvSpPr/>
          <p:nvPr/>
        </p:nvSpPr>
        <p:spPr>
          <a:xfrm>
            <a:off x="5915978" y="475106"/>
            <a:ext cx="2481834" cy="187223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카메라는 거꾸로 찍음</a:t>
            </a:r>
            <a:r>
              <a:rPr lang="en-US" altLang="ko-KR"/>
              <a:t>.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렌즈에 닿아서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반대로 바꿔서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센서 입력 받음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22" name=""/>
          <p:cNvSpPr/>
          <p:nvPr/>
        </p:nvSpPr>
        <p:spPr>
          <a:xfrm>
            <a:off x="9192387" y="475106"/>
            <a:ext cx="2481834" cy="187223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01010101010100</a:t>
            </a: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</p:txBody>
      </p:sp>
      <p:sp>
        <p:nvSpPr>
          <p:cNvPr id="24" name=""/>
          <p:cNvSpPr txBox="1"/>
          <p:nvPr/>
        </p:nvSpPr>
        <p:spPr>
          <a:xfrm>
            <a:off x="1685353" y="5727192"/>
            <a:ext cx="4216337" cy="3669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 </a:t>
            </a:r>
            <a:r>
              <a:rPr lang="ko-KR" altLang="en-US"/>
              <a:t>뉴런 끼리 전달해서 결과를 나오게 한다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25" name=""/>
          <p:cNvSpPr txBox="1"/>
          <p:nvPr/>
        </p:nvSpPr>
        <p:spPr>
          <a:xfrm>
            <a:off x="882015" y="2564130"/>
            <a:ext cx="639699" cy="36766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뉴런</a:t>
            </a:r>
            <a:endParaRPr lang="ko-KR" altLang="en-US"/>
          </a:p>
        </p:txBody>
      </p:sp>
      <p:sp>
        <p:nvSpPr>
          <p:cNvPr id="26" name=""/>
          <p:cNvSpPr txBox="1"/>
          <p:nvPr/>
        </p:nvSpPr>
        <p:spPr>
          <a:xfrm>
            <a:off x="2284857" y="3356991"/>
            <a:ext cx="858774" cy="36766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시냅스</a:t>
            </a:r>
            <a:endParaRPr lang="ko-KR" altLang="en-US"/>
          </a:p>
        </p:txBody>
      </p:sp>
      <p:sp>
        <p:nvSpPr>
          <p:cNvPr id="27" name=""/>
          <p:cNvSpPr txBox="1"/>
          <p:nvPr/>
        </p:nvSpPr>
        <p:spPr>
          <a:xfrm>
            <a:off x="3918203" y="2492883"/>
            <a:ext cx="639699" cy="36766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뉴런</a:t>
            </a:r>
            <a:endParaRPr lang="ko-KR" altLang="en-US"/>
          </a:p>
        </p:txBody>
      </p:sp>
      <p:sp>
        <p:nvSpPr>
          <p:cNvPr id="28" name=""/>
          <p:cNvSpPr/>
          <p:nvPr/>
        </p:nvSpPr>
        <p:spPr>
          <a:xfrm>
            <a:off x="-35833" y="3857624"/>
            <a:ext cx="2306994" cy="264207"/>
          </a:xfrm>
          <a:custGeom>
            <a:avLst/>
            <a:gdLst>
              <a:gd name="connsiteX0" fmla="*/ -2832 w 2306994"/>
              <a:gd name="connsiteY0" fmla="*/ 264531 h 264207"/>
              <a:gd name="connsiteX1" fmla="*/ 44321 w 2306994"/>
              <a:gd name="connsiteY1" fmla="*/ 236239 h 264207"/>
              <a:gd name="connsiteX2" fmla="*/ 72613 w 2306994"/>
              <a:gd name="connsiteY2" fmla="*/ 217378 h 264207"/>
              <a:gd name="connsiteX3" fmla="*/ 110336 w 2306994"/>
              <a:gd name="connsiteY3" fmla="*/ 198516 h 264207"/>
              <a:gd name="connsiteX4" fmla="*/ 138628 w 2306994"/>
              <a:gd name="connsiteY4" fmla="*/ 198516 h 264207"/>
              <a:gd name="connsiteX5" fmla="*/ 157489 w 2306994"/>
              <a:gd name="connsiteY5" fmla="*/ 189086 h 264207"/>
              <a:gd name="connsiteX6" fmla="*/ 185781 w 2306994"/>
              <a:gd name="connsiteY6" fmla="*/ 179655 h 264207"/>
              <a:gd name="connsiteX7" fmla="*/ 214073 w 2306994"/>
              <a:gd name="connsiteY7" fmla="*/ 179655 h 264207"/>
              <a:gd name="connsiteX8" fmla="*/ 251796 w 2306994"/>
              <a:gd name="connsiteY8" fmla="*/ 170224 h 264207"/>
              <a:gd name="connsiteX9" fmla="*/ 298950 w 2306994"/>
              <a:gd name="connsiteY9" fmla="*/ 160794 h 264207"/>
              <a:gd name="connsiteX10" fmla="*/ 336672 w 2306994"/>
              <a:gd name="connsiteY10" fmla="*/ 141932 h 264207"/>
              <a:gd name="connsiteX11" fmla="*/ 383826 w 2306994"/>
              <a:gd name="connsiteY11" fmla="*/ 132502 h 264207"/>
              <a:gd name="connsiteX12" fmla="*/ 430979 w 2306994"/>
              <a:gd name="connsiteY12" fmla="*/ 113640 h 264207"/>
              <a:gd name="connsiteX13" fmla="*/ 478133 w 2306994"/>
              <a:gd name="connsiteY13" fmla="*/ 104209 h 264207"/>
              <a:gd name="connsiteX14" fmla="*/ 563009 w 2306994"/>
              <a:gd name="connsiteY14" fmla="*/ 94779 h 264207"/>
              <a:gd name="connsiteX15" fmla="*/ 619593 w 2306994"/>
              <a:gd name="connsiteY15" fmla="*/ 85348 h 264207"/>
              <a:gd name="connsiteX16" fmla="*/ 676177 w 2306994"/>
              <a:gd name="connsiteY16" fmla="*/ 75917 h 264207"/>
              <a:gd name="connsiteX17" fmla="*/ 723331 w 2306994"/>
              <a:gd name="connsiteY17" fmla="*/ 66487 h 264207"/>
              <a:gd name="connsiteX18" fmla="*/ 761054 w 2306994"/>
              <a:gd name="connsiteY18" fmla="*/ 66487 h 264207"/>
              <a:gd name="connsiteX19" fmla="*/ 817638 w 2306994"/>
              <a:gd name="connsiteY19" fmla="*/ 47625 h 264207"/>
              <a:gd name="connsiteX20" fmla="*/ 855360 w 2306994"/>
              <a:gd name="connsiteY20" fmla="*/ 38194 h 264207"/>
              <a:gd name="connsiteX21" fmla="*/ 911945 w 2306994"/>
              <a:gd name="connsiteY21" fmla="*/ 38194 h 264207"/>
              <a:gd name="connsiteX22" fmla="*/ 977960 w 2306994"/>
              <a:gd name="connsiteY22" fmla="*/ 28764 h 264207"/>
              <a:gd name="connsiteX23" fmla="*/ 1025113 w 2306994"/>
              <a:gd name="connsiteY23" fmla="*/ 19333 h 264207"/>
              <a:gd name="connsiteX24" fmla="*/ 1081697 w 2306994"/>
              <a:gd name="connsiteY24" fmla="*/ 9903 h 264207"/>
              <a:gd name="connsiteX25" fmla="*/ 1308034 w 2306994"/>
              <a:gd name="connsiteY25" fmla="*/ 9903 h 264207"/>
              <a:gd name="connsiteX26" fmla="*/ 1355187 w 2306994"/>
              <a:gd name="connsiteY26" fmla="*/ 472 h 264207"/>
              <a:gd name="connsiteX27" fmla="*/ 1836153 w 2306994"/>
              <a:gd name="connsiteY27" fmla="*/ 472 h 264207"/>
              <a:gd name="connsiteX28" fmla="*/ 1873875 w 2306994"/>
              <a:gd name="connsiteY28" fmla="*/ 19333 h 264207"/>
              <a:gd name="connsiteX29" fmla="*/ 1902168 w 2306994"/>
              <a:gd name="connsiteY29" fmla="*/ 19333 h 264207"/>
              <a:gd name="connsiteX30" fmla="*/ 1930460 w 2306994"/>
              <a:gd name="connsiteY30" fmla="*/ 28764 h 264207"/>
              <a:gd name="connsiteX31" fmla="*/ 1968182 w 2306994"/>
              <a:gd name="connsiteY31" fmla="*/ 38194 h 264207"/>
              <a:gd name="connsiteX32" fmla="*/ 2005905 w 2306994"/>
              <a:gd name="connsiteY32" fmla="*/ 38194 h 264207"/>
              <a:gd name="connsiteX33" fmla="*/ 2024766 w 2306994"/>
              <a:gd name="connsiteY33" fmla="*/ 47625 h 264207"/>
              <a:gd name="connsiteX34" fmla="*/ 2071920 w 2306994"/>
              <a:gd name="connsiteY34" fmla="*/ 57056 h 264207"/>
              <a:gd name="connsiteX35" fmla="*/ 2081351 w 2306994"/>
              <a:gd name="connsiteY35" fmla="*/ 75917 h 264207"/>
              <a:gd name="connsiteX36" fmla="*/ 2090781 w 2306994"/>
              <a:gd name="connsiteY36" fmla="*/ 85348 h 264207"/>
              <a:gd name="connsiteX37" fmla="*/ 2119074 w 2306994"/>
              <a:gd name="connsiteY37" fmla="*/ 94779 h 264207"/>
              <a:gd name="connsiteX38" fmla="*/ 2156796 w 2306994"/>
              <a:gd name="connsiteY38" fmla="*/ 94779 h 264207"/>
              <a:gd name="connsiteX39" fmla="*/ 2166227 w 2306994"/>
              <a:gd name="connsiteY39" fmla="*/ 104209 h 264207"/>
              <a:gd name="connsiteX40" fmla="*/ 2175658 w 2306994"/>
              <a:gd name="connsiteY40" fmla="*/ 113640 h 264207"/>
              <a:gd name="connsiteX41" fmla="*/ 2185088 w 2306994"/>
              <a:gd name="connsiteY41" fmla="*/ 123071 h 264207"/>
              <a:gd name="connsiteX42" fmla="*/ 2194519 w 2306994"/>
              <a:gd name="connsiteY42" fmla="*/ 123071 h 264207"/>
              <a:gd name="connsiteX43" fmla="*/ 2203950 w 2306994"/>
              <a:gd name="connsiteY43" fmla="*/ 132502 h 264207"/>
              <a:gd name="connsiteX44" fmla="*/ 2241672 w 2306994"/>
              <a:gd name="connsiteY44" fmla="*/ 141932 h 264207"/>
              <a:gd name="connsiteX45" fmla="*/ 2251103 w 2306994"/>
              <a:gd name="connsiteY45" fmla="*/ 151363 h 264207"/>
              <a:gd name="connsiteX46" fmla="*/ 2298257 w 2306994"/>
              <a:gd name="connsiteY46" fmla="*/ 160794 h 264207"/>
              <a:gd name="connsiteX47" fmla="*/ 2307687 w 2306994"/>
              <a:gd name="connsiteY47" fmla="*/ 170224 h 26420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306994" h="264207">
                <a:moveTo>
                  <a:pt x="-2832" y="264531"/>
                </a:moveTo>
                <a:cubicBezTo>
                  <a:pt x="311" y="262645"/>
                  <a:pt x="39291" y="239382"/>
                  <a:pt x="44321" y="236239"/>
                </a:cubicBezTo>
                <a:cubicBezTo>
                  <a:pt x="49351" y="233095"/>
                  <a:pt x="68212" y="219892"/>
                  <a:pt x="72613" y="217378"/>
                </a:cubicBezTo>
                <a:cubicBezTo>
                  <a:pt x="77014" y="214863"/>
                  <a:pt x="105935" y="199774"/>
                  <a:pt x="110336" y="198516"/>
                </a:cubicBezTo>
                <a:cubicBezTo>
                  <a:pt x="114737" y="197259"/>
                  <a:pt x="135484" y="199145"/>
                  <a:pt x="138628" y="198516"/>
                </a:cubicBezTo>
                <a:cubicBezTo>
                  <a:pt x="141771" y="197888"/>
                  <a:pt x="154346" y="190343"/>
                  <a:pt x="157489" y="189086"/>
                </a:cubicBezTo>
                <a:cubicBezTo>
                  <a:pt x="160633" y="187829"/>
                  <a:pt x="182009" y="180283"/>
                  <a:pt x="185781" y="179655"/>
                </a:cubicBezTo>
                <a:cubicBezTo>
                  <a:pt x="189554" y="179026"/>
                  <a:pt x="209672" y="180283"/>
                  <a:pt x="214073" y="179655"/>
                </a:cubicBezTo>
                <a:cubicBezTo>
                  <a:pt x="218474" y="179026"/>
                  <a:pt x="246138" y="171481"/>
                  <a:pt x="251796" y="170224"/>
                </a:cubicBezTo>
                <a:cubicBezTo>
                  <a:pt x="257455" y="168967"/>
                  <a:pt x="293291" y="162680"/>
                  <a:pt x="298950" y="160794"/>
                </a:cubicBezTo>
                <a:cubicBezTo>
                  <a:pt x="304608" y="158907"/>
                  <a:pt x="331014" y="143818"/>
                  <a:pt x="336672" y="141932"/>
                </a:cubicBezTo>
                <a:cubicBezTo>
                  <a:pt x="342331" y="140046"/>
                  <a:pt x="377539" y="134388"/>
                  <a:pt x="383826" y="132502"/>
                </a:cubicBezTo>
                <a:cubicBezTo>
                  <a:pt x="390113" y="130616"/>
                  <a:pt x="424692" y="115526"/>
                  <a:pt x="430979" y="113640"/>
                </a:cubicBezTo>
                <a:cubicBezTo>
                  <a:pt x="437267" y="111754"/>
                  <a:pt x="469331" y="105467"/>
                  <a:pt x="478133" y="104209"/>
                </a:cubicBezTo>
                <a:cubicBezTo>
                  <a:pt x="486935" y="102952"/>
                  <a:pt x="553578" y="96036"/>
                  <a:pt x="563009" y="94779"/>
                </a:cubicBezTo>
                <a:cubicBezTo>
                  <a:pt x="572440" y="93521"/>
                  <a:pt x="612049" y="86605"/>
                  <a:pt x="619593" y="85348"/>
                </a:cubicBezTo>
                <a:cubicBezTo>
                  <a:pt x="627138" y="84091"/>
                  <a:pt x="669262" y="77175"/>
                  <a:pt x="676177" y="75917"/>
                </a:cubicBezTo>
                <a:cubicBezTo>
                  <a:pt x="683093" y="74660"/>
                  <a:pt x="717672" y="67115"/>
                  <a:pt x="723331" y="66487"/>
                </a:cubicBezTo>
                <a:cubicBezTo>
                  <a:pt x="728989" y="65858"/>
                  <a:pt x="754766" y="67744"/>
                  <a:pt x="761054" y="66487"/>
                </a:cubicBezTo>
                <a:cubicBezTo>
                  <a:pt x="767341" y="65229"/>
                  <a:pt x="811351" y="49511"/>
                  <a:pt x="817638" y="47625"/>
                </a:cubicBezTo>
                <a:cubicBezTo>
                  <a:pt x="823925" y="45739"/>
                  <a:pt x="849073" y="38823"/>
                  <a:pt x="855360" y="38194"/>
                </a:cubicBezTo>
                <a:cubicBezTo>
                  <a:pt x="861648" y="37566"/>
                  <a:pt x="903771" y="38823"/>
                  <a:pt x="911945" y="38194"/>
                </a:cubicBezTo>
                <a:cubicBezTo>
                  <a:pt x="920118" y="37566"/>
                  <a:pt x="970415" y="30021"/>
                  <a:pt x="977960" y="28764"/>
                </a:cubicBezTo>
                <a:cubicBezTo>
                  <a:pt x="985504" y="27506"/>
                  <a:pt x="1018197" y="20590"/>
                  <a:pt x="1025113" y="19333"/>
                </a:cubicBezTo>
                <a:cubicBezTo>
                  <a:pt x="1032029" y="18076"/>
                  <a:pt x="1062836" y="10531"/>
                  <a:pt x="1081697" y="9903"/>
                </a:cubicBezTo>
                <a:cubicBezTo>
                  <a:pt x="1100559" y="9274"/>
                  <a:pt x="1289801" y="10531"/>
                  <a:pt x="1308034" y="9903"/>
                </a:cubicBezTo>
                <a:cubicBezTo>
                  <a:pt x="1326266" y="9274"/>
                  <a:pt x="1319979" y="1100"/>
                  <a:pt x="1355187" y="472"/>
                </a:cubicBezTo>
                <a:cubicBezTo>
                  <a:pt x="1390395" y="-156"/>
                  <a:pt x="1801573" y="-785"/>
                  <a:pt x="1836153" y="472"/>
                </a:cubicBezTo>
                <a:cubicBezTo>
                  <a:pt x="1870732" y="1729"/>
                  <a:pt x="1869474" y="18076"/>
                  <a:pt x="1873875" y="19333"/>
                </a:cubicBezTo>
                <a:cubicBezTo>
                  <a:pt x="1878276" y="20590"/>
                  <a:pt x="1898395" y="18704"/>
                  <a:pt x="1902168" y="19333"/>
                </a:cubicBezTo>
                <a:cubicBezTo>
                  <a:pt x="1905940" y="19962"/>
                  <a:pt x="1926059" y="27506"/>
                  <a:pt x="1930460" y="28764"/>
                </a:cubicBezTo>
                <a:cubicBezTo>
                  <a:pt x="1934861" y="30021"/>
                  <a:pt x="1963153" y="37566"/>
                  <a:pt x="1968182" y="38194"/>
                </a:cubicBezTo>
                <a:cubicBezTo>
                  <a:pt x="1973212" y="38823"/>
                  <a:pt x="2002133" y="37566"/>
                  <a:pt x="2005905" y="38194"/>
                </a:cubicBezTo>
                <a:cubicBezTo>
                  <a:pt x="2009677" y="38823"/>
                  <a:pt x="2020365" y="46368"/>
                  <a:pt x="2024766" y="47625"/>
                </a:cubicBezTo>
                <a:cubicBezTo>
                  <a:pt x="2029167" y="48882"/>
                  <a:pt x="2068148" y="55170"/>
                  <a:pt x="2071920" y="57056"/>
                </a:cubicBezTo>
                <a:cubicBezTo>
                  <a:pt x="2075692" y="58942"/>
                  <a:pt x="2080093" y="74031"/>
                  <a:pt x="2081351" y="75917"/>
                </a:cubicBezTo>
                <a:cubicBezTo>
                  <a:pt x="2082608" y="77803"/>
                  <a:pt x="2088267" y="84091"/>
                  <a:pt x="2090781" y="85348"/>
                </a:cubicBezTo>
                <a:cubicBezTo>
                  <a:pt x="2093296" y="86605"/>
                  <a:pt x="2114673" y="94150"/>
                  <a:pt x="2119074" y="94779"/>
                </a:cubicBezTo>
                <a:cubicBezTo>
                  <a:pt x="2123475" y="95407"/>
                  <a:pt x="2153653" y="94150"/>
                  <a:pt x="2156796" y="94779"/>
                </a:cubicBezTo>
                <a:cubicBezTo>
                  <a:pt x="2159940" y="95407"/>
                  <a:pt x="2164970" y="102952"/>
                  <a:pt x="2166227" y="104209"/>
                </a:cubicBezTo>
                <a:cubicBezTo>
                  <a:pt x="2167484" y="105467"/>
                  <a:pt x="2174400" y="112382"/>
                  <a:pt x="2175658" y="113640"/>
                </a:cubicBezTo>
                <a:cubicBezTo>
                  <a:pt x="2176915" y="114897"/>
                  <a:pt x="2183831" y="122442"/>
                  <a:pt x="2185088" y="123071"/>
                </a:cubicBezTo>
                <a:cubicBezTo>
                  <a:pt x="2186346" y="123699"/>
                  <a:pt x="2193261" y="122442"/>
                  <a:pt x="2194519" y="123071"/>
                </a:cubicBezTo>
                <a:cubicBezTo>
                  <a:pt x="2195776" y="123699"/>
                  <a:pt x="2200806" y="131244"/>
                  <a:pt x="2203950" y="132502"/>
                </a:cubicBezTo>
                <a:cubicBezTo>
                  <a:pt x="2207093" y="133759"/>
                  <a:pt x="2238529" y="140675"/>
                  <a:pt x="2241672" y="141932"/>
                </a:cubicBezTo>
                <a:cubicBezTo>
                  <a:pt x="2244816" y="143190"/>
                  <a:pt x="2247331" y="150106"/>
                  <a:pt x="2251103" y="151363"/>
                </a:cubicBezTo>
                <a:cubicBezTo>
                  <a:pt x="2254876" y="152620"/>
                  <a:pt x="2294484" y="159536"/>
                  <a:pt x="2298257" y="160794"/>
                </a:cubicBezTo>
                <a:cubicBezTo>
                  <a:pt x="2302029" y="162051"/>
                  <a:pt x="2307059" y="169595"/>
                  <a:pt x="2307687" y="170224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"/>
          <p:cNvSpPr/>
          <p:nvPr/>
        </p:nvSpPr>
        <p:spPr>
          <a:xfrm>
            <a:off x="84617" y="4086751"/>
            <a:ext cx="1329249" cy="1065042"/>
          </a:xfrm>
          <a:custGeom>
            <a:avLst/>
            <a:gdLst>
              <a:gd name="connsiteX0" fmla="*/ -684 w 1329249"/>
              <a:gd name="connsiteY0" fmla="*/ -2317 h 1065042"/>
              <a:gd name="connsiteX1" fmla="*/ 93622 w 1329249"/>
              <a:gd name="connsiteY1" fmla="*/ 148573 h 1065042"/>
              <a:gd name="connsiteX2" fmla="*/ 178498 w 1329249"/>
              <a:gd name="connsiteY2" fmla="*/ 242880 h 1065042"/>
              <a:gd name="connsiteX3" fmla="*/ 197360 w 1329249"/>
              <a:gd name="connsiteY3" fmla="*/ 261742 h 1065042"/>
              <a:gd name="connsiteX4" fmla="*/ 225652 w 1329249"/>
              <a:gd name="connsiteY4" fmla="*/ 290034 h 1065042"/>
              <a:gd name="connsiteX5" fmla="*/ 235082 w 1329249"/>
              <a:gd name="connsiteY5" fmla="*/ 299464 h 1065042"/>
              <a:gd name="connsiteX6" fmla="*/ 272805 w 1329249"/>
              <a:gd name="connsiteY6" fmla="*/ 327757 h 1065042"/>
              <a:gd name="connsiteX7" fmla="*/ 329389 w 1329249"/>
              <a:gd name="connsiteY7" fmla="*/ 384341 h 1065042"/>
              <a:gd name="connsiteX8" fmla="*/ 357682 w 1329249"/>
              <a:gd name="connsiteY8" fmla="*/ 403202 h 1065042"/>
              <a:gd name="connsiteX9" fmla="*/ 414266 w 1329249"/>
              <a:gd name="connsiteY9" fmla="*/ 450355 h 1065042"/>
              <a:gd name="connsiteX10" fmla="*/ 433127 w 1329249"/>
              <a:gd name="connsiteY10" fmla="*/ 469217 h 1065042"/>
              <a:gd name="connsiteX11" fmla="*/ 480281 w 1329249"/>
              <a:gd name="connsiteY11" fmla="*/ 497509 h 1065042"/>
              <a:gd name="connsiteX12" fmla="*/ 499142 w 1329249"/>
              <a:gd name="connsiteY12" fmla="*/ 525801 h 1065042"/>
              <a:gd name="connsiteX13" fmla="*/ 527434 w 1329249"/>
              <a:gd name="connsiteY13" fmla="*/ 544662 h 1065042"/>
              <a:gd name="connsiteX14" fmla="*/ 574587 w 1329249"/>
              <a:gd name="connsiteY14" fmla="*/ 582385 h 1065042"/>
              <a:gd name="connsiteX15" fmla="*/ 631172 w 1329249"/>
              <a:gd name="connsiteY15" fmla="*/ 610677 h 1065042"/>
              <a:gd name="connsiteX16" fmla="*/ 659464 w 1329249"/>
              <a:gd name="connsiteY16" fmla="*/ 629539 h 1065042"/>
              <a:gd name="connsiteX17" fmla="*/ 716048 w 1329249"/>
              <a:gd name="connsiteY17" fmla="*/ 667261 h 1065042"/>
              <a:gd name="connsiteX18" fmla="*/ 772632 w 1329249"/>
              <a:gd name="connsiteY18" fmla="*/ 704984 h 1065042"/>
              <a:gd name="connsiteX19" fmla="*/ 838647 w 1329249"/>
              <a:gd name="connsiteY19" fmla="*/ 752138 h 1065042"/>
              <a:gd name="connsiteX20" fmla="*/ 904662 w 1329249"/>
              <a:gd name="connsiteY20" fmla="*/ 799291 h 1065042"/>
              <a:gd name="connsiteX21" fmla="*/ 951815 w 1329249"/>
              <a:gd name="connsiteY21" fmla="*/ 837014 h 1065042"/>
              <a:gd name="connsiteX22" fmla="*/ 989538 w 1329249"/>
              <a:gd name="connsiteY22" fmla="*/ 846445 h 1065042"/>
              <a:gd name="connsiteX23" fmla="*/ 1008400 w 1329249"/>
              <a:gd name="connsiteY23" fmla="*/ 855875 h 1065042"/>
              <a:gd name="connsiteX24" fmla="*/ 1055553 w 1329249"/>
              <a:gd name="connsiteY24" fmla="*/ 874737 h 1065042"/>
              <a:gd name="connsiteX25" fmla="*/ 1083845 w 1329249"/>
              <a:gd name="connsiteY25" fmla="*/ 903028 h 1065042"/>
              <a:gd name="connsiteX26" fmla="*/ 1121568 w 1329249"/>
              <a:gd name="connsiteY26" fmla="*/ 921890 h 1065042"/>
              <a:gd name="connsiteX27" fmla="*/ 1149860 w 1329249"/>
              <a:gd name="connsiteY27" fmla="*/ 940752 h 1065042"/>
              <a:gd name="connsiteX28" fmla="*/ 1178152 w 1329249"/>
              <a:gd name="connsiteY28" fmla="*/ 959613 h 1065042"/>
              <a:gd name="connsiteX29" fmla="*/ 1197013 w 1329249"/>
              <a:gd name="connsiteY29" fmla="*/ 978474 h 1065042"/>
              <a:gd name="connsiteX30" fmla="*/ 1225305 w 1329249"/>
              <a:gd name="connsiteY30" fmla="*/ 997335 h 1065042"/>
              <a:gd name="connsiteX31" fmla="*/ 1253597 w 1329249"/>
              <a:gd name="connsiteY31" fmla="*/ 1016197 h 1065042"/>
              <a:gd name="connsiteX32" fmla="*/ 1263028 w 1329249"/>
              <a:gd name="connsiteY32" fmla="*/ 1025628 h 1065042"/>
              <a:gd name="connsiteX33" fmla="*/ 1281890 w 1329249"/>
              <a:gd name="connsiteY33" fmla="*/ 1035058 h 1065042"/>
              <a:gd name="connsiteX34" fmla="*/ 1291320 w 1329249"/>
              <a:gd name="connsiteY34" fmla="*/ 1044490 h 1065042"/>
              <a:gd name="connsiteX35" fmla="*/ 1300751 w 1329249"/>
              <a:gd name="connsiteY35" fmla="*/ 1044490 h 1065042"/>
              <a:gd name="connsiteX36" fmla="*/ 1310182 w 1329249"/>
              <a:gd name="connsiteY36" fmla="*/ 1053920 h 1065042"/>
              <a:gd name="connsiteX37" fmla="*/ 1319612 w 1329249"/>
              <a:gd name="connsiteY37" fmla="*/ 1063351 h 1065042"/>
              <a:gd name="connsiteX38" fmla="*/ 1329043 w 1329249"/>
              <a:gd name="connsiteY38" fmla="*/ 1053920 h 1065042"/>
              <a:gd name="connsiteX39" fmla="*/ 1329043 w 1329249"/>
              <a:gd name="connsiteY39" fmla="*/ 997335 h 106504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29249" h="1065042">
                <a:moveTo>
                  <a:pt x="-684" y="-2317"/>
                </a:moveTo>
                <a:cubicBezTo>
                  <a:pt x="5602" y="7741"/>
                  <a:pt x="81677" y="132227"/>
                  <a:pt x="93622" y="148573"/>
                </a:cubicBezTo>
                <a:cubicBezTo>
                  <a:pt x="105568" y="164920"/>
                  <a:pt x="171583" y="235335"/>
                  <a:pt x="178498" y="242880"/>
                </a:cubicBezTo>
                <a:cubicBezTo>
                  <a:pt x="185414" y="250424"/>
                  <a:pt x="194216" y="258598"/>
                  <a:pt x="197360" y="261742"/>
                </a:cubicBezTo>
                <a:cubicBezTo>
                  <a:pt x="200503" y="264885"/>
                  <a:pt x="223137" y="287519"/>
                  <a:pt x="225652" y="290034"/>
                </a:cubicBezTo>
                <a:cubicBezTo>
                  <a:pt x="228167" y="292548"/>
                  <a:pt x="231939" y="296949"/>
                  <a:pt x="235082" y="299464"/>
                </a:cubicBezTo>
                <a:cubicBezTo>
                  <a:pt x="238226" y="301979"/>
                  <a:pt x="266518" y="322098"/>
                  <a:pt x="272805" y="327757"/>
                </a:cubicBezTo>
                <a:cubicBezTo>
                  <a:pt x="279092" y="333415"/>
                  <a:pt x="323731" y="379311"/>
                  <a:pt x="329389" y="384341"/>
                </a:cubicBezTo>
                <a:cubicBezTo>
                  <a:pt x="335048" y="389370"/>
                  <a:pt x="352023" y="398801"/>
                  <a:pt x="357682" y="403202"/>
                </a:cubicBezTo>
                <a:cubicBezTo>
                  <a:pt x="363340" y="407603"/>
                  <a:pt x="409236" y="445954"/>
                  <a:pt x="414266" y="450355"/>
                </a:cubicBezTo>
                <a:cubicBezTo>
                  <a:pt x="419295" y="454756"/>
                  <a:pt x="428726" y="466073"/>
                  <a:pt x="433127" y="469217"/>
                </a:cubicBezTo>
                <a:cubicBezTo>
                  <a:pt x="437528" y="472360"/>
                  <a:pt x="475880" y="493737"/>
                  <a:pt x="480281" y="497509"/>
                </a:cubicBezTo>
                <a:cubicBezTo>
                  <a:pt x="484682" y="501281"/>
                  <a:pt x="495998" y="522658"/>
                  <a:pt x="499142" y="525801"/>
                </a:cubicBezTo>
                <a:cubicBezTo>
                  <a:pt x="502285" y="528945"/>
                  <a:pt x="522404" y="540889"/>
                  <a:pt x="527434" y="544662"/>
                </a:cubicBezTo>
                <a:cubicBezTo>
                  <a:pt x="532464" y="548434"/>
                  <a:pt x="567672" y="577984"/>
                  <a:pt x="574587" y="582385"/>
                </a:cubicBezTo>
                <a:cubicBezTo>
                  <a:pt x="581503" y="586786"/>
                  <a:pt x="625513" y="607534"/>
                  <a:pt x="631172" y="610677"/>
                </a:cubicBezTo>
                <a:cubicBezTo>
                  <a:pt x="636830" y="613821"/>
                  <a:pt x="653805" y="625766"/>
                  <a:pt x="659464" y="629539"/>
                </a:cubicBezTo>
                <a:cubicBezTo>
                  <a:pt x="665122" y="633311"/>
                  <a:pt x="708503" y="662231"/>
                  <a:pt x="716048" y="667261"/>
                </a:cubicBezTo>
                <a:cubicBezTo>
                  <a:pt x="723592" y="672291"/>
                  <a:pt x="764459" y="699325"/>
                  <a:pt x="772632" y="704984"/>
                </a:cubicBezTo>
                <a:cubicBezTo>
                  <a:pt x="780805" y="710642"/>
                  <a:pt x="829845" y="745850"/>
                  <a:pt x="838647" y="752138"/>
                </a:cubicBezTo>
                <a:cubicBezTo>
                  <a:pt x="847449" y="758425"/>
                  <a:pt x="897117" y="793632"/>
                  <a:pt x="904662" y="799291"/>
                </a:cubicBezTo>
                <a:cubicBezTo>
                  <a:pt x="912206" y="804950"/>
                  <a:pt x="946157" y="833870"/>
                  <a:pt x="951815" y="837014"/>
                </a:cubicBezTo>
                <a:cubicBezTo>
                  <a:pt x="957474" y="840157"/>
                  <a:pt x="985766" y="845187"/>
                  <a:pt x="989538" y="846445"/>
                </a:cubicBezTo>
                <a:cubicBezTo>
                  <a:pt x="993310" y="847702"/>
                  <a:pt x="1003998" y="853989"/>
                  <a:pt x="1008400" y="855875"/>
                </a:cubicBezTo>
                <a:cubicBezTo>
                  <a:pt x="1012800" y="857761"/>
                  <a:pt x="1050523" y="871593"/>
                  <a:pt x="1055553" y="874737"/>
                </a:cubicBezTo>
                <a:cubicBezTo>
                  <a:pt x="1060582" y="877880"/>
                  <a:pt x="1079444" y="899884"/>
                  <a:pt x="1083845" y="903028"/>
                </a:cubicBezTo>
                <a:cubicBezTo>
                  <a:pt x="1088246" y="906171"/>
                  <a:pt x="1117167" y="919375"/>
                  <a:pt x="1121568" y="921890"/>
                </a:cubicBezTo>
                <a:cubicBezTo>
                  <a:pt x="1125969" y="924404"/>
                  <a:pt x="1146087" y="938237"/>
                  <a:pt x="1149860" y="940752"/>
                </a:cubicBezTo>
                <a:cubicBezTo>
                  <a:pt x="1153632" y="943266"/>
                  <a:pt x="1175008" y="957098"/>
                  <a:pt x="1178152" y="959613"/>
                </a:cubicBezTo>
                <a:cubicBezTo>
                  <a:pt x="1181296" y="962127"/>
                  <a:pt x="1193870" y="975959"/>
                  <a:pt x="1197013" y="978474"/>
                </a:cubicBezTo>
                <a:cubicBezTo>
                  <a:pt x="1200157" y="980988"/>
                  <a:pt x="1221533" y="994820"/>
                  <a:pt x="1225305" y="997335"/>
                </a:cubicBezTo>
                <a:cubicBezTo>
                  <a:pt x="1229078" y="999850"/>
                  <a:pt x="1251083" y="1014311"/>
                  <a:pt x="1253597" y="1016197"/>
                </a:cubicBezTo>
                <a:cubicBezTo>
                  <a:pt x="1256112" y="1018083"/>
                  <a:pt x="1261142" y="1024370"/>
                  <a:pt x="1263028" y="1025628"/>
                </a:cubicBezTo>
                <a:cubicBezTo>
                  <a:pt x="1264914" y="1026885"/>
                  <a:pt x="1280003" y="1033801"/>
                  <a:pt x="1281890" y="1035058"/>
                </a:cubicBezTo>
                <a:cubicBezTo>
                  <a:pt x="1283776" y="1036315"/>
                  <a:pt x="1290063" y="1043860"/>
                  <a:pt x="1291320" y="1044490"/>
                </a:cubicBezTo>
                <a:cubicBezTo>
                  <a:pt x="1292577" y="1045118"/>
                  <a:pt x="1299494" y="1043860"/>
                  <a:pt x="1300751" y="1044490"/>
                </a:cubicBezTo>
                <a:cubicBezTo>
                  <a:pt x="1302008" y="1045118"/>
                  <a:pt x="1308924" y="1052662"/>
                  <a:pt x="1310182" y="1053920"/>
                </a:cubicBezTo>
                <a:cubicBezTo>
                  <a:pt x="1311439" y="1055177"/>
                  <a:pt x="1318355" y="1063351"/>
                  <a:pt x="1319612" y="1063351"/>
                </a:cubicBezTo>
                <a:cubicBezTo>
                  <a:pt x="1320870" y="1063351"/>
                  <a:pt x="1328414" y="1058321"/>
                  <a:pt x="1329043" y="1053920"/>
                </a:cubicBezTo>
                <a:cubicBezTo>
                  <a:pt x="1329671" y="1049518"/>
                  <a:pt x="1329043" y="1001107"/>
                  <a:pt x="1329043" y="997335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" name=""/>
          <p:cNvSpPr/>
          <p:nvPr/>
        </p:nvSpPr>
        <p:spPr>
          <a:xfrm>
            <a:off x="-10715" y="3961209"/>
            <a:ext cx="2306082" cy="1321594"/>
          </a:xfrm>
          <a:custGeom>
            <a:avLst/>
            <a:gdLst>
              <a:gd name="connsiteX0" fmla="*/ 2141109 w 2306082"/>
              <a:gd name="connsiteY0" fmla="*/ 94932 h 1321594"/>
              <a:gd name="connsiteX1" fmla="*/ 2009079 w 2306082"/>
              <a:gd name="connsiteY1" fmla="*/ 160947 h 1321594"/>
              <a:gd name="connsiteX2" fmla="*/ 1914772 w 2306082"/>
              <a:gd name="connsiteY2" fmla="*/ 226962 h 1321594"/>
              <a:gd name="connsiteX3" fmla="*/ 1867619 w 2306082"/>
              <a:gd name="connsiteY3" fmla="*/ 245823 h 1321594"/>
              <a:gd name="connsiteX4" fmla="*/ 1848758 w 2306082"/>
              <a:gd name="connsiteY4" fmla="*/ 264684 h 1321594"/>
              <a:gd name="connsiteX5" fmla="*/ 1829896 w 2306082"/>
              <a:gd name="connsiteY5" fmla="*/ 283546 h 1321594"/>
              <a:gd name="connsiteX6" fmla="*/ 1773312 w 2306082"/>
              <a:gd name="connsiteY6" fmla="*/ 330699 h 1321594"/>
              <a:gd name="connsiteX7" fmla="*/ 1716728 w 2306082"/>
              <a:gd name="connsiteY7" fmla="*/ 358992 h 1321594"/>
              <a:gd name="connsiteX8" fmla="*/ 1679005 w 2306082"/>
              <a:gd name="connsiteY8" fmla="*/ 387284 h 1321594"/>
              <a:gd name="connsiteX9" fmla="*/ 1660144 w 2306082"/>
              <a:gd name="connsiteY9" fmla="*/ 406145 h 1321594"/>
              <a:gd name="connsiteX10" fmla="*/ 1622421 w 2306082"/>
              <a:gd name="connsiteY10" fmla="*/ 443868 h 1321594"/>
              <a:gd name="connsiteX11" fmla="*/ 1603559 w 2306082"/>
              <a:gd name="connsiteY11" fmla="*/ 462729 h 1321594"/>
              <a:gd name="connsiteX12" fmla="*/ 1575268 w 2306082"/>
              <a:gd name="connsiteY12" fmla="*/ 491021 h 1321594"/>
              <a:gd name="connsiteX13" fmla="*/ 1546975 w 2306082"/>
              <a:gd name="connsiteY13" fmla="*/ 519313 h 1321594"/>
              <a:gd name="connsiteX14" fmla="*/ 1518683 w 2306082"/>
              <a:gd name="connsiteY14" fmla="*/ 538175 h 1321594"/>
              <a:gd name="connsiteX15" fmla="*/ 1499822 w 2306082"/>
              <a:gd name="connsiteY15" fmla="*/ 566467 h 1321594"/>
              <a:gd name="connsiteX16" fmla="*/ 1471530 w 2306082"/>
              <a:gd name="connsiteY16" fmla="*/ 585328 h 1321594"/>
              <a:gd name="connsiteX17" fmla="*/ 1452668 w 2306082"/>
              <a:gd name="connsiteY17" fmla="*/ 604190 h 1321594"/>
              <a:gd name="connsiteX18" fmla="*/ 1405515 w 2306082"/>
              <a:gd name="connsiteY18" fmla="*/ 660774 h 1321594"/>
              <a:gd name="connsiteX19" fmla="*/ 1348931 w 2306082"/>
              <a:gd name="connsiteY19" fmla="*/ 707927 h 1321594"/>
              <a:gd name="connsiteX20" fmla="*/ 1320639 w 2306082"/>
              <a:gd name="connsiteY20" fmla="*/ 745650 h 1321594"/>
              <a:gd name="connsiteX21" fmla="*/ 1301777 w 2306082"/>
              <a:gd name="connsiteY21" fmla="*/ 764512 h 1321594"/>
              <a:gd name="connsiteX22" fmla="*/ 1282916 w 2306082"/>
              <a:gd name="connsiteY22" fmla="*/ 792803 h 1321594"/>
              <a:gd name="connsiteX23" fmla="*/ 1254624 w 2306082"/>
              <a:gd name="connsiteY23" fmla="*/ 811665 h 1321594"/>
              <a:gd name="connsiteX24" fmla="*/ 1226332 w 2306082"/>
              <a:gd name="connsiteY24" fmla="*/ 849388 h 1321594"/>
              <a:gd name="connsiteX25" fmla="*/ 1207471 w 2306082"/>
              <a:gd name="connsiteY25" fmla="*/ 868249 h 1321594"/>
              <a:gd name="connsiteX26" fmla="*/ 1188609 w 2306082"/>
              <a:gd name="connsiteY26" fmla="*/ 887110 h 1321594"/>
              <a:gd name="connsiteX27" fmla="*/ 1150886 w 2306082"/>
              <a:gd name="connsiteY27" fmla="*/ 915402 h 1321594"/>
              <a:gd name="connsiteX28" fmla="*/ 1132025 w 2306082"/>
              <a:gd name="connsiteY28" fmla="*/ 934264 h 1321594"/>
              <a:gd name="connsiteX29" fmla="*/ 1113163 w 2306082"/>
              <a:gd name="connsiteY29" fmla="*/ 962556 h 1321594"/>
              <a:gd name="connsiteX30" fmla="*/ 1075441 w 2306082"/>
              <a:gd name="connsiteY30" fmla="*/ 990848 h 1321594"/>
              <a:gd name="connsiteX31" fmla="*/ 1047149 w 2306082"/>
              <a:gd name="connsiteY31" fmla="*/ 1019140 h 1321594"/>
              <a:gd name="connsiteX32" fmla="*/ 1018856 w 2306082"/>
              <a:gd name="connsiteY32" fmla="*/ 1038001 h 1321594"/>
              <a:gd name="connsiteX33" fmla="*/ 1009426 w 2306082"/>
              <a:gd name="connsiteY33" fmla="*/ 1047432 h 1321594"/>
              <a:gd name="connsiteX34" fmla="*/ 981134 w 2306082"/>
              <a:gd name="connsiteY34" fmla="*/ 1056863 h 1321594"/>
              <a:gd name="connsiteX35" fmla="*/ 971703 w 2306082"/>
              <a:gd name="connsiteY35" fmla="*/ 1066294 h 1321594"/>
              <a:gd name="connsiteX36" fmla="*/ 962272 w 2306082"/>
              <a:gd name="connsiteY36" fmla="*/ 1075724 h 1321594"/>
              <a:gd name="connsiteX37" fmla="*/ 952842 w 2306082"/>
              <a:gd name="connsiteY37" fmla="*/ 1075724 h 1321594"/>
              <a:gd name="connsiteX38" fmla="*/ 943411 w 2306082"/>
              <a:gd name="connsiteY38" fmla="*/ 1085155 h 1321594"/>
              <a:gd name="connsiteX39" fmla="*/ 924550 w 2306082"/>
              <a:gd name="connsiteY39" fmla="*/ 1094586 h 1321594"/>
              <a:gd name="connsiteX40" fmla="*/ 915119 w 2306082"/>
              <a:gd name="connsiteY40" fmla="*/ 1104016 h 1321594"/>
              <a:gd name="connsiteX41" fmla="*/ 858535 w 2306082"/>
              <a:gd name="connsiteY41" fmla="*/ 1094586 h 1321594"/>
              <a:gd name="connsiteX42" fmla="*/ 849104 w 2306082"/>
              <a:gd name="connsiteY42" fmla="*/ 1094586 h 1321594"/>
              <a:gd name="connsiteX43" fmla="*/ 839673 w 2306082"/>
              <a:gd name="connsiteY43" fmla="*/ 1085155 h 1321594"/>
              <a:gd name="connsiteX44" fmla="*/ 830243 w 2306082"/>
              <a:gd name="connsiteY44" fmla="*/ 1075724 h 1321594"/>
              <a:gd name="connsiteX45" fmla="*/ 820812 w 2306082"/>
              <a:gd name="connsiteY45" fmla="*/ 1075724 h 1321594"/>
              <a:gd name="connsiteX46" fmla="*/ 811381 w 2306082"/>
              <a:gd name="connsiteY46" fmla="*/ 1038001 h 1321594"/>
              <a:gd name="connsiteX47" fmla="*/ 792520 w 2306082"/>
              <a:gd name="connsiteY47" fmla="*/ 990848 h 1321594"/>
              <a:gd name="connsiteX48" fmla="*/ 773659 w 2306082"/>
              <a:gd name="connsiteY48" fmla="*/ 971987 h 1321594"/>
              <a:gd name="connsiteX49" fmla="*/ 764228 w 2306082"/>
              <a:gd name="connsiteY49" fmla="*/ 962556 h 1321594"/>
              <a:gd name="connsiteX50" fmla="*/ 735936 w 2306082"/>
              <a:gd name="connsiteY50" fmla="*/ 924833 h 1321594"/>
              <a:gd name="connsiteX51" fmla="*/ 726505 w 2306082"/>
              <a:gd name="connsiteY51" fmla="*/ 905971 h 1321594"/>
              <a:gd name="connsiteX52" fmla="*/ 717074 w 2306082"/>
              <a:gd name="connsiteY52" fmla="*/ 887110 h 1321594"/>
              <a:gd name="connsiteX53" fmla="*/ 688782 w 2306082"/>
              <a:gd name="connsiteY53" fmla="*/ 858818 h 1321594"/>
              <a:gd name="connsiteX54" fmla="*/ 679352 w 2306082"/>
              <a:gd name="connsiteY54" fmla="*/ 849388 h 1321594"/>
              <a:gd name="connsiteX55" fmla="*/ 651059 w 2306082"/>
              <a:gd name="connsiteY55" fmla="*/ 811665 h 1321594"/>
              <a:gd name="connsiteX56" fmla="*/ 641629 w 2306082"/>
              <a:gd name="connsiteY56" fmla="*/ 792803 h 1321594"/>
              <a:gd name="connsiteX57" fmla="*/ 632198 w 2306082"/>
              <a:gd name="connsiteY57" fmla="*/ 773942 h 1321594"/>
              <a:gd name="connsiteX58" fmla="*/ 613337 w 2306082"/>
              <a:gd name="connsiteY58" fmla="*/ 745650 h 1321594"/>
              <a:gd name="connsiteX59" fmla="*/ 585045 w 2306082"/>
              <a:gd name="connsiteY59" fmla="*/ 698496 h 1321594"/>
              <a:gd name="connsiteX60" fmla="*/ 547322 w 2306082"/>
              <a:gd name="connsiteY60" fmla="*/ 651343 h 1321594"/>
              <a:gd name="connsiteX61" fmla="*/ 528460 w 2306082"/>
              <a:gd name="connsiteY61" fmla="*/ 613620 h 1321594"/>
              <a:gd name="connsiteX62" fmla="*/ 509599 w 2306082"/>
              <a:gd name="connsiteY62" fmla="*/ 585328 h 1321594"/>
              <a:gd name="connsiteX63" fmla="*/ 500168 w 2306082"/>
              <a:gd name="connsiteY63" fmla="*/ 566467 h 1321594"/>
              <a:gd name="connsiteX64" fmla="*/ 490738 w 2306082"/>
              <a:gd name="connsiteY64" fmla="*/ 538175 h 1321594"/>
              <a:gd name="connsiteX65" fmla="*/ 490738 w 2306082"/>
              <a:gd name="connsiteY65" fmla="*/ 528744 h 1321594"/>
              <a:gd name="connsiteX66" fmla="*/ 481307 w 2306082"/>
              <a:gd name="connsiteY66" fmla="*/ 500452 h 1321594"/>
              <a:gd name="connsiteX67" fmla="*/ 481307 w 2306082"/>
              <a:gd name="connsiteY67" fmla="*/ 491021 h 1321594"/>
              <a:gd name="connsiteX68" fmla="*/ 471876 w 2306082"/>
              <a:gd name="connsiteY68" fmla="*/ 472160 h 1321594"/>
              <a:gd name="connsiteX69" fmla="*/ 490738 w 2306082"/>
              <a:gd name="connsiteY69" fmla="*/ 368422 h 1321594"/>
              <a:gd name="connsiteX70" fmla="*/ 509599 w 2306082"/>
              <a:gd name="connsiteY70" fmla="*/ 349561 h 1321594"/>
              <a:gd name="connsiteX71" fmla="*/ 519030 w 2306082"/>
              <a:gd name="connsiteY71" fmla="*/ 330699 h 1321594"/>
              <a:gd name="connsiteX72" fmla="*/ 528460 w 2306082"/>
              <a:gd name="connsiteY72" fmla="*/ 321269 h 1321594"/>
              <a:gd name="connsiteX73" fmla="*/ 528460 w 2306082"/>
              <a:gd name="connsiteY73" fmla="*/ 302407 h 1321594"/>
              <a:gd name="connsiteX74" fmla="*/ 547322 w 2306082"/>
              <a:gd name="connsiteY74" fmla="*/ 292977 h 1321594"/>
              <a:gd name="connsiteX75" fmla="*/ 566183 w 2306082"/>
              <a:gd name="connsiteY75" fmla="*/ 274115 h 1321594"/>
              <a:gd name="connsiteX76" fmla="*/ 594475 w 2306082"/>
              <a:gd name="connsiteY76" fmla="*/ 255254 h 1321594"/>
              <a:gd name="connsiteX77" fmla="*/ 603906 w 2306082"/>
              <a:gd name="connsiteY77" fmla="*/ 245823 h 1321594"/>
              <a:gd name="connsiteX78" fmla="*/ 622767 w 2306082"/>
              <a:gd name="connsiteY78" fmla="*/ 236393 h 1321594"/>
              <a:gd name="connsiteX79" fmla="*/ 641629 w 2306082"/>
              <a:gd name="connsiteY79" fmla="*/ 217531 h 1321594"/>
              <a:gd name="connsiteX80" fmla="*/ 660490 w 2306082"/>
              <a:gd name="connsiteY80" fmla="*/ 208100 h 1321594"/>
              <a:gd name="connsiteX81" fmla="*/ 707644 w 2306082"/>
              <a:gd name="connsiteY81" fmla="*/ 189239 h 1321594"/>
              <a:gd name="connsiteX82" fmla="*/ 707644 w 2306082"/>
              <a:gd name="connsiteY82" fmla="*/ 170378 h 1321594"/>
              <a:gd name="connsiteX83" fmla="*/ 735936 w 2306082"/>
              <a:gd name="connsiteY83" fmla="*/ 151516 h 1321594"/>
              <a:gd name="connsiteX84" fmla="*/ 764228 w 2306082"/>
              <a:gd name="connsiteY84" fmla="*/ 142086 h 1321594"/>
              <a:gd name="connsiteX85" fmla="*/ 783089 w 2306082"/>
              <a:gd name="connsiteY85" fmla="*/ 132655 h 1321594"/>
              <a:gd name="connsiteX86" fmla="*/ 811381 w 2306082"/>
              <a:gd name="connsiteY86" fmla="*/ 132655 h 1321594"/>
              <a:gd name="connsiteX87" fmla="*/ 830243 w 2306082"/>
              <a:gd name="connsiteY87" fmla="*/ 113793 h 1321594"/>
              <a:gd name="connsiteX88" fmla="*/ 886827 w 2306082"/>
              <a:gd name="connsiteY88" fmla="*/ 104363 h 1321594"/>
              <a:gd name="connsiteX89" fmla="*/ 924550 w 2306082"/>
              <a:gd name="connsiteY89" fmla="*/ 94932 h 1321594"/>
              <a:gd name="connsiteX90" fmla="*/ 971703 w 2306082"/>
              <a:gd name="connsiteY90" fmla="*/ 85502 h 1321594"/>
              <a:gd name="connsiteX91" fmla="*/ 990564 w 2306082"/>
              <a:gd name="connsiteY91" fmla="*/ 76071 h 1321594"/>
              <a:gd name="connsiteX92" fmla="*/ 1047149 w 2306082"/>
              <a:gd name="connsiteY92" fmla="*/ 66640 h 1321594"/>
              <a:gd name="connsiteX93" fmla="*/ 1094302 w 2306082"/>
              <a:gd name="connsiteY93" fmla="*/ 66640 h 1321594"/>
              <a:gd name="connsiteX94" fmla="*/ 1141456 w 2306082"/>
              <a:gd name="connsiteY94" fmla="*/ 47779 h 1321594"/>
              <a:gd name="connsiteX95" fmla="*/ 1264055 w 2306082"/>
              <a:gd name="connsiteY95" fmla="*/ 47779 h 1321594"/>
              <a:gd name="connsiteX96" fmla="*/ 1282916 w 2306082"/>
              <a:gd name="connsiteY96" fmla="*/ 38348 h 1321594"/>
              <a:gd name="connsiteX97" fmla="*/ 1575268 w 2306082"/>
              <a:gd name="connsiteY97" fmla="*/ 38348 h 1321594"/>
              <a:gd name="connsiteX98" fmla="*/ 1584698 w 2306082"/>
              <a:gd name="connsiteY98" fmla="*/ 47779 h 1321594"/>
              <a:gd name="connsiteX99" fmla="*/ 1594129 w 2306082"/>
              <a:gd name="connsiteY99" fmla="*/ 47779 h 1321594"/>
              <a:gd name="connsiteX100" fmla="*/ 1603559 w 2306082"/>
              <a:gd name="connsiteY100" fmla="*/ 57209 h 1321594"/>
              <a:gd name="connsiteX101" fmla="*/ 1612990 w 2306082"/>
              <a:gd name="connsiteY101" fmla="*/ 57209 h 1321594"/>
              <a:gd name="connsiteX102" fmla="*/ 1622421 w 2306082"/>
              <a:gd name="connsiteY102" fmla="*/ 66640 h 1321594"/>
              <a:gd name="connsiteX103" fmla="*/ 1641282 w 2306082"/>
              <a:gd name="connsiteY103" fmla="*/ 94932 h 1321594"/>
              <a:gd name="connsiteX104" fmla="*/ 1650713 w 2306082"/>
              <a:gd name="connsiteY104" fmla="*/ 113793 h 1321594"/>
              <a:gd name="connsiteX105" fmla="*/ 1660144 w 2306082"/>
              <a:gd name="connsiteY105" fmla="*/ 123224 h 1321594"/>
              <a:gd name="connsiteX106" fmla="*/ 1688436 w 2306082"/>
              <a:gd name="connsiteY106" fmla="*/ 170378 h 1321594"/>
              <a:gd name="connsiteX107" fmla="*/ 1697866 w 2306082"/>
              <a:gd name="connsiteY107" fmla="*/ 189239 h 1321594"/>
              <a:gd name="connsiteX108" fmla="*/ 1697866 w 2306082"/>
              <a:gd name="connsiteY108" fmla="*/ 198670 h 1321594"/>
              <a:gd name="connsiteX109" fmla="*/ 1707297 w 2306082"/>
              <a:gd name="connsiteY109" fmla="*/ 208100 h 1321594"/>
              <a:gd name="connsiteX110" fmla="*/ 1707297 w 2306082"/>
              <a:gd name="connsiteY110" fmla="*/ 226962 h 1321594"/>
              <a:gd name="connsiteX111" fmla="*/ 1726159 w 2306082"/>
              <a:gd name="connsiteY111" fmla="*/ 245823 h 1321594"/>
              <a:gd name="connsiteX112" fmla="*/ 1735589 w 2306082"/>
              <a:gd name="connsiteY112" fmla="*/ 264684 h 1321594"/>
              <a:gd name="connsiteX113" fmla="*/ 1745020 w 2306082"/>
              <a:gd name="connsiteY113" fmla="*/ 292977 h 1321594"/>
              <a:gd name="connsiteX114" fmla="*/ 1754451 w 2306082"/>
              <a:gd name="connsiteY114" fmla="*/ 311838 h 1321594"/>
              <a:gd name="connsiteX115" fmla="*/ 1763881 w 2306082"/>
              <a:gd name="connsiteY115" fmla="*/ 340130 h 1321594"/>
              <a:gd name="connsiteX116" fmla="*/ 1763881 w 2306082"/>
              <a:gd name="connsiteY116" fmla="*/ 443868 h 1321594"/>
              <a:gd name="connsiteX117" fmla="*/ 1745020 w 2306082"/>
              <a:gd name="connsiteY117" fmla="*/ 462729 h 1321594"/>
              <a:gd name="connsiteX118" fmla="*/ 1735589 w 2306082"/>
              <a:gd name="connsiteY118" fmla="*/ 481590 h 1321594"/>
              <a:gd name="connsiteX119" fmla="*/ 1707297 w 2306082"/>
              <a:gd name="connsiteY119" fmla="*/ 509883 h 1321594"/>
              <a:gd name="connsiteX120" fmla="*/ 1669574 w 2306082"/>
              <a:gd name="connsiteY120" fmla="*/ 528744 h 1321594"/>
              <a:gd name="connsiteX121" fmla="*/ 1612990 w 2306082"/>
              <a:gd name="connsiteY121" fmla="*/ 557036 h 1321594"/>
              <a:gd name="connsiteX122" fmla="*/ 1584698 w 2306082"/>
              <a:gd name="connsiteY122" fmla="*/ 575897 h 1321594"/>
              <a:gd name="connsiteX123" fmla="*/ 1537545 w 2306082"/>
              <a:gd name="connsiteY123" fmla="*/ 594759 h 1321594"/>
              <a:gd name="connsiteX124" fmla="*/ 1490391 w 2306082"/>
              <a:gd name="connsiteY124" fmla="*/ 613620 h 1321594"/>
              <a:gd name="connsiteX125" fmla="*/ 1443238 w 2306082"/>
              <a:gd name="connsiteY125" fmla="*/ 632481 h 1321594"/>
              <a:gd name="connsiteX126" fmla="*/ 1367792 w 2306082"/>
              <a:gd name="connsiteY126" fmla="*/ 651343 h 1321594"/>
              <a:gd name="connsiteX127" fmla="*/ 1311208 w 2306082"/>
              <a:gd name="connsiteY127" fmla="*/ 660774 h 1321594"/>
              <a:gd name="connsiteX128" fmla="*/ 1235762 w 2306082"/>
              <a:gd name="connsiteY128" fmla="*/ 689066 h 1321594"/>
              <a:gd name="connsiteX129" fmla="*/ 1179178 w 2306082"/>
              <a:gd name="connsiteY129" fmla="*/ 689066 h 1321594"/>
              <a:gd name="connsiteX130" fmla="*/ 1094302 w 2306082"/>
              <a:gd name="connsiteY130" fmla="*/ 698496 h 1321594"/>
              <a:gd name="connsiteX131" fmla="*/ 981134 w 2306082"/>
              <a:gd name="connsiteY131" fmla="*/ 707927 h 1321594"/>
              <a:gd name="connsiteX132" fmla="*/ 556753 w 2306082"/>
              <a:gd name="connsiteY132" fmla="*/ 707927 h 1321594"/>
              <a:gd name="connsiteX133" fmla="*/ 490738 w 2306082"/>
              <a:gd name="connsiteY133" fmla="*/ 698496 h 1321594"/>
              <a:gd name="connsiteX134" fmla="*/ 368139 w 2306082"/>
              <a:gd name="connsiteY134" fmla="*/ 698496 h 1321594"/>
              <a:gd name="connsiteX135" fmla="*/ 330416 w 2306082"/>
              <a:gd name="connsiteY135" fmla="*/ 689066 h 1321594"/>
              <a:gd name="connsiteX136" fmla="*/ 283262 w 2306082"/>
              <a:gd name="connsiteY136" fmla="*/ 679635 h 1321594"/>
              <a:gd name="connsiteX137" fmla="*/ 236109 w 2306082"/>
              <a:gd name="connsiteY137" fmla="*/ 670204 h 1321594"/>
              <a:gd name="connsiteX138" fmla="*/ 141802 w 2306082"/>
              <a:gd name="connsiteY138" fmla="*/ 651343 h 1321594"/>
              <a:gd name="connsiteX139" fmla="*/ 113510 w 2306082"/>
              <a:gd name="connsiteY139" fmla="*/ 651343 h 1321594"/>
              <a:gd name="connsiteX140" fmla="*/ 85218 w 2306082"/>
              <a:gd name="connsiteY140" fmla="*/ 641912 h 1321594"/>
              <a:gd name="connsiteX141" fmla="*/ 66357 w 2306082"/>
              <a:gd name="connsiteY141" fmla="*/ 632481 h 1321594"/>
              <a:gd name="connsiteX142" fmla="*/ 56926 w 2306082"/>
              <a:gd name="connsiteY142" fmla="*/ 632481 h 1321594"/>
              <a:gd name="connsiteX143" fmla="*/ 47495 w 2306082"/>
              <a:gd name="connsiteY143" fmla="*/ 623051 h 1321594"/>
              <a:gd name="connsiteX144" fmla="*/ 47495 w 2306082"/>
              <a:gd name="connsiteY144" fmla="*/ 594759 h 1321594"/>
              <a:gd name="connsiteX145" fmla="*/ 56926 w 2306082"/>
              <a:gd name="connsiteY145" fmla="*/ 575897 h 1321594"/>
              <a:gd name="connsiteX146" fmla="*/ 66357 w 2306082"/>
              <a:gd name="connsiteY146" fmla="*/ 547605 h 1321594"/>
              <a:gd name="connsiteX147" fmla="*/ 75787 w 2306082"/>
              <a:gd name="connsiteY147" fmla="*/ 528744 h 1321594"/>
              <a:gd name="connsiteX148" fmla="*/ 104079 w 2306082"/>
              <a:gd name="connsiteY148" fmla="*/ 509883 h 1321594"/>
              <a:gd name="connsiteX149" fmla="*/ 122941 w 2306082"/>
              <a:gd name="connsiteY149" fmla="*/ 491021 h 1321594"/>
              <a:gd name="connsiteX150" fmla="*/ 151233 w 2306082"/>
              <a:gd name="connsiteY150" fmla="*/ 472160 h 1321594"/>
              <a:gd name="connsiteX151" fmla="*/ 188956 w 2306082"/>
              <a:gd name="connsiteY151" fmla="*/ 453299 h 1321594"/>
              <a:gd name="connsiteX152" fmla="*/ 245540 w 2306082"/>
              <a:gd name="connsiteY152" fmla="*/ 434437 h 1321594"/>
              <a:gd name="connsiteX153" fmla="*/ 283262 w 2306082"/>
              <a:gd name="connsiteY153" fmla="*/ 425006 h 1321594"/>
              <a:gd name="connsiteX154" fmla="*/ 320985 w 2306082"/>
              <a:gd name="connsiteY154" fmla="*/ 406145 h 1321594"/>
              <a:gd name="connsiteX155" fmla="*/ 387000 w 2306082"/>
              <a:gd name="connsiteY155" fmla="*/ 396714 h 1321594"/>
              <a:gd name="connsiteX156" fmla="*/ 481307 w 2306082"/>
              <a:gd name="connsiteY156" fmla="*/ 368422 h 1321594"/>
              <a:gd name="connsiteX157" fmla="*/ 575614 w 2306082"/>
              <a:gd name="connsiteY157" fmla="*/ 358992 h 1321594"/>
              <a:gd name="connsiteX158" fmla="*/ 660490 w 2306082"/>
              <a:gd name="connsiteY158" fmla="*/ 349561 h 1321594"/>
              <a:gd name="connsiteX159" fmla="*/ 858535 w 2306082"/>
              <a:gd name="connsiteY159" fmla="*/ 349561 h 1321594"/>
              <a:gd name="connsiteX160" fmla="*/ 962272 w 2306082"/>
              <a:gd name="connsiteY160" fmla="*/ 340130 h 1321594"/>
              <a:gd name="connsiteX161" fmla="*/ 1943065 w 2306082"/>
              <a:gd name="connsiteY161" fmla="*/ 340130 h 1321594"/>
              <a:gd name="connsiteX162" fmla="*/ 1990218 w 2306082"/>
              <a:gd name="connsiteY162" fmla="*/ 349561 h 1321594"/>
              <a:gd name="connsiteX163" fmla="*/ 2046802 w 2306082"/>
              <a:gd name="connsiteY163" fmla="*/ 358992 h 1321594"/>
              <a:gd name="connsiteX164" fmla="*/ 2122248 w 2306082"/>
              <a:gd name="connsiteY164" fmla="*/ 358992 h 1321594"/>
              <a:gd name="connsiteX165" fmla="*/ 2141109 w 2306082"/>
              <a:gd name="connsiteY165" fmla="*/ 368422 h 1321594"/>
              <a:gd name="connsiteX166" fmla="*/ 2159971 w 2306082"/>
              <a:gd name="connsiteY166" fmla="*/ 377853 h 1321594"/>
              <a:gd name="connsiteX167" fmla="*/ 2178832 w 2306082"/>
              <a:gd name="connsiteY167" fmla="*/ 387284 h 1321594"/>
              <a:gd name="connsiteX168" fmla="*/ 2188263 w 2306082"/>
              <a:gd name="connsiteY168" fmla="*/ 387284 h 1321594"/>
              <a:gd name="connsiteX169" fmla="*/ 2197693 w 2306082"/>
              <a:gd name="connsiteY169" fmla="*/ 396714 h 1321594"/>
              <a:gd name="connsiteX170" fmla="*/ 2197693 w 2306082"/>
              <a:gd name="connsiteY170" fmla="*/ 434437 h 1321594"/>
              <a:gd name="connsiteX171" fmla="*/ 2188263 w 2306082"/>
              <a:gd name="connsiteY171" fmla="*/ 453299 h 1321594"/>
              <a:gd name="connsiteX172" fmla="*/ 2178832 w 2306082"/>
              <a:gd name="connsiteY172" fmla="*/ 462729 h 1321594"/>
              <a:gd name="connsiteX173" fmla="*/ 2169401 w 2306082"/>
              <a:gd name="connsiteY173" fmla="*/ 472160 h 1321594"/>
              <a:gd name="connsiteX174" fmla="*/ 2141109 w 2306082"/>
              <a:gd name="connsiteY174" fmla="*/ 491021 h 1321594"/>
              <a:gd name="connsiteX175" fmla="*/ 2131679 w 2306082"/>
              <a:gd name="connsiteY175" fmla="*/ 491021 h 1321594"/>
              <a:gd name="connsiteX176" fmla="*/ 2093956 w 2306082"/>
              <a:gd name="connsiteY176" fmla="*/ 538175 h 1321594"/>
              <a:gd name="connsiteX177" fmla="*/ 2075094 w 2306082"/>
              <a:gd name="connsiteY177" fmla="*/ 547605 h 1321594"/>
              <a:gd name="connsiteX178" fmla="*/ 2037371 w 2306082"/>
              <a:gd name="connsiteY178" fmla="*/ 575897 h 1321594"/>
              <a:gd name="connsiteX179" fmla="*/ 2009079 w 2306082"/>
              <a:gd name="connsiteY179" fmla="*/ 585328 h 1321594"/>
              <a:gd name="connsiteX180" fmla="*/ 1952495 w 2306082"/>
              <a:gd name="connsiteY180" fmla="*/ 613620 h 1321594"/>
              <a:gd name="connsiteX181" fmla="*/ 1924203 w 2306082"/>
              <a:gd name="connsiteY181" fmla="*/ 632481 h 1321594"/>
              <a:gd name="connsiteX182" fmla="*/ 1858188 w 2306082"/>
              <a:gd name="connsiteY182" fmla="*/ 651343 h 1321594"/>
              <a:gd name="connsiteX183" fmla="*/ 1811035 w 2306082"/>
              <a:gd name="connsiteY183" fmla="*/ 660774 h 1321594"/>
              <a:gd name="connsiteX184" fmla="*/ 1735589 w 2306082"/>
              <a:gd name="connsiteY184" fmla="*/ 689066 h 1321594"/>
              <a:gd name="connsiteX185" fmla="*/ 1612990 w 2306082"/>
              <a:gd name="connsiteY185" fmla="*/ 717358 h 1321594"/>
              <a:gd name="connsiteX186" fmla="*/ 1556406 w 2306082"/>
              <a:gd name="connsiteY186" fmla="*/ 736219 h 1321594"/>
              <a:gd name="connsiteX187" fmla="*/ 1452668 w 2306082"/>
              <a:gd name="connsiteY187" fmla="*/ 745650 h 1321594"/>
              <a:gd name="connsiteX188" fmla="*/ 764228 w 2306082"/>
              <a:gd name="connsiteY188" fmla="*/ 745650 h 1321594"/>
              <a:gd name="connsiteX189" fmla="*/ 651059 w 2306082"/>
              <a:gd name="connsiteY189" fmla="*/ 726789 h 1321594"/>
              <a:gd name="connsiteX190" fmla="*/ 509599 w 2306082"/>
              <a:gd name="connsiteY190" fmla="*/ 698496 h 1321594"/>
              <a:gd name="connsiteX191" fmla="*/ 453015 w 2306082"/>
              <a:gd name="connsiteY191" fmla="*/ 689066 h 1321594"/>
              <a:gd name="connsiteX192" fmla="*/ 387000 w 2306082"/>
              <a:gd name="connsiteY192" fmla="*/ 679635 h 1321594"/>
              <a:gd name="connsiteX193" fmla="*/ 320985 w 2306082"/>
              <a:gd name="connsiteY193" fmla="*/ 670204 h 1321594"/>
              <a:gd name="connsiteX194" fmla="*/ 273832 w 2306082"/>
              <a:gd name="connsiteY194" fmla="*/ 660774 h 1321594"/>
              <a:gd name="connsiteX195" fmla="*/ 217248 w 2306082"/>
              <a:gd name="connsiteY195" fmla="*/ 632481 h 1321594"/>
              <a:gd name="connsiteX196" fmla="*/ 198386 w 2306082"/>
              <a:gd name="connsiteY196" fmla="*/ 632481 h 1321594"/>
              <a:gd name="connsiteX197" fmla="*/ 160663 w 2306082"/>
              <a:gd name="connsiteY197" fmla="*/ 613620 h 1321594"/>
              <a:gd name="connsiteX198" fmla="*/ 122941 w 2306082"/>
              <a:gd name="connsiteY198" fmla="*/ 594759 h 1321594"/>
              <a:gd name="connsiteX199" fmla="*/ 113510 w 2306082"/>
              <a:gd name="connsiteY199" fmla="*/ 585328 h 1321594"/>
              <a:gd name="connsiteX200" fmla="*/ 94649 w 2306082"/>
              <a:gd name="connsiteY200" fmla="*/ 566467 h 1321594"/>
              <a:gd name="connsiteX201" fmla="*/ 85218 w 2306082"/>
              <a:gd name="connsiteY201" fmla="*/ 557036 h 1321594"/>
              <a:gd name="connsiteX202" fmla="*/ 85218 w 2306082"/>
              <a:gd name="connsiteY202" fmla="*/ 509883 h 1321594"/>
              <a:gd name="connsiteX203" fmla="*/ 94649 w 2306082"/>
              <a:gd name="connsiteY203" fmla="*/ 481590 h 1321594"/>
              <a:gd name="connsiteX204" fmla="*/ 104079 w 2306082"/>
              <a:gd name="connsiteY204" fmla="*/ 453299 h 1321594"/>
              <a:gd name="connsiteX205" fmla="*/ 122941 w 2306082"/>
              <a:gd name="connsiteY205" fmla="*/ 434437 h 1321594"/>
              <a:gd name="connsiteX206" fmla="*/ 141802 w 2306082"/>
              <a:gd name="connsiteY206" fmla="*/ 425006 h 1321594"/>
              <a:gd name="connsiteX207" fmla="*/ 170094 w 2306082"/>
              <a:gd name="connsiteY207" fmla="*/ 396714 h 1321594"/>
              <a:gd name="connsiteX208" fmla="*/ 245540 w 2306082"/>
              <a:gd name="connsiteY208" fmla="*/ 377853 h 1321594"/>
              <a:gd name="connsiteX209" fmla="*/ 320985 w 2306082"/>
              <a:gd name="connsiteY209" fmla="*/ 349561 h 1321594"/>
              <a:gd name="connsiteX210" fmla="*/ 443584 w 2306082"/>
              <a:gd name="connsiteY210" fmla="*/ 292977 h 1321594"/>
              <a:gd name="connsiteX211" fmla="*/ 509599 w 2306082"/>
              <a:gd name="connsiteY211" fmla="*/ 264684 h 1321594"/>
              <a:gd name="connsiteX212" fmla="*/ 566183 w 2306082"/>
              <a:gd name="connsiteY212" fmla="*/ 245823 h 1321594"/>
              <a:gd name="connsiteX213" fmla="*/ 641629 w 2306082"/>
              <a:gd name="connsiteY213" fmla="*/ 217531 h 1321594"/>
              <a:gd name="connsiteX214" fmla="*/ 698213 w 2306082"/>
              <a:gd name="connsiteY214" fmla="*/ 198670 h 1321594"/>
              <a:gd name="connsiteX215" fmla="*/ 783089 w 2306082"/>
              <a:gd name="connsiteY215" fmla="*/ 179808 h 1321594"/>
              <a:gd name="connsiteX216" fmla="*/ 839673 w 2306082"/>
              <a:gd name="connsiteY216" fmla="*/ 170378 h 1321594"/>
              <a:gd name="connsiteX217" fmla="*/ 905688 w 2306082"/>
              <a:gd name="connsiteY217" fmla="*/ 160947 h 1321594"/>
              <a:gd name="connsiteX218" fmla="*/ 990564 w 2306082"/>
              <a:gd name="connsiteY218" fmla="*/ 151516 h 1321594"/>
              <a:gd name="connsiteX219" fmla="*/ 1103733 w 2306082"/>
              <a:gd name="connsiteY219" fmla="*/ 142086 h 1321594"/>
              <a:gd name="connsiteX220" fmla="*/ 1443238 w 2306082"/>
              <a:gd name="connsiteY220" fmla="*/ 142086 h 1321594"/>
              <a:gd name="connsiteX221" fmla="*/ 1528114 w 2306082"/>
              <a:gd name="connsiteY221" fmla="*/ 151516 h 1321594"/>
              <a:gd name="connsiteX222" fmla="*/ 1641282 w 2306082"/>
              <a:gd name="connsiteY222" fmla="*/ 151516 h 1321594"/>
              <a:gd name="connsiteX223" fmla="*/ 1716728 w 2306082"/>
              <a:gd name="connsiteY223" fmla="*/ 160947 h 1321594"/>
              <a:gd name="connsiteX224" fmla="*/ 1763881 w 2306082"/>
              <a:gd name="connsiteY224" fmla="*/ 160947 h 1321594"/>
              <a:gd name="connsiteX225" fmla="*/ 1820465 w 2306082"/>
              <a:gd name="connsiteY225" fmla="*/ 170378 h 1321594"/>
              <a:gd name="connsiteX226" fmla="*/ 1858188 w 2306082"/>
              <a:gd name="connsiteY226" fmla="*/ 170378 h 1321594"/>
              <a:gd name="connsiteX227" fmla="*/ 1895911 w 2306082"/>
              <a:gd name="connsiteY227" fmla="*/ 179808 h 1321594"/>
              <a:gd name="connsiteX228" fmla="*/ 1914772 w 2306082"/>
              <a:gd name="connsiteY228" fmla="*/ 179808 h 1321594"/>
              <a:gd name="connsiteX229" fmla="*/ 1943065 w 2306082"/>
              <a:gd name="connsiteY229" fmla="*/ 189239 h 1321594"/>
              <a:gd name="connsiteX230" fmla="*/ 1961926 w 2306082"/>
              <a:gd name="connsiteY230" fmla="*/ 198670 h 1321594"/>
              <a:gd name="connsiteX231" fmla="*/ 1971356 w 2306082"/>
              <a:gd name="connsiteY231" fmla="*/ 208100 h 1321594"/>
              <a:gd name="connsiteX232" fmla="*/ 1971356 w 2306082"/>
              <a:gd name="connsiteY232" fmla="*/ 226962 h 1321594"/>
              <a:gd name="connsiteX233" fmla="*/ 1961926 w 2306082"/>
              <a:gd name="connsiteY233" fmla="*/ 236393 h 1321594"/>
              <a:gd name="connsiteX234" fmla="*/ 1952495 w 2306082"/>
              <a:gd name="connsiteY234" fmla="*/ 255254 h 1321594"/>
              <a:gd name="connsiteX235" fmla="*/ 1924203 w 2306082"/>
              <a:gd name="connsiteY235" fmla="*/ 264684 h 1321594"/>
              <a:gd name="connsiteX236" fmla="*/ 1895911 w 2306082"/>
              <a:gd name="connsiteY236" fmla="*/ 292977 h 1321594"/>
              <a:gd name="connsiteX237" fmla="*/ 1877050 w 2306082"/>
              <a:gd name="connsiteY237" fmla="*/ 330699 h 1321594"/>
              <a:gd name="connsiteX238" fmla="*/ 1848758 w 2306082"/>
              <a:gd name="connsiteY238" fmla="*/ 349561 h 1321594"/>
              <a:gd name="connsiteX239" fmla="*/ 1801604 w 2306082"/>
              <a:gd name="connsiteY239" fmla="*/ 368422 h 1321594"/>
              <a:gd name="connsiteX240" fmla="*/ 1754451 w 2306082"/>
              <a:gd name="connsiteY240" fmla="*/ 387284 h 1321594"/>
              <a:gd name="connsiteX241" fmla="*/ 1707297 w 2306082"/>
              <a:gd name="connsiteY241" fmla="*/ 415576 h 1321594"/>
              <a:gd name="connsiteX242" fmla="*/ 1679005 w 2306082"/>
              <a:gd name="connsiteY242" fmla="*/ 434437 h 1321594"/>
              <a:gd name="connsiteX243" fmla="*/ 1622421 w 2306082"/>
              <a:gd name="connsiteY243" fmla="*/ 453299 h 1321594"/>
              <a:gd name="connsiteX244" fmla="*/ 1584698 w 2306082"/>
              <a:gd name="connsiteY244" fmla="*/ 472160 h 1321594"/>
              <a:gd name="connsiteX245" fmla="*/ 1537545 w 2306082"/>
              <a:gd name="connsiteY245" fmla="*/ 491021 h 1321594"/>
              <a:gd name="connsiteX246" fmla="*/ 1471530 w 2306082"/>
              <a:gd name="connsiteY246" fmla="*/ 509883 h 1321594"/>
              <a:gd name="connsiteX247" fmla="*/ 1367792 w 2306082"/>
              <a:gd name="connsiteY247" fmla="*/ 538175 h 1321594"/>
              <a:gd name="connsiteX248" fmla="*/ 1311208 w 2306082"/>
              <a:gd name="connsiteY248" fmla="*/ 557036 h 1321594"/>
              <a:gd name="connsiteX249" fmla="*/ 1245193 w 2306082"/>
              <a:gd name="connsiteY249" fmla="*/ 566467 h 1321594"/>
              <a:gd name="connsiteX250" fmla="*/ 1179178 w 2306082"/>
              <a:gd name="connsiteY250" fmla="*/ 566467 h 1321594"/>
              <a:gd name="connsiteX251" fmla="*/ 1122594 w 2306082"/>
              <a:gd name="connsiteY251" fmla="*/ 575897 h 1321594"/>
              <a:gd name="connsiteX252" fmla="*/ 849104 w 2306082"/>
              <a:gd name="connsiteY252" fmla="*/ 575897 h 1321594"/>
              <a:gd name="connsiteX253" fmla="*/ 792520 w 2306082"/>
              <a:gd name="connsiteY253" fmla="*/ 557036 h 1321594"/>
              <a:gd name="connsiteX254" fmla="*/ 801951 w 2306082"/>
              <a:gd name="connsiteY254" fmla="*/ 575897 h 1321594"/>
              <a:gd name="connsiteX255" fmla="*/ 773659 w 2306082"/>
              <a:gd name="connsiteY255" fmla="*/ 566467 h 1321594"/>
              <a:gd name="connsiteX256" fmla="*/ 754797 w 2306082"/>
              <a:gd name="connsiteY256" fmla="*/ 566467 h 1321594"/>
              <a:gd name="connsiteX257" fmla="*/ 745366 w 2306082"/>
              <a:gd name="connsiteY257" fmla="*/ 557036 h 1321594"/>
              <a:gd name="connsiteX258" fmla="*/ 745366 w 2306082"/>
              <a:gd name="connsiteY258" fmla="*/ 519313 h 1321594"/>
              <a:gd name="connsiteX259" fmla="*/ 764228 w 2306082"/>
              <a:gd name="connsiteY259" fmla="*/ 500452 h 1321594"/>
              <a:gd name="connsiteX260" fmla="*/ 783089 w 2306082"/>
              <a:gd name="connsiteY260" fmla="*/ 481590 h 1321594"/>
              <a:gd name="connsiteX261" fmla="*/ 811381 w 2306082"/>
              <a:gd name="connsiteY261" fmla="*/ 462729 h 1321594"/>
              <a:gd name="connsiteX262" fmla="*/ 839673 w 2306082"/>
              <a:gd name="connsiteY262" fmla="*/ 443868 h 1321594"/>
              <a:gd name="connsiteX263" fmla="*/ 877396 w 2306082"/>
              <a:gd name="connsiteY263" fmla="*/ 425006 h 1321594"/>
              <a:gd name="connsiteX264" fmla="*/ 905688 w 2306082"/>
              <a:gd name="connsiteY264" fmla="*/ 406145 h 1321594"/>
              <a:gd name="connsiteX265" fmla="*/ 924550 w 2306082"/>
              <a:gd name="connsiteY265" fmla="*/ 425006 h 1321594"/>
              <a:gd name="connsiteX266" fmla="*/ 981134 w 2306082"/>
              <a:gd name="connsiteY266" fmla="*/ 406145 h 1321594"/>
              <a:gd name="connsiteX267" fmla="*/ 1018856 w 2306082"/>
              <a:gd name="connsiteY267" fmla="*/ 396714 h 1321594"/>
              <a:gd name="connsiteX268" fmla="*/ 1075441 w 2306082"/>
              <a:gd name="connsiteY268" fmla="*/ 377853 h 1321594"/>
              <a:gd name="connsiteX269" fmla="*/ 1122594 w 2306082"/>
              <a:gd name="connsiteY269" fmla="*/ 368422 h 1321594"/>
              <a:gd name="connsiteX270" fmla="*/ 1235762 w 2306082"/>
              <a:gd name="connsiteY270" fmla="*/ 330699 h 1321594"/>
              <a:gd name="connsiteX271" fmla="*/ 1301777 w 2306082"/>
              <a:gd name="connsiteY271" fmla="*/ 311838 h 1321594"/>
              <a:gd name="connsiteX272" fmla="*/ 1358362 w 2306082"/>
              <a:gd name="connsiteY272" fmla="*/ 292977 h 1321594"/>
              <a:gd name="connsiteX273" fmla="*/ 1424376 w 2306082"/>
              <a:gd name="connsiteY273" fmla="*/ 283546 h 1321594"/>
              <a:gd name="connsiteX274" fmla="*/ 1490391 w 2306082"/>
              <a:gd name="connsiteY274" fmla="*/ 264684 h 1321594"/>
              <a:gd name="connsiteX275" fmla="*/ 1546975 w 2306082"/>
              <a:gd name="connsiteY275" fmla="*/ 245823 h 1321594"/>
              <a:gd name="connsiteX276" fmla="*/ 1603559 w 2306082"/>
              <a:gd name="connsiteY276" fmla="*/ 236393 h 1321594"/>
              <a:gd name="connsiteX277" fmla="*/ 1650713 w 2306082"/>
              <a:gd name="connsiteY277" fmla="*/ 226962 h 1321594"/>
              <a:gd name="connsiteX278" fmla="*/ 1697866 w 2306082"/>
              <a:gd name="connsiteY278" fmla="*/ 217531 h 1321594"/>
              <a:gd name="connsiteX279" fmla="*/ 1754451 w 2306082"/>
              <a:gd name="connsiteY279" fmla="*/ 236393 h 1321594"/>
              <a:gd name="connsiteX280" fmla="*/ 2027941 w 2306082"/>
              <a:gd name="connsiteY280" fmla="*/ 236393 h 1321594"/>
              <a:gd name="connsiteX281" fmla="*/ 2046802 w 2306082"/>
              <a:gd name="connsiteY281" fmla="*/ 245823 h 1321594"/>
              <a:gd name="connsiteX282" fmla="*/ 2065664 w 2306082"/>
              <a:gd name="connsiteY282" fmla="*/ 245823 h 1321594"/>
              <a:gd name="connsiteX283" fmla="*/ 2075094 w 2306082"/>
              <a:gd name="connsiteY283" fmla="*/ 255254 h 1321594"/>
              <a:gd name="connsiteX284" fmla="*/ 2084525 w 2306082"/>
              <a:gd name="connsiteY284" fmla="*/ 264684 h 1321594"/>
              <a:gd name="connsiteX285" fmla="*/ 2084525 w 2306082"/>
              <a:gd name="connsiteY285" fmla="*/ 340130 h 1321594"/>
              <a:gd name="connsiteX286" fmla="*/ 2065664 w 2306082"/>
              <a:gd name="connsiteY286" fmla="*/ 358992 h 1321594"/>
              <a:gd name="connsiteX287" fmla="*/ 2056233 w 2306082"/>
              <a:gd name="connsiteY287" fmla="*/ 387284 h 1321594"/>
              <a:gd name="connsiteX288" fmla="*/ 2037371 w 2306082"/>
              <a:gd name="connsiteY288" fmla="*/ 415576 h 1321594"/>
              <a:gd name="connsiteX289" fmla="*/ 2018510 w 2306082"/>
              <a:gd name="connsiteY289" fmla="*/ 443868 h 1321594"/>
              <a:gd name="connsiteX290" fmla="*/ 2009079 w 2306082"/>
              <a:gd name="connsiteY290" fmla="*/ 472160 h 1321594"/>
              <a:gd name="connsiteX291" fmla="*/ 1990218 w 2306082"/>
              <a:gd name="connsiteY291" fmla="*/ 509883 h 1321594"/>
              <a:gd name="connsiteX292" fmla="*/ 1961926 w 2306082"/>
              <a:gd name="connsiteY292" fmla="*/ 547605 h 1321594"/>
              <a:gd name="connsiteX293" fmla="*/ 1952495 w 2306082"/>
              <a:gd name="connsiteY293" fmla="*/ 575897 h 1321594"/>
              <a:gd name="connsiteX294" fmla="*/ 1933634 w 2306082"/>
              <a:gd name="connsiteY294" fmla="*/ 604190 h 1321594"/>
              <a:gd name="connsiteX295" fmla="*/ 1924203 w 2306082"/>
              <a:gd name="connsiteY295" fmla="*/ 623051 h 1321594"/>
              <a:gd name="connsiteX296" fmla="*/ 1905342 w 2306082"/>
              <a:gd name="connsiteY296" fmla="*/ 651343 h 1321594"/>
              <a:gd name="connsiteX297" fmla="*/ 1886480 w 2306082"/>
              <a:gd name="connsiteY297" fmla="*/ 670204 h 1321594"/>
              <a:gd name="connsiteX298" fmla="*/ 1858188 w 2306082"/>
              <a:gd name="connsiteY298" fmla="*/ 698496 h 1321594"/>
              <a:gd name="connsiteX299" fmla="*/ 1829896 w 2306082"/>
              <a:gd name="connsiteY299" fmla="*/ 726789 h 1321594"/>
              <a:gd name="connsiteX300" fmla="*/ 1811035 w 2306082"/>
              <a:gd name="connsiteY300" fmla="*/ 736219 h 1321594"/>
              <a:gd name="connsiteX301" fmla="*/ 1792174 w 2306082"/>
              <a:gd name="connsiteY301" fmla="*/ 755081 h 1321594"/>
              <a:gd name="connsiteX302" fmla="*/ 1773312 w 2306082"/>
              <a:gd name="connsiteY302" fmla="*/ 764512 h 1321594"/>
              <a:gd name="connsiteX303" fmla="*/ 1763881 w 2306082"/>
              <a:gd name="connsiteY303" fmla="*/ 764512 h 1321594"/>
              <a:gd name="connsiteX304" fmla="*/ 1754451 w 2306082"/>
              <a:gd name="connsiteY304" fmla="*/ 773942 h 1321594"/>
              <a:gd name="connsiteX305" fmla="*/ 1735589 w 2306082"/>
              <a:gd name="connsiteY305" fmla="*/ 783373 h 1321594"/>
              <a:gd name="connsiteX306" fmla="*/ 1726159 w 2306082"/>
              <a:gd name="connsiteY306" fmla="*/ 792803 h 1321594"/>
              <a:gd name="connsiteX307" fmla="*/ 1707297 w 2306082"/>
              <a:gd name="connsiteY307" fmla="*/ 783373 h 1321594"/>
              <a:gd name="connsiteX308" fmla="*/ 1707297 w 2306082"/>
              <a:gd name="connsiteY308" fmla="*/ 679635 h 1321594"/>
              <a:gd name="connsiteX309" fmla="*/ 1716728 w 2306082"/>
              <a:gd name="connsiteY309" fmla="*/ 660774 h 1321594"/>
              <a:gd name="connsiteX310" fmla="*/ 1735589 w 2306082"/>
              <a:gd name="connsiteY310" fmla="*/ 651343 h 1321594"/>
              <a:gd name="connsiteX311" fmla="*/ 1745020 w 2306082"/>
              <a:gd name="connsiteY311" fmla="*/ 623051 h 1321594"/>
              <a:gd name="connsiteX312" fmla="*/ 1754451 w 2306082"/>
              <a:gd name="connsiteY312" fmla="*/ 594759 h 1321594"/>
              <a:gd name="connsiteX313" fmla="*/ 1773312 w 2306082"/>
              <a:gd name="connsiteY313" fmla="*/ 566467 h 1321594"/>
              <a:gd name="connsiteX314" fmla="*/ 1782743 w 2306082"/>
              <a:gd name="connsiteY314" fmla="*/ 557036 h 1321594"/>
              <a:gd name="connsiteX315" fmla="*/ 1792174 w 2306082"/>
              <a:gd name="connsiteY315" fmla="*/ 538175 h 1321594"/>
              <a:gd name="connsiteX316" fmla="*/ 1811035 w 2306082"/>
              <a:gd name="connsiteY316" fmla="*/ 509883 h 1321594"/>
              <a:gd name="connsiteX317" fmla="*/ 1829896 w 2306082"/>
              <a:gd name="connsiteY317" fmla="*/ 491021 h 1321594"/>
              <a:gd name="connsiteX318" fmla="*/ 1829896 w 2306082"/>
              <a:gd name="connsiteY318" fmla="*/ 481590 h 1321594"/>
              <a:gd name="connsiteX319" fmla="*/ 1858188 w 2306082"/>
              <a:gd name="connsiteY319" fmla="*/ 472160 h 1321594"/>
              <a:gd name="connsiteX320" fmla="*/ 1858188 w 2306082"/>
              <a:gd name="connsiteY320" fmla="*/ 443868 h 1321594"/>
              <a:gd name="connsiteX321" fmla="*/ 1877050 w 2306082"/>
              <a:gd name="connsiteY321" fmla="*/ 434437 h 1321594"/>
              <a:gd name="connsiteX322" fmla="*/ 1886480 w 2306082"/>
              <a:gd name="connsiteY322" fmla="*/ 415576 h 1321594"/>
              <a:gd name="connsiteX323" fmla="*/ 1905342 w 2306082"/>
              <a:gd name="connsiteY323" fmla="*/ 406145 h 1321594"/>
              <a:gd name="connsiteX324" fmla="*/ 1933634 w 2306082"/>
              <a:gd name="connsiteY324" fmla="*/ 415576 h 1321594"/>
              <a:gd name="connsiteX325" fmla="*/ 1943065 w 2306082"/>
              <a:gd name="connsiteY325" fmla="*/ 434437 h 1321594"/>
              <a:gd name="connsiteX326" fmla="*/ 1943065 w 2306082"/>
              <a:gd name="connsiteY326" fmla="*/ 472160 h 1321594"/>
              <a:gd name="connsiteX327" fmla="*/ 1933634 w 2306082"/>
              <a:gd name="connsiteY327" fmla="*/ 500452 h 1321594"/>
              <a:gd name="connsiteX328" fmla="*/ 1924203 w 2306082"/>
              <a:gd name="connsiteY328" fmla="*/ 519313 h 1321594"/>
              <a:gd name="connsiteX329" fmla="*/ 1905342 w 2306082"/>
              <a:gd name="connsiteY329" fmla="*/ 547605 h 1321594"/>
              <a:gd name="connsiteX330" fmla="*/ 1886480 w 2306082"/>
              <a:gd name="connsiteY330" fmla="*/ 585328 h 1321594"/>
              <a:gd name="connsiteX331" fmla="*/ 1848758 w 2306082"/>
              <a:gd name="connsiteY331" fmla="*/ 651343 h 1321594"/>
              <a:gd name="connsiteX332" fmla="*/ 1801604 w 2306082"/>
              <a:gd name="connsiteY332" fmla="*/ 717358 h 1321594"/>
              <a:gd name="connsiteX333" fmla="*/ 1763881 w 2306082"/>
              <a:gd name="connsiteY333" fmla="*/ 755081 h 1321594"/>
              <a:gd name="connsiteX334" fmla="*/ 1735589 w 2306082"/>
              <a:gd name="connsiteY334" fmla="*/ 792803 h 1321594"/>
              <a:gd name="connsiteX335" fmla="*/ 1697866 w 2306082"/>
              <a:gd name="connsiteY335" fmla="*/ 821095 h 1321594"/>
              <a:gd name="connsiteX336" fmla="*/ 1679005 w 2306082"/>
              <a:gd name="connsiteY336" fmla="*/ 858818 h 1321594"/>
              <a:gd name="connsiteX337" fmla="*/ 1660144 w 2306082"/>
              <a:gd name="connsiteY337" fmla="*/ 887110 h 1321594"/>
              <a:gd name="connsiteX338" fmla="*/ 1622421 w 2306082"/>
              <a:gd name="connsiteY338" fmla="*/ 924833 h 1321594"/>
              <a:gd name="connsiteX339" fmla="*/ 1584698 w 2306082"/>
              <a:gd name="connsiteY339" fmla="*/ 962556 h 1321594"/>
              <a:gd name="connsiteX340" fmla="*/ 1546975 w 2306082"/>
              <a:gd name="connsiteY340" fmla="*/ 1000279 h 1321594"/>
              <a:gd name="connsiteX341" fmla="*/ 1499822 w 2306082"/>
              <a:gd name="connsiteY341" fmla="*/ 1038001 h 1321594"/>
              <a:gd name="connsiteX342" fmla="*/ 1443238 w 2306082"/>
              <a:gd name="connsiteY342" fmla="*/ 1066294 h 1321594"/>
              <a:gd name="connsiteX343" fmla="*/ 1414946 w 2306082"/>
              <a:gd name="connsiteY343" fmla="*/ 1085155 h 1321594"/>
              <a:gd name="connsiteX344" fmla="*/ 1377223 w 2306082"/>
              <a:gd name="connsiteY344" fmla="*/ 1104016 h 1321594"/>
              <a:gd name="connsiteX345" fmla="*/ 1339500 w 2306082"/>
              <a:gd name="connsiteY345" fmla="*/ 1122877 h 1321594"/>
              <a:gd name="connsiteX346" fmla="*/ 1301777 w 2306082"/>
              <a:gd name="connsiteY346" fmla="*/ 1141739 h 1321594"/>
              <a:gd name="connsiteX347" fmla="*/ 1273485 w 2306082"/>
              <a:gd name="connsiteY347" fmla="*/ 1151170 h 1321594"/>
              <a:gd name="connsiteX348" fmla="*/ 1226332 w 2306082"/>
              <a:gd name="connsiteY348" fmla="*/ 1170032 h 1321594"/>
              <a:gd name="connsiteX349" fmla="*/ 1198040 w 2306082"/>
              <a:gd name="connsiteY349" fmla="*/ 1170032 h 1321594"/>
              <a:gd name="connsiteX350" fmla="*/ 1169748 w 2306082"/>
              <a:gd name="connsiteY350" fmla="*/ 1179462 h 1321594"/>
              <a:gd name="connsiteX351" fmla="*/ 990564 w 2306082"/>
              <a:gd name="connsiteY351" fmla="*/ 1179462 h 1321594"/>
              <a:gd name="connsiteX352" fmla="*/ 962272 w 2306082"/>
              <a:gd name="connsiteY352" fmla="*/ 1170032 h 1321594"/>
              <a:gd name="connsiteX353" fmla="*/ 943411 w 2306082"/>
              <a:gd name="connsiteY353" fmla="*/ 1160600 h 1321594"/>
              <a:gd name="connsiteX354" fmla="*/ 924550 w 2306082"/>
              <a:gd name="connsiteY354" fmla="*/ 1151170 h 1321594"/>
              <a:gd name="connsiteX355" fmla="*/ 905688 w 2306082"/>
              <a:gd name="connsiteY355" fmla="*/ 1141739 h 1321594"/>
              <a:gd name="connsiteX356" fmla="*/ 896257 w 2306082"/>
              <a:gd name="connsiteY356" fmla="*/ 1132308 h 1321594"/>
              <a:gd name="connsiteX357" fmla="*/ 877396 w 2306082"/>
              <a:gd name="connsiteY357" fmla="*/ 1113447 h 1321594"/>
              <a:gd name="connsiteX358" fmla="*/ 858535 w 2306082"/>
              <a:gd name="connsiteY358" fmla="*/ 1085155 h 1321594"/>
              <a:gd name="connsiteX359" fmla="*/ 858535 w 2306082"/>
              <a:gd name="connsiteY359" fmla="*/ 1075724 h 1321594"/>
              <a:gd name="connsiteX360" fmla="*/ 849104 w 2306082"/>
              <a:gd name="connsiteY360" fmla="*/ 1066294 h 1321594"/>
              <a:gd name="connsiteX361" fmla="*/ 830243 w 2306082"/>
              <a:gd name="connsiteY361" fmla="*/ 1038001 h 1321594"/>
              <a:gd name="connsiteX362" fmla="*/ 830243 w 2306082"/>
              <a:gd name="connsiteY362" fmla="*/ 981417 h 1321594"/>
              <a:gd name="connsiteX363" fmla="*/ 849104 w 2306082"/>
              <a:gd name="connsiteY363" fmla="*/ 953126 h 1321594"/>
              <a:gd name="connsiteX364" fmla="*/ 849104 w 2306082"/>
              <a:gd name="connsiteY364" fmla="*/ 934264 h 1321594"/>
              <a:gd name="connsiteX365" fmla="*/ 877396 w 2306082"/>
              <a:gd name="connsiteY365" fmla="*/ 905971 h 1321594"/>
              <a:gd name="connsiteX366" fmla="*/ 896257 w 2306082"/>
              <a:gd name="connsiteY366" fmla="*/ 887110 h 1321594"/>
              <a:gd name="connsiteX367" fmla="*/ 924550 w 2306082"/>
              <a:gd name="connsiteY367" fmla="*/ 868249 h 1321594"/>
              <a:gd name="connsiteX368" fmla="*/ 971703 w 2306082"/>
              <a:gd name="connsiteY368" fmla="*/ 849388 h 1321594"/>
              <a:gd name="connsiteX369" fmla="*/ 999995 w 2306082"/>
              <a:gd name="connsiteY369" fmla="*/ 830526 h 1321594"/>
              <a:gd name="connsiteX370" fmla="*/ 1047149 w 2306082"/>
              <a:gd name="connsiteY370" fmla="*/ 811665 h 1321594"/>
              <a:gd name="connsiteX371" fmla="*/ 1094302 w 2306082"/>
              <a:gd name="connsiteY371" fmla="*/ 811665 h 1321594"/>
              <a:gd name="connsiteX372" fmla="*/ 1141456 w 2306082"/>
              <a:gd name="connsiteY372" fmla="*/ 792803 h 1321594"/>
              <a:gd name="connsiteX373" fmla="*/ 1179178 w 2306082"/>
              <a:gd name="connsiteY373" fmla="*/ 783373 h 1321594"/>
              <a:gd name="connsiteX374" fmla="*/ 1216901 w 2306082"/>
              <a:gd name="connsiteY374" fmla="*/ 773942 h 1321594"/>
              <a:gd name="connsiteX375" fmla="*/ 1480961 w 2306082"/>
              <a:gd name="connsiteY375" fmla="*/ 773942 h 1321594"/>
              <a:gd name="connsiteX376" fmla="*/ 1490391 w 2306082"/>
              <a:gd name="connsiteY376" fmla="*/ 783373 h 1321594"/>
              <a:gd name="connsiteX377" fmla="*/ 1499822 w 2306082"/>
              <a:gd name="connsiteY377" fmla="*/ 792803 h 1321594"/>
              <a:gd name="connsiteX378" fmla="*/ 1499822 w 2306082"/>
              <a:gd name="connsiteY378" fmla="*/ 830526 h 1321594"/>
              <a:gd name="connsiteX379" fmla="*/ 1480961 w 2306082"/>
              <a:gd name="connsiteY379" fmla="*/ 849388 h 1321594"/>
              <a:gd name="connsiteX380" fmla="*/ 1443238 w 2306082"/>
              <a:gd name="connsiteY380" fmla="*/ 877680 h 1321594"/>
              <a:gd name="connsiteX381" fmla="*/ 1405515 w 2306082"/>
              <a:gd name="connsiteY381" fmla="*/ 896541 h 1321594"/>
              <a:gd name="connsiteX382" fmla="*/ 1396084 w 2306082"/>
              <a:gd name="connsiteY382" fmla="*/ 915402 h 1321594"/>
              <a:gd name="connsiteX383" fmla="*/ 1367792 w 2306082"/>
              <a:gd name="connsiteY383" fmla="*/ 934264 h 1321594"/>
              <a:gd name="connsiteX384" fmla="*/ 1339500 w 2306082"/>
              <a:gd name="connsiteY384" fmla="*/ 953126 h 1321594"/>
              <a:gd name="connsiteX385" fmla="*/ 1311208 w 2306082"/>
              <a:gd name="connsiteY385" fmla="*/ 971987 h 1321594"/>
              <a:gd name="connsiteX386" fmla="*/ 1292347 w 2306082"/>
              <a:gd name="connsiteY386" fmla="*/ 981417 h 1321594"/>
              <a:gd name="connsiteX387" fmla="*/ 1273485 w 2306082"/>
              <a:gd name="connsiteY387" fmla="*/ 1000279 h 1321594"/>
              <a:gd name="connsiteX388" fmla="*/ 1245193 w 2306082"/>
              <a:gd name="connsiteY388" fmla="*/ 1019140 h 1321594"/>
              <a:gd name="connsiteX389" fmla="*/ 1207471 w 2306082"/>
              <a:gd name="connsiteY389" fmla="*/ 1038001 h 1321594"/>
              <a:gd name="connsiteX390" fmla="*/ 1188609 w 2306082"/>
              <a:gd name="connsiteY390" fmla="*/ 1047432 h 1321594"/>
              <a:gd name="connsiteX391" fmla="*/ 1179178 w 2306082"/>
              <a:gd name="connsiteY391" fmla="*/ 1047432 h 1321594"/>
              <a:gd name="connsiteX392" fmla="*/ 1160317 w 2306082"/>
              <a:gd name="connsiteY392" fmla="*/ 1056863 h 1321594"/>
              <a:gd name="connsiteX393" fmla="*/ 1028287 w 2306082"/>
              <a:gd name="connsiteY393" fmla="*/ 1056863 h 1321594"/>
              <a:gd name="connsiteX394" fmla="*/ 999995 w 2306082"/>
              <a:gd name="connsiteY394" fmla="*/ 1038001 h 1321594"/>
              <a:gd name="connsiteX395" fmla="*/ 981134 w 2306082"/>
              <a:gd name="connsiteY395" fmla="*/ 1038001 h 1321594"/>
              <a:gd name="connsiteX396" fmla="*/ 990564 w 2306082"/>
              <a:gd name="connsiteY396" fmla="*/ 1047432 h 1321594"/>
              <a:gd name="connsiteX397" fmla="*/ 981134 w 2306082"/>
              <a:gd name="connsiteY397" fmla="*/ 1056863 h 1321594"/>
              <a:gd name="connsiteX398" fmla="*/ 981134 w 2306082"/>
              <a:gd name="connsiteY398" fmla="*/ 1047432 h 1321594"/>
              <a:gd name="connsiteX399" fmla="*/ 971703 w 2306082"/>
              <a:gd name="connsiteY399" fmla="*/ 1038001 h 1321594"/>
              <a:gd name="connsiteX400" fmla="*/ 962272 w 2306082"/>
              <a:gd name="connsiteY400" fmla="*/ 1028570 h 1321594"/>
              <a:gd name="connsiteX401" fmla="*/ 962272 w 2306082"/>
              <a:gd name="connsiteY401" fmla="*/ 971987 h 1321594"/>
              <a:gd name="connsiteX402" fmla="*/ 971703 w 2306082"/>
              <a:gd name="connsiteY402" fmla="*/ 943694 h 1321594"/>
              <a:gd name="connsiteX403" fmla="*/ 990564 w 2306082"/>
              <a:gd name="connsiteY403" fmla="*/ 924833 h 1321594"/>
              <a:gd name="connsiteX404" fmla="*/ 1009426 w 2306082"/>
              <a:gd name="connsiteY404" fmla="*/ 905971 h 1321594"/>
              <a:gd name="connsiteX405" fmla="*/ 1028287 w 2306082"/>
              <a:gd name="connsiteY405" fmla="*/ 896541 h 1321594"/>
              <a:gd name="connsiteX406" fmla="*/ 1056579 w 2306082"/>
              <a:gd name="connsiteY406" fmla="*/ 887110 h 1321594"/>
              <a:gd name="connsiteX407" fmla="*/ 1094302 w 2306082"/>
              <a:gd name="connsiteY407" fmla="*/ 877680 h 1321594"/>
              <a:gd name="connsiteX408" fmla="*/ 1113163 w 2306082"/>
              <a:gd name="connsiteY408" fmla="*/ 858818 h 1321594"/>
              <a:gd name="connsiteX409" fmla="*/ 1169748 w 2306082"/>
              <a:gd name="connsiteY409" fmla="*/ 858818 h 1321594"/>
              <a:gd name="connsiteX410" fmla="*/ 1216901 w 2306082"/>
              <a:gd name="connsiteY410" fmla="*/ 839957 h 1321594"/>
              <a:gd name="connsiteX411" fmla="*/ 1282916 w 2306082"/>
              <a:gd name="connsiteY411" fmla="*/ 821095 h 1321594"/>
              <a:gd name="connsiteX412" fmla="*/ 1330069 w 2306082"/>
              <a:gd name="connsiteY412" fmla="*/ 802234 h 1321594"/>
              <a:gd name="connsiteX413" fmla="*/ 1641282 w 2306082"/>
              <a:gd name="connsiteY413" fmla="*/ 811665 h 1321594"/>
              <a:gd name="connsiteX414" fmla="*/ 1641282 w 2306082"/>
              <a:gd name="connsiteY414" fmla="*/ 830526 h 1321594"/>
              <a:gd name="connsiteX415" fmla="*/ 1631852 w 2306082"/>
              <a:gd name="connsiteY415" fmla="*/ 849388 h 1321594"/>
              <a:gd name="connsiteX416" fmla="*/ 1612990 w 2306082"/>
              <a:gd name="connsiteY416" fmla="*/ 868249 h 1321594"/>
              <a:gd name="connsiteX417" fmla="*/ 1603559 w 2306082"/>
              <a:gd name="connsiteY417" fmla="*/ 877680 h 1321594"/>
              <a:gd name="connsiteX418" fmla="*/ 1584698 w 2306082"/>
              <a:gd name="connsiteY418" fmla="*/ 896541 h 1321594"/>
              <a:gd name="connsiteX419" fmla="*/ 1575268 w 2306082"/>
              <a:gd name="connsiteY419" fmla="*/ 905971 h 1321594"/>
              <a:gd name="connsiteX420" fmla="*/ 1528114 w 2306082"/>
              <a:gd name="connsiteY420" fmla="*/ 934264 h 1321594"/>
              <a:gd name="connsiteX421" fmla="*/ 1480961 w 2306082"/>
              <a:gd name="connsiteY421" fmla="*/ 953126 h 1321594"/>
              <a:gd name="connsiteX422" fmla="*/ 1433807 w 2306082"/>
              <a:gd name="connsiteY422" fmla="*/ 981417 h 1321594"/>
              <a:gd name="connsiteX423" fmla="*/ 1396084 w 2306082"/>
              <a:gd name="connsiteY423" fmla="*/ 1000279 h 1321594"/>
              <a:gd name="connsiteX424" fmla="*/ 1339500 w 2306082"/>
              <a:gd name="connsiteY424" fmla="*/ 1028570 h 1321594"/>
              <a:gd name="connsiteX425" fmla="*/ 1292347 w 2306082"/>
              <a:gd name="connsiteY425" fmla="*/ 1038001 h 1321594"/>
              <a:gd name="connsiteX426" fmla="*/ 1245193 w 2306082"/>
              <a:gd name="connsiteY426" fmla="*/ 1047432 h 1321594"/>
              <a:gd name="connsiteX427" fmla="*/ 1188609 w 2306082"/>
              <a:gd name="connsiteY427" fmla="*/ 1056863 h 1321594"/>
              <a:gd name="connsiteX428" fmla="*/ 1132025 w 2306082"/>
              <a:gd name="connsiteY428" fmla="*/ 1066294 h 1321594"/>
              <a:gd name="connsiteX429" fmla="*/ 1009426 w 2306082"/>
              <a:gd name="connsiteY429" fmla="*/ 1066294 h 1321594"/>
              <a:gd name="connsiteX430" fmla="*/ 971703 w 2306082"/>
              <a:gd name="connsiteY430" fmla="*/ 1085155 h 1321594"/>
              <a:gd name="connsiteX431" fmla="*/ 943411 w 2306082"/>
              <a:gd name="connsiteY431" fmla="*/ 1094586 h 1321594"/>
              <a:gd name="connsiteX432" fmla="*/ 915119 w 2306082"/>
              <a:gd name="connsiteY432" fmla="*/ 1085155 h 1321594"/>
              <a:gd name="connsiteX433" fmla="*/ 867965 w 2306082"/>
              <a:gd name="connsiteY433" fmla="*/ 1075724 h 1321594"/>
              <a:gd name="connsiteX434" fmla="*/ 830243 w 2306082"/>
              <a:gd name="connsiteY434" fmla="*/ 1056863 h 1321594"/>
              <a:gd name="connsiteX435" fmla="*/ 792520 w 2306082"/>
              <a:gd name="connsiteY435" fmla="*/ 1038001 h 1321594"/>
              <a:gd name="connsiteX436" fmla="*/ 745366 w 2306082"/>
              <a:gd name="connsiteY436" fmla="*/ 1019140 h 1321594"/>
              <a:gd name="connsiteX437" fmla="*/ 688782 w 2306082"/>
              <a:gd name="connsiteY437" fmla="*/ 981417 h 1321594"/>
              <a:gd name="connsiteX438" fmla="*/ 632198 w 2306082"/>
              <a:gd name="connsiteY438" fmla="*/ 934264 h 1321594"/>
              <a:gd name="connsiteX439" fmla="*/ 603906 w 2306082"/>
              <a:gd name="connsiteY439" fmla="*/ 915402 h 1321594"/>
              <a:gd name="connsiteX440" fmla="*/ 556753 w 2306082"/>
              <a:gd name="connsiteY440" fmla="*/ 877680 h 1321594"/>
              <a:gd name="connsiteX441" fmla="*/ 537891 w 2306082"/>
              <a:gd name="connsiteY441" fmla="*/ 849388 h 1321594"/>
              <a:gd name="connsiteX442" fmla="*/ 537891 w 2306082"/>
              <a:gd name="connsiteY442" fmla="*/ 830526 h 1321594"/>
              <a:gd name="connsiteX443" fmla="*/ 528460 w 2306082"/>
              <a:gd name="connsiteY443" fmla="*/ 811665 h 1321594"/>
              <a:gd name="connsiteX444" fmla="*/ 528460 w 2306082"/>
              <a:gd name="connsiteY444" fmla="*/ 764512 h 1321594"/>
              <a:gd name="connsiteX445" fmla="*/ 537891 w 2306082"/>
              <a:gd name="connsiteY445" fmla="*/ 736219 h 1321594"/>
              <a:gd name="connsiteX446" fmla="*/ 556753 w 2306082"/>
              <a:gd name="connsiteY446" fmla="*/ 689066 h 1321594"/>
              <a:gd name="connsiteX447" fmla="*/ 575614 w 2306082"/>
              <a:gd name="connsiteY447" fmla="*/ 651343 h 1321594"/>
              <a:gd name="connsiteX448" fmla="*/ 594475 w 2306082"/>
              <a:gd name="connsiteY448" fmla="*/ 632481 h 1321594"/>
              <a:gd name="connsiteX449" fmla="*/ 613337 w 2306082"/>
              <a:gd name="connsiteY449" fmla="*/ 604190 h 1321594"/>
              <a:gd name="connsiteX450" fmla="*/ 641629 w 2306082"/>
              <a:gd name="connsiteY450" fmla="*/ 575897 h 1321594"/>
              <a:gd name="connsiteX451" fmla="*/ 660490 w 2306082"/>
              <a:gd name="connsiteY451" fmla="*/ 557036 h 1321594"/>
              <a:gd name="connsiteX452" fmla="*/ 688782 w 2306082"/>
              <a:gd name="connsiteY452" fmla="*/ 538175 h 1321594"/>
              <a:gd name="connsiteX453" fmla="*/ 745366 w 2306082"/>
              <a:gd name="connsiteY453" fmla="*/ 509883 h 1321594"/>
              <a:gd name="connsiteX454" fmla="*/ 811381 w 2306082"/>
              <a:gd name="connsiteY454" fmla="*/ 472160 h 1321594"/>
              <a:gd name="connsiteX455" fmla="*/ 867965 w 2306082"/>
              <a:gd name="connsiteY455" fmla="*/ 453299 h 1321594"/>
              <a:gd name="connsiteX456" fmla="*/ 1386653 w 2306082"/>
              <a:gd name="connsiteY456" fmla="*/ 453299 h 1321594"/>
              <a:gd name="connsiteX457" fmla="*/ 1443238 w 2306082"/>
              <a:gd name="connsiteY457" fmla="*/ 443868 h 1321594"/>
              <a:gd name="connsiteX458" fmla="*/ 1546975 w 2306082"/>
              <a:gd name="connsiteY458" fmla="*/ 443868 h 1321594"/>
              <a:gd name="connsiteX459" fmla="*/ 1565837 w 2306082"/>
              <a:gd name="connsiteY459" fmla="*/ 453299 h 1321594"/>
              <a:gd name="connsiteX460" fmla="*/ 1556406 w 2306082"/>
              <a:gd name="connsiteY460" fmla="*/ 472160 h 1321594"/>
              <a:gd name="connsiteX461" fmla="*/ 1575268 w 2306082"/>
              <a:gd name="connsiteY461" fmla="*/ 491021 h 1321594"/>
              <a:gd name="connsiteX462" fmla="*/ 1594129 w 2306082"/>
              <a:gd name="connsiteY462" fmla="*/ 500452 h 1321594"/>
              <a:gd name="connsiteX463" fmla="*/ 1660144 w 2306082"/>
              <a:gd name="connsiteY463" fmla="*/ 509883 h 1321594"/>
              <a:gd name="connsiteX464" fmla="*/ 1612990 w 2306082"/>
              <a:gd name="connsiteY464" fmla="*/ 509883 h 1321594"/>
              <a:gd name="connsiteX465" fmla="*/ 1584698 w 2306082"/>
              <a:gd name="connsiteY465" fmla="*/ 519313 h 1321594"/>
              <a:gd name="connsiteX466" fmla="*/ 1556406 w 2306082"/>
              <a:gd name="connsiteY466" fmla="*/ 528744 h 1321594"/>
              <a:gd name="connsiteX467" fmla="*/ 1528114 w 2306082"/>
              <a:gd name="connsiteY467" fmla="*/ 538175 h 1321594"/>
              <a:gd name="connsiteX468" fmla="*/ 1499822 w 2306082"/>
              <a:gd name="connsiteY468" fmla="*/ 547605 h 1321594"/>
              <a:gd name="connsiteX469" fmla="*/ 1462099 w 2306082"/>
              <a:gd name="connsiteY469" fmla="*/ 547605 h 1321594"/>
              <a:gd name="connsiteX470" fmla="*/ 1424376 w 2306082"/>
              <a:gd name="connsiteY470" fmla="*/ 557036 h 1321594"/>
              <a:gd name="connsiteX471" fmla="*/ 1320639 w 2306082"/>
              <a:gd name="connsiteY471" fmla="*/ 557036 h 1321594"/>
              <a:gd name="connsiteX472" fmla="*/ 1235762 w 2306082"/>
              <a:gd name="connsiteY472" fmla="*/ 566467 h 1321594"/>
              <a:gd name="connsiteX473" fmla="*/ 1018856 w 2306082"/>
              <a:gd name="connsiteY473" fmla="*/ 566467 h 1321594"/>
              <a:gd name="connsiteX474" fmla="*/ 933980 w 2306082"/>
              <a:gd name="connsiteY474" fmla="*/ 547605 h 1321594"/>
              <a:gd name="connsiteX475" fmla="*/ 820812 w 2306082"/>
              <a:gd name="connsiteY475" fmla="*/ 528744 h 1321594"/>
              <a:gd name="connsiteX476" fmla="*/ 735936 w 2306082"/>
              <a:gd name="connsiteY476" fmla="*/ 519313 h 1321594"/>
              <a:gd name="connsiteX477" fmla="*/ 679352 w 2306082"/>
              <a:gd name="connsiteY477" fmla="*/ 519313 h 1321594"/>
              <a:gd name="connsiteX478" fmla="*/ 603906 w 2306082"/>
              <a:gd name="connsiteY478" fmla="*/ 509883 h 1321594"/>
              <a:gd name="connsiteX479" fmla="*/ 519030 w 2306082"/>
              <a:gd name="connsiteY479" fmla="*/ 509883 h 1321594"/>
              <a:gd name="connsiteX480" fmla="*/ 434154 w 2306082"/>
              <a:gd name="connsiteY480" fmla="*/ 491021 h 1321594"/>
              <a:gd name="connsiteX481" fmla="*/ 311554 w 2306082"/>
              <a:gd name="connsiteY481" fmla="*/ 453299 h 1321594"/>
              <a:gd name="connsiteX482" fmla="*/ 226678 w 2306082"/>
              <a:gd name="connsiteY482" fmla="*/ 434437 h 1321594"/>
              <a:gd name="connsiteX483" fmla="*/ 170094 w 2306082"/>
              <a:gd name="connsiteY483" fmla="*/ 406145 h 1321594"/>
              <a:gd name="connsiteX484" fmla="*/ 122941 w 2306082"/>
              <a:gd name="connsiteY484" fmla="*/ 387284 h 1321594"/>
              <a:gd name="connsiteX485" fmla="*/ 94649 w 2306082"/>
              <a:gd name="connsiteY485" fmla="*/ 377853 h 1321594"/>
              <a:gd name="connsiteX486" fmla="*/ 66357 w 2306082"/>
              <a:gd name="connsiteY486" fmla="*/ 368422 h 1321594"/>
              <a:gd name="connsiteX487" fmla="*/ 47495 w 2306082"/>
              <a:gd name="connsiteY487" fmla="*/ 358992 h 1321594"/>
              <a:gd name="connsiteX488" fmla="*/ 28634 w 2306082"/>
              <a:gd name="connsiteY488" fmla="*/ 349561 h 1321594"/>
              <a:gd name="connsiteX489" fmla="*/ 19203 w 2306082"/>
              <a:gd name="connsiteY489" fmla="*/ 340130 h 1321594"/>
              <a:gd name="connsiteX490" fmla="*/ 9772 w 2306082"/>
              <a:gd name="connsiteY490" fmla="*/ 340130 h 1321594"/>
              <a:gd name="connsiteX491" fmla="*/ 342 w 2306082"/>
              <a:gd name="connsiteY491" fmla="*/ 330699 h 1321594"/>
              <a:gd name="connsiteX492" fmla="*/ 342 w 2306082"/>
              <a:gd name="connsiteY492" fmla="*/ 274115 h 1321594"/>
              <a:gd name="connsiteX493" fmla="*/ 19203 w 2306082"/>
              <a:gd name="connsiteY493" fmla="*/ 264684 h 1321594"/>
              <a:gd name="connsiteX494" fmla="*/ 19203 w 2306082"/>
              <a:gd name="connsiteY494" fmla="*/ 245823 h 1321594"/>
              <a:gd name="connsiteX495" fmla="*/ 38064 w 2306082"/>
              <a:gd name="connsiteY495" fmla="*/ 236393 h 1321594"/>
              <a:gd name="connsiteX496" fmla="*/ 56926 w 2306082"/>
              <a:gd name="connsiteY496" fmla="*/ 226962 h 1321594"/>
              <a:gd name="connsiteX497" fmla="*/ 94649 w 2306082"/>
              <a:gd name="connsiteY497" fmla="*/ 198670 h 1321594"/>
              <a:gd name="connsiteX498" fmla="*/ 132371 w 2306082"/>
              <a:gd name="connsiteY498" fmla="*/ 170378 h 1321594"/>
              <a:gd name="connsiteX499" fmla="*/ 160663 w 2306082"/>
              <a:gd name="connsiteY499" fmla="*/ 170378 h 1321594"/>
              <a:gd name="connsiteX500" fmla="*/ 170094 w 2306082"/>
              <a:gd name="connsiteY500" fmla="*/ 160947 h 1321594"/>
              <a:gd name="connsiteX501" fmla="*/ 198386 w 2306082"/>
              <a:gd name="connsiteY501" fmla="*/ 151516 h 1321594"/>
              <a:gd name="connsiteX502" fmla="*/ 226678 w 2306082"/>
              <a:gd name="connsiteY502" fmla="*/ 142086 h 1321594"/>
              <a:gd name="connsiteX503" fmla="*/ 254970 w 2306082"/>
              <a:gd name="connsiteY503" fmla="*/ 132655 h 1321594"/>
              <a:gd name="connsiteX504" fmla="*/ 311554 w 2306082"/>
              <a:gd name="connsiteY504" fmla="*/ 132655 h 1321594"/>
              <a:gd name="connsiteX505" fmla="*/ 358708 w 2306082"/>
              <a:gd name="connsiteY505" fmla="*/ 123224 h 1321594"/>
              <a:gd name="connsiteX506" fmla="*/ 434154 w 2306082"/>
              <a:gd name="connsiteY506" fmla="*/ 132655 h 1321594"/>
              <a:gd name="connsiteX507" fmla="*/ 424723 w 2306082"/>
              <a:gd name="connsiteY507" fmla="*/ 132655 h 1321594"/>
              <a:gd name="connsiteX508" fmla="*/ 415292 w 2306082"/>
              <a:gd name="connsiteY508" fmla="*/ 123224 h 1321594"/>
              <a:gd name="connsiteX509" fmla="*/ 434154 w 2306082"/>
              <a:gd name="connsiteY509" fmla="*/ 123224 h 1321594"/>
              <a:gd name="connsiteX510" fmla="*/ 462446 w 2306082"/>
              <a:gd name="connsiteY510" fmla="*/ 113793 h 1321594"/>
              <a:gd name="connsiteX511" fmla="*/ 481307 w 2306082"/>
              <a:gd name="connsiteY511" fmla="*/ 94932 h 1321594"/>
              <a:gd name="connsiteX512" fmla="*/ 490738 w 2306082"/>
              <a:gd name="connsiteY512" fmla="*/ 85502 h 1321594"/>
              <a:gd name="connsiteX513" fmla="*/ 641629 w 2306082"/>
              <a:gd name="connsiteY513" fmla="*/ 85502 h 1321594"/>
              <a:gd name="connsiteX514" fmla="*/ 651059 w 2306082"/>
              <a:gd name="connsiteY514" fmla="*/ 94932 h 1321594"/>
              <a:gd name="connsiteX515" fmla="*/ 660490 w 2306082"/>
              <a:gd name="connsiteY515" fmla="*/ 104363 h 1321594"/>
              <a:gd name="connsiteX516" fmla="*/ 773659 w 2306082"/>
              <a:gd name="connsiteY516" fmla="*/ 104363 h 1321594"/>
              <a:gd name="connsiteX517" fmla="*/ 839673 w 2306082"/>
              <a:gd name="connsiteY517" fmla="*/ 113793 h 1321594"/>
              <a:gd name="connsiteX518" fmla="*/ 867965 w 2306082"/>
              <a:gd name="connsiteY518" fmla="*/ 123224 h 1321594"/>
              <a:gd name="connsiteX519" fmla="*/ 896257 w 2306082"/>
              <a:gd name="connsiteY519" fmla="*/ 123224 h 1321594"/>
              <a:gd name="connsiteX520" fmla="*/ 933980 w 2306082"/>
              <a:gd name="connsiteY520" fmla="*/ 132655 h 1321594"/>
              <a:gd name="connsiteX521" fmla="*/ 1433807 w 2306082"/>
              <a:gd name="connsiteY521" fmla="*/ 132655 h 1321594"/>
              <a:gd name="connsiteX522" fmla="*/ 1499822 w 2306082"/>
              <a:gd name="connsiteY522" fmla="*/ 123224 h 1321594"/>
              <a:gd name="connsiteX523" fmla="*/ 1556406 w 2306082"/>
              <a:gd name="connsiteY523" fmla="*/ 113793 h 1321594"/>
              <a:gd name="connsiteX524" fmla="*/ 1631852 w 2306082"/>
              <a:gd name="connsiteY524" fmla="*/ 104363 h 1321594"/>
              <a:gd name="connsiteX525" fmla="*/ 1679005 w 2306082"/>
              <a:gd name="connsiteY525" fmla="*/ 104363 h 1321594"/>
              <a:gd name="connsiteX526" fmla="*/ 1735589 w 2306082"/>
              <a:gd name="connsiteY526" fmla="*/ 94932 h 1321594"/>
              <a:gd name="connsiteX527" fmla="*/ 1801604 w 2306082"/>
              <a:gd name="connsiteY527" fmla="*/ 94932 h 1321594"/>
              <a:gd name="connsiteX528" fmla="*/ 1848758 w 2306082"/>
              <a:gd name="connsiteY528" fmla="*/ 85502 h 1321594"/>
              <a:gd name="connsiteX529" fmla="*/ 1914772 w 2306082"/>
              <a:gd name="connsiteY529" fmla="*/ 66640 h 1321594"/>
              <a:gd name="connsiteX530" fmla="*/ 1999649 w 2306082"/>
              <a:gd name="connsiteY530" fmla="*/ 66640 h 1321594"/>
              <a:gd name="connsiteX531" fmla="*/ 2056233 w 2306082"/>
              <a:gd name="connsiteY531" fmla="*/ 47779 h 1321594"/>
              <a:gd name="connsiteX532" fmla="*/ 2103386 w 2306082"/>
              <a:gd name="connsiteY532" fmla="*/ 47779 h 1321594"/>
              <a:gd name="connsiteX533" fmla="*/ 2141109 w 2306082"/>
              <a:gd name="connsiteY533" fmla="*/ 38348 h 1321594"/>
              <a:gd name="connsiteX534" fmla="*/ 2169401 w 2306082"/>
              <a:gd name="connsiteY534" fmla="*/ 28917 h 1321594"/>
              <a:gd name="connsiteX535" fmla="*/ 2216555 w 2306082"/>
              <a:gd name="connsiteY535" fmla="*/ 28917 h 1321594"/>
              <a:gd name="connsiteX536" fmla="*/ 2254277 w 2306082"/>
              <a:gd name="connsiteY536" fmla="*/ 19487 h 1321594"/>
              <a:gd name="connsiteX537" fmla="*/ 2263708 w 2306082"/>
              <a:gd name="connsiteY537" fmla="*/ 10056 h 1321594"/>
              <a:gd name="connsiteX538" fmla="*/ 2273139 w 2306082"/>
              <a:gd name="connsiteY538" fmla="*/ 19487 h 1321594"/>
              <a:gd name="connsiteX539" fmla="*/ 2282570 w 2306082"/>
              <a:gd name="connsiteY539" fmla="*/ 28917 h 1321594"/>
              <a:gd name="connsiteX540" fmla="*/ 2292000 w 2306082"/>
              <a:gd name="connsiteY540" fmla="*/ 19487 h 1321594"/>
              <a:gd name="connsiteX541" fmla="*/ 2301431 w 2306082"/>
              <a:gd name="connsiteY541" fmla="*/ 10056 h 1321594"/>
              <a:gd name="connsiteX542" fmla="*/ 2292000 w 2306082"/>
              <a:gd name="connsiteY542" fmla="*/ 10056 h 1321594"/>
              <a:gd name="connsiteX543" fmla="*/ 2282570 w 2306082"/>
              <a:gd name="connsiteY543" fmla="*/ 19487 h 1321594"/>
              <a:gd name="connsiteX544" fmla="*/ 2282570 w 2306082"/>
              <a:gd name="connsiteY544" fmla="*/ 28917 h 1321594"/>
              <a:gd name="connsiteX545" fmla="*/ 2273139 w 2306082"/>
              <a:gd name="connsiteY545" fmla="*/ 38348 h 1321594"/>
              <a:gd name="connsiteX546" fmla="*/ 2273139 w 2306082"/>
              <a:gd name="connsiteY546" fmla="*/ 57209 h 1321594"/>
              <a:gd name="connsiteX547" fmla="*/ 2263708 w 2306082"/>
              <a:gd name="connsiteY547" fmla="*/ 66640 h 1321594"/>
              <a:gd name="connsiteX548" fmla="*/ 2254277 w 2306082"/>
              <a:gd name="connsiteY548" fmla="*/ 76071 h 1321594"/>
              <a:gd name="connsiteX549" fmla="*/ 2244847 w 2306082"/>
              <a:gd name="connsiteY549" fmla="*/ 85502 h 1321594"/>
              <a:gd name="connsiteX550" fmla="*/ 2235416 w 2306082"/>
              <a:gd name="connsiteY550" fmla="*/ 113793 h 1321594"/>
              <a:gd name="connsiteX551" fmla="*/ 2225986 w 2306082"/>
              <a:gd name="connsiteY551" fmla="*/ 123224 h 1321594"/>
              <a:gd name="connsiteX552" fmla="*/ 2216555 w 2306082"/>
              <a:gd name="connsiteY552" fmla="*/ 142086 h 1321594"/>
              <a:gd name="connsiteX553" fmla="*/ 2207124 w 2306082"/>
              <a:gd name="connsiteY553" fmla="*/ 151516 h 1321594"/>
              <a:gd name="connsiteX554" fmla="*/ 2207124 w 2306082"/>
              <a:gd name="connsiteY554" fmla="*/ 179808 h 1321594"/>
              <a:gd name="connsiteX555" fmla="*/ 2197693 w 2306082"/>
              <a:gd name="connsiteY555" fmla="*/ 198670 h 1321594"/>
              <a:gd name="connsiteX556" fmla="*/ 2188263 w 2306082"/>
              <a:gd name="connsiteY556" fmla="*/ 217531 h 1321594"/>
              <a:gd name="connsiteX557" fmla="*/ 2178832 w 2306082"/>
              <a:gd name="connsiteY557" fmla="*/ 226962 h 1321594"/>
              <a:gd name="connsiteX558" fmla="*/ 2169401 w 2306082"/>
              <a:gd name="connsiteY558" fmla="*/ 245823 h 1321594"/>
              <a:gd name="connsiteX559" fmla="*/ 2169401 w 2306082"/>
              <a:gd name="connsiteY559" fmla="*/ 274115 h 1321594"/>
              <a:gd name="connsiteX560" fmla="*/ 2159971 w 2306082"/>
              <a:gd name="connsiteY560" fmla="*/ 283546 h 1321594"/>
              <a:gd name="connsiteX561" fmla="*/ 2159971 w 2306082"/>
              <a:gd name="connsiteY561" fmla="*/ 292977 h 1321594"/>
              <a:gd name="connsiteX562" fmla="*/ 2150540 w 2306082"/>
              <a:gd name="connsiteY562" fmla="*/ 302407 h 1321594"/>
              <a:gd name="connsiteX563" fmla="*/ 2150540 w 2306082"/>
              <a:gd name="connsiteY563" fmla="*/ 311838 h 1321594"/>
              <a:gd name="connsiteX564" fmla="*/ 2141109 w 2306082"/>
              <a:gd name="connsiteY564" fmla="*/ 321269 h 1321594"/>
              <a:gd name="connsiteX565" fmla="*/ 2131679 w 2306082"/>
              <a:gd name="connsiteY565" fmla="*/ 330699 h 1321594"/>
              <a:gd name="connsiteX566" fmla="*/ 2141109 w 2306082"/>
              <a:gd name="connsiteY566" fmla="*/ 349561 h 1321594"/>
              <a:gd name="connsiteX567" fmla="*/ 2141109 w 2306082"/>
              <a:gd name="connsiteY567" fmla="*/ 358992 h 1321594"/>
              <a:gd name="connsiteX568" fmla="*/ 2122248 w 2306082"/>
              <a:gd name="connsiteY568" fmla="*/ 368422 h 1321594"/>
              <a:gd name="connsiteX569" fmla="*/ 2112817 w 2306082"/>
              <a:gd name="connsiteY569" fmla="*/ 387284 h 1321594"/>
              <a:gd name="connsiteX570" fmla="*/ 2112817 w 2306082"/>
              <a:gd name="connsiteY570" fmla="*/ 406145 h 1321594"/>
              <a:gd name="connsiteX571" fmla="*/ 2103386 w 2306082"/>
              <a:gd name="connsiteY571" fmla="*/ 415576 h 1321594"/>
              <a:gd name="connsiteX572" fmla="*/ 2093956 w 2306082"/>
              <a:gd name="connsiteY572" fmla="*/ 425006 h 1321594"/>
              <a:gd name="connsiteX573" fmla="*/ 2084525 w 2306082"/>
              <a:gd name="connsiteY573" fmla="*/ 443868 h 1321594"/>
              <a:gd name="connsiteX574" fmla="*/ 2084525 w 2306082"/>
              <a:gd name="connsiteY574" fmla="*/ 453299 h 1321594"/>
              <a:gd name="connsiteX575" fmla="*/ 2075094 w 2306082"/>
              <a:gd name="connsiteY575" fmla="*/ 472160 h 1321594"/>
              <a:gd name="connsiteX576" fmla="*/ 2075094 w 2306082"/>
              <a:gd name="connsiteY576" fmla="*/ 491021 h 1321594"/>
              <a:gd name="connsiteX577" fmla="*/ 2065664 w 2306082"/>
              <a:gd name="connsiteY577" fmla="*/ 500452 h 1321594"/>
              <a:gd name="connsiteX578" fmla="*/ 2065664 w 2306082"/>
              <a:gd name="connsiteY578" fmla="*/ 519313 h 1321594"/>
              <a:gd name="connsiteX579" fmla="*/ 2056233 w 2306082"/>
              <a:gd name="connsiteY579" fmla="*/ 528744 h 1321594"/>
              <a:gd name="connsiteX580" fmla="*/ 2056233 w 2306082"/>
              <a:gd name="connsiteY580" fmla="*/ 538175 h 1321594"/>
              <a:gd name="connsiteX581" fmla="*/ 2046802 w 2306082"/>
              <a:gd name="connsiteY581" fmla="*/ 557036 h 1321594"/>
              <a:gd name="connsiteX582" fmla="*/ 2027941 w 2306082"/>
              <a:gd name="connsiteY582" fmla="*/ 623051 h 1321594"/>
              <a:gd name="connsiteX583" fmla="*/ 2018510 w 2306082"/>
              <a:gd name="connsiteY583" fmla="*/ 641912 h 1321594"/>
              <a:gd name="connsiteX584" fmla="*/ 2018510 w 2306082"/>
              <a:gd name="connsiteY584" fmla="*/ 651343 h 1321594"/>
              <a:gd name="connsiteX585" fmla="*/ 2009079 w 2306082"/>
              <a:gd name="connsiteY585" fmla="*/ 679635 h 1321594"/>
              <a:gd name="connsiteX586" fmla="*/ 2009079 w 2306082"/>
              <a:gd name="connsiteY586" fmla="*/ 905971 h 1321594"/>
              <a:gd name="connsiteX587" fmla="*/ 2018510 w 2306082"/>
              <a:gd name="connsiteY587" fmla="*/ 943694 h 1321594"/>
              <a:gd name="connsiteX588" fmla="*/ 2018510 w 2306082"/>
              <a:gd name="connsiteY588" fmla="*/ 1000279 h 1321594"/>
              <a:gd name="connsiteX589" fmla="*/ 2027941 w 2306082"/>
              <a:gd name="connsiteY589" fmla="*/ 1019140 h 1321594"/>
              <a:gd name="connsiteX590" fmla="*/ 2027941 w 2306082"/>
              <a:gd name="connsiteY590" fmla="*/ 1104016 h 1321594"/>
              <a:gd name="connsiteX591" fmla="*/ 2009079 w 2306082"/>
              <a:gd name="connsiteY591" fmla="*/ 1113447 h 1321594"/>
              <a:gd name="connsiteX592" fmla="*/ 2009079 w 2306082"/>
              <a:gd name="connsiteY592" fmla="*/ 1122877 h 1321594"/>
              <a:gd name="connsiteX593" fmla="*/ 1990218 w 2306082"/>
              <a:gd name="connsiteY593" fmla="*/ 1132308 h 1321594"/>
              <a:gd name="connsiteX594" fmla="*/ 1980787 w 2306082"/>
              <a:gd name="connsiteY594" fmla="*/ 1141739 h 1321594"/>
              <a:gd name="connsiteX595" fmla="*/ 1961926 w 2306082"/>
              <a:gd name="connsiteY595" fmla="*/ 1151170 h 1321594"/>
              <a:gd name="connsiteX596" fmla="*/ 1943065 w 2306082"/>
              <a:gd name="connsiteY596" fmla="*/ 1160600 h 1321594"/>
              <a:gd name="connsiteX597" fmla="*/ 1905342 w 2306082"/>
              <a:gd name="connsiteY597" fmla="*/ 1170032 h 1321594"/>
              <a:gd name="connsiteX598" fmla="*/ 1895911 w 2306082"/>
              <a:gd name="connsiteY598" fmla="*/ 1170032 h 1321594"/>
              <a:gd name="connsiteX599" fmla="*/ 1858188 w 2306082"/>
              <a:gd name="connsiteY599" fmla="*/ 1188893 h 1321594"/>
              <a:gd name="connsiteX600" fmla="*/ 1839327 w 2306082"/>
              <a:gd name="connsiteY600" fmla="*/ 1198323 h 1321594"/>
              <a:gd name="connsiteX601" fmla="*/ 1792174 w 2306082"/>
              <a:gd name="connsiteY601" fmla="*/ 1207754 h 1321594"/>
              <a:gd name="connsiteX602" fmla="*/ 1763881 w 2306082"/>
              <a:gd name="connsiteY602" fmla="*/ 1207754 h 1321594"/>
              <a:gd name="connsiteX603" fmla="*/ 1735589 w 2306082"/>
              <a:gd name="connsiteY603" fmla="*/ 1226615 h 1321594"/>
              <a:gd name="connsiteX604" fmla="*/ 1726159 w 2306082"/>
              <a:gd name="connsiteY604" fmla="*/ 1226615 h 1321594"/>
              <a:gd name="connsiteX605" fmla="*/ 1697866 w 2306082"/>
              <a:gd name="connsiteY605" fmla="*/ 1236046 h 1321594"/>
              <a:gd name="connsiteX606" fmla="*/ 1679005 w 2306082"/>
              <a:gd name="connsiteY606" fmla="*/ 1236046 h 1321594"/>
              <a:gd name="connsiteX607" fmla="*/ 1660144 w 2306082"/>
              <a:gd name="connsiteY607" fmla="*/ 1245476 h 1321594"/>
              <a:gd name="connsiteX608" fmla="*/ 1641282 w 2306082"/>
              <a:gd name="connsiteY608" fmla="*/ 1245476 h 1321594"/>
              <a:gd name="connsiteX609" fmla="*/ 1622421 w 2306082"/>
              <a:gd name="connsiteY609" fmla="*/ 1254907 h 1321594"/>
              <a:gd name="connsiteX610" fmla="*/ 1594129 w 2306082"/>
              <a:gd name="connsiteY610" fmla="*/ 1264338 h 1321594"/>
              <a:gd name="connsiteX611" fmla="*/ 1565837 w 2306082"/>
              <a:gd name="connsiteY611" fmla="*/ 1273769 h 1321594"/>
              <a:gd name="connsiteX612" fmla="*/ 1537545 w 2306082"/>
              <a:gd name="connsiteY612" fmla="*/ 1283200 h 1321594"/>
              <a:gd name="connsiteX613" fmla="*/ 1518683 w 2306082"/>
              <a:gd name="connsiteY613" fmla="*/ 1283200 h 1321594"/>
              <a:gd name="connsiteX614" fmla="*/ 1490391 w 2306082"/>
              <a:gd name="connsiteY614" fmla="*/ 1292630 h 1321594"/>
              <a:gd name="connsiteX615" fmla="*/ 1471530 w 2306082"/>
              <a:gd name="connsiteY615" fmla="*/ 1292630 h 1321594"/>
              <a:gd name="connsiteX616" fmla="*/ 1452668 w 2306082"/>
              <a:gd name="connsiteY616" fmla="*/ 1302061 h 1321594"/>
              <a:gd name="connsiteX617" fmla="*/ 1377223 w 2306082"/>
              <a:gd name="connsiteY617" fmla="*/ 1302061 h 1321594"/>
              <a:gd name="connsiteX618" fmla="*/ 1311208 w 2306082"/>
              <a:gd name="connsiteY618" fmla="*/ 1311492 h 1321594"/>
              <a:gd name="connsiteX619" fmla="*/ 1056579 w 2306082"/>
              <a:gd name="connsiteY619" fmla="*/ 1311492 h 1321594"/>
              <a:gd name="connsiteX620" fmla="*/ 999995 w 2306082"/>
              <a:gd name="connsiteY620" fmla="*/ 1320922 h 1321594"/>
              <a:gd name="connsiteX621" fmla="*/ 924550 w 2306082"/>
              <a:gd name="connsiteY621" fmla="*/ 1320922 h 1321594"/>
              <a:gd name="connsiteX622" fmla="*/ 877396 w 2306082"/>
              <a:gd name="connsiteY622" fmla="*/ 1311492 h 1321594"/>
              <a:gd name="connsiteX623" fmla="*/ 849104 w 2306082"/>
              <a:gd name="connsiteY623" fmla="*/ 1311492 h 1321594"/>
              <a:gd name="connsiteX624" fmla="*/ 811381 w 2306082"/>
              <a:gd name="connsiteY624" fmla="*/ 1302061 h 1321594"/>
              <a:gd name="connsiteX625" fmla="*/ 783089 w 2306082"/>
              <a:gd name="connsiteY625" fmla="*/ 1292630 h 1321594"/>
              <a:gd name="connsiteX626" fmla="*/ 745366 w 2306082"/>
              <a:gd name="connsiteY626" fmla="*/ 1292630 h 1321594"/>
              <a:gd name="connsiteX627" fmla="*/ 735936 w 2306082"/>
              <a:gd name="connsiteY627" fmla="*/ 1283200 h 1321594"/>
              <a:gd name="connsiteX628" fmla="*/ 679352 w 2306082"/>
              <a:gd name="connsiteY628" fmla="*/ 1283200 h 1321594"/>
              <a:gd name="connsiteX629" fmla="*/ 651059 w 2306082"/>
              <a:gd name="connsiteY629" fmla="*/ 1273769 h 1321594"/>
              <a:gd name="connsiteX630" fmla="*/ 603906 w 2306082"/>
              <a:gd name="connsiteY630" fmla="*/ 1273769 h 1321594"/>
              <a:gd name="connsiteX631" fmla="*/ 594475 w 2306082"/>
              <a:gd name="connsiteY631" fmla="*/ 1264338 h 1321594"/>
              <a:gd name="connsiteX632" fmla="*/ 575614 w 2306082"/>
              <a:gd name="connsiteY632" fmla="*/ 1264338 h 1321594"/>
              <a:gd name="connsiteX633" fmla="*/ 566183 w 2306082"/>
              <a:gd name="connsiteY633" fmla="*/ 1254907 h 1321594"/>
              <a:gd name="connsiteX634" fmla="*/ 556753 w 2306082"/>
              <a:gd name="connsiteY634" fmla="*/ 1254907 h 1321594"/>
              <a:gd name="connsiteX635" fmla="*/ 537891 w 2306082"/>
              <a:gd name="connsiteY635" fmla="*/ 1245476 h 1321594"/>
              <a:gd name="connsiteX636" fmla="*/ 528460 w 2306082"/>
              <a:gd name="connsiteY636" fmla="*/ 1245476 h 1321594"/>
              <a:gd name="connsiteX637" fmla="*/ 519030 w 2306082"/>
              <a:gd name="connsiteY637" fmla="*/ 1236046 h 1321594"/>
              <a:gd name="connsiteX638" fmla="*/ 519030 w 2306082"/>
              <a:gd name="connsiteY638" fmla="*/ 1226615 h 1321594"/>
              <a:gd name="connsiteX639" fmla="*/ 500168 w 2306082"/>
              <a:gd name="connsiteY639" fmla="*/ 1217184 h 1321594"/>
              <a:gd name="connsiteX640" fmla="*/ 490738 w 2306082"/>
              <a:gd name="connsiteY640" fmla="*/ 1217184 h 1321594"/>
              <a:gd name="connsiteX641" fmla="*/ 481307 w 2306082"/>
              <a:gd name="connsiteY641" fmla="*/ 1198323 h 1321594"/>
              <a:gd name="connsiteX642" fmla="*/ 462446 w 2306082"/>
              <a:gd name="connsiteY642" fmla="*/ 1198323 h 1321594"/>
              <a:gd name="connsiteX643" fmla="*/ 453015 w 2306082"/>
              <a:gd name="connsiteY643" fmla="*/ 1188893 h 1321594"/>
              <a:gd name="connsiteX644" fmla="*/ 443584 w 2306082"/>
              <a:gd name="connsiteY644" fmla="*/ 1179462 h 1321594"/>
              <a:gd name="connsiteX645" fmla="*/ 424723 w 2306082"/>
              <a:gd name="connsiteY645" fmla="*/ 1170032 h 1321594"/>
              <a:gd name="connsiteX646" fmla="*/ 415292 w 2306082"/>
              <a:gd name="connsiteY646" fmla="*/ 1179462 h 1321594"/>
              <a:gd name="connsiteX647" fmla="*/ 387000 w 2306082"/>
              <a:gd name="connsiteY647" fmla="*/ 1179462 h 1321594"/>
              <a:gd name="connsiteX648" fmla="*/ 377569 w 2306082"/>
              <a:gd name="connsiteY648" fmla="*/ 1170032 h 1321594"/>
              <a:gd name="connsiteX649" fmla="*/ 368139 w 2306082"/>
              <a:gd name="connsiteY649" fmla="*/ 1151170 h 1321594"/>
              <a:gd name="connsiteX650" fmla="*/ 349277 w 2306082"/>
              <a:gd name="connsiteY650" fmla="*/ 1151170 h 1321594"/>
              <a:gd name="connsiteX651" fmla="*/ 339847 w 2306082"/>
              <a:gd name="connsiteY651" fmla="*/ 1141739 h 1321594"/>
              <a:gd name="connsiteX652" fmla="*/ 320985 w 2306082"/>
              <a:gd name="connsiteY652" fmla="*/ 1132308 h 1321594"/>
              <a:gd name="connsiteX653" fmla="*/ 302124 w 2306082"/>
              <a:gd name="connsiteY653" fmla="*/ 1113447 h 1321594"/>
              <a:gd name="connsiteX654" fmla="*/ 292693 w 2306082"/>
              <a:gd name="connsiteY654" fmla="*/ 1094586 h 1321594"/>
              <a:gd name="connsiteX655" fmla="*/ 273832 w 2306082"/>
              <a:gd name="connsiteY655" fmla="*/ 1094586 h 1321594"/>
              <a:gd name="connsiteX656" fmla="*/ 264401 w 2306082"/>
              <a:gd name="connsiteY656" fmla="*/ 1075724 h 1321594"/>
              <a:gd name="connsiteX657" fmla="*/ 254970 w 2306082"/>
              <a:gd name="connsiteY657" fmla="*/ 1066294 h 1321594"/>
              <a:gd name="connsiteX658" fmla="*/ 236109 w 2306082"/>
              <a:gd name="connsiteY658" fmla="*/ 1038001 h 1321594"/>
              <a:gd name="connsiteX659" fmla="*/ 226678 w 2306082"/>
              <a:gd name="connsiteY659" fmla="*/ 1028570 h 1321594"/>
              <a:gd name="connsiteX660" fmla="*/ 226678 w 2306082"/>
              <a:gd name="connsiteY660" fmla="*/ 990848 h 1321594"/>
              <a:gd name="connsiteX661" fmla="*/ 207817 w 2306082"/>
              <a:gd name="connsiteY661" fmla="*/ 962556 h 1321594"/>
              <a:gd name="connsiteX662" fmla="*/ 188956 w 2306082"/>
              <a:gd name="connsiteY662" fmla="*/ 943694 h 1321594"/>
              <a:gd name="connsiteX663" fmla="*/ 188956 w 2306082"/>
              <a:gd name="connsiteY663" fmla="*/ 924833 h 1321594"/>
              <a:gd name="connsiteX664" fmla="*/ 179525 w 2306082"/>
              <a:gd name="connsiteY664" fmla="*/ 915402 h 1321594"/>
              <a:gd name="connsiteX665" fmla="*/ 188956 w 2306082"/>
              <a:gd name="connsiteY665" fmla="*/ 896541 h 1321594"/>
              <a:gd name="connsiteX666" fmla="*/ 198386 w 2306082"/>
              <a:gd name="connsiteY666" fmla="*/ 887110 h 1321594"/>
              <a:gd name="connsiteX667" fmla="*/ 179525 w 2306082"/>
              <a:gd name="connsiteY667" fmla="*/ 877680 h 1321594"/>
              <a:gd name="connsiteX668" fmla="*/ 170094 w 2306082"/>
              <a:gd name="connsiteY668" fmla="*/ 868249 h 1321594"/>
              <a:gd name="connsiteX669" fmla="*/ 179525 w 2306082"/>
              <a:gd name="connsiteY669" fmla="*/ 792803 h 1321594"/>
              <a:gd name="connsiteX670" fmla="*/ 188956 w 2306082"/>
              <a:gd name="connsiteY670" fmla="*/ 783373 h 1321594"/>
              <a:gd name="connsiteX671" fmla="*/ 188956 w 2306082"/>
              <a:gd name="connsiteY671" fmla="*/ 707927 h 1321594"/>
              <a:gd name="connsiteX672" fmla="*/ 198386 w 2306082"/>
              <a:gd name="connsiteY672" fmla="*/ 679635 h 1321594"/>
              <a:gd name="connsiteX673" fmla="*/ 198386 w 2306082"/>
              <a:gd name="connsiteY673" fmla="*/ 641912 h 1321594"/>
              <a:gd name="connsiteX674" fmla="*/ 207817 w 2306082"/>
              <a:gd name="connsiteY674" fmla="*/ 623051 h 1321594"/>
              <a:gd name="connsiteX675" fmla="*/ 217248 w 2306082"/>
              <a:gd name="connsiteY675" fmla="*/ 604190 h 1321594"/>
              <a:gd name="connsiteX676" fmla="*/ 217248 w 2306082"/>
              <a:gd name="connsiteY676" fmla="*/ 585328 h 1321594"/>
              <a:gd name="connsiteX677" fmla="*/ 236109 w 2306082"/>
              <a:gd name="connsiteY677" fmla="*/ 557036 h 1321594"/>
              <a:gd name="connsiteX678" fmla="*/ 245540 w 2306082"/>
              <a:gd name="connsiteY678" fmla="*/ 538175 h 1321594"/>
              <a:gd name="connsiteX679" fmla="*/ 254970 w 2306082"/>
              <a:gd name="connsiteY679" fmla="*/ 519313 h 1321594"/>
              <a:gd name="connsiteX680" fmla="*/ 254970 w 2306082"/>
              <a:gd name="connsiteY680" fmla="*/ 509883 h 1321594"/>
              <a:gd name="connsiteX681" fmla="*/ 264401 w 2306082"/>
              <a:gd name="connsiteY681" fmla="*/ 491021 h 1321594"/>
              <a:gd name="connsiteX682" fmla="*/ 273832 w 2306082"/>
              <a:gd name="connsiteY682" fmla="*/ 481590 h 1321594"/>
              <a:gd name="connsiteX683" fmla="*/ 273832 w 2306082"/>
              <a:gd name="connsiteY683" fmla="*/ 472160 h 1321594"/>
              <a:gd name="connsiteX684" fmla="*/ 292693 w 2306082"/>
              <a:gd name="connsiteY684" fmla="*/ 453299 h 1321594"/>
              <a:gd name="connsiteX685" fmla="*/ 311554 w 2306082"/>
              <a:gd name="connsiteY685" fmla="*/ 434437 h 1321594"/>
              <a:gd name="connsiteX686" fmla="*/ 320985 w 2306082"/>
              <a:gd name="connsiteY686" fmla="*/ 415576 h 1321594"/>
              <a:gd name="connsiteX687" fmla="*/ 330416 w 2306082"/>
              <a:gd name="connsiteY687" fmla="*/ 406145 h 1321594"/>
              <a:gd name="connsiteX688" fmla="*/ 339847 w 2306082"/>
              <a:gd name="connsiteY688" fmla="*/ 396714 h 1321594"/>
              <a:gd name="connsiteX689" fmla="*/ 339847 w 2306082"/>
              <a:gd name="connsiteY689" fmla="*/ 377853 h 1321594"/>
              <a:gd name="connsiteX690" fmla="*/ 358708 w 2306082"/>
              <a:gd name="connsiteY690" fmla="*/ 368422 h 1321594"/>
              <a:gd name="connsiteX691" fmla="*/ 368139 w 2306082"/>
              <a:gd name="connsiteY691" fmla="*/ 358992 h 1321594"/>
              <a:gd name="connsiteX692" fmla="*/ 377569 w 2306082"/>
              <a:gd name="connsiteY692" fmla="*/ 340130 h 1321594"/>
              <a:gd name="connsiteX693" fmla="*/ 387000 w 2306082"/>
              <a:gd name="connsiteY693" fmla="*/ 330699 h 1321594"/>
              <a:gd name="connsiteX694" fmla="*/ 415292 w 2306082"/>
              <a:gd name="connsiteY694" fmla="*/ 311838 h 1321594"/>
              <a:gd name="connsiteX695" fmla="*/ 424723 w 2306082"/>
              <a:gd name="connsiteY695" fmla="*/ 302407 h 1321594"/>
              <a:gd name="connsiteX696" fmla="*/ 434154 w 2306082"/>
              <a:gd name="connsiteY696" fmla="*/ 311838 h 1321594"/>
              <a:gd name="connsiteX697" fmla="*/ 443584 w 2306082"/>
              <a:gd name="connsiteY697" fmla="*/ 311838 h 1321594"/>
              <a:gd name="connsiteX698" fmla="*/ 462446 w 2306082"/>
              <a:gd name="connsiteY698" fmla="*/ 302407 h 1321594"/>
              <a:gd name="connsiteX699" fmla="*/ 481307 w 2306082"/>
              <a:gd name="connsiteY699" fmla="*/ 283546 h 1321594"/>
              <a:gd name="connsiteX700" fmla="*/ 490738 w 2306082"/>
              <a:gd name="connsiteY700" fmla="*/ 264684 h 1321594"/>
              <a:gd name="connsiteX701" fmla="*/ 500168 w 2306082"/>
              <a:gd name="connsiteY701" fmla="*/ 255254 h 1321594"/>
              <a:gd name="connsiteX702" fmla="*/ 519030 w 2306082"/>
              <a:gd name="connsiteY702" fmla="*/ 255254 h 1321594"/>
              <a:gd name="connsiteX703" fmla="*/ 528460 w 2306082"/>
              <a:gd name="connsiteY703" fmla="*/ 245823 h 1321594"/>
              <a:gd name="connsiteX704" fmla="*/ 537891 w 2306082"/>
              <a:gd name="connsiteY704" fmla="*/ 236393 h 1321594"/>
              <a:gd name="connsiteX705" fmla="*/ 556753 w 2306082"/>
              <a:gd name="connsiteY705" fmla="*/ 226962 h 1321594"/>
              <a:gd name="connsiteX706" fmla="*/ 575614 w 2306082"/>
              <a:gd name="connsiteY706" fmla="*/ 217531 h 1321594"/>
              <a:gd name="connsiteX707" fmla="*/ 594475 w 2306082"/>
              <a:gd name="connsiteY707" fmla="*/ 217531 h 1321594"/>
              <a:gd name="connsiteX708" fmla="*/ 603906 w 2306082"/>
              <a:gd name="connsiteY708" fmla="*/ 208100 h 1321594"/>
              <a:gd name="connsiteX709" fmla="*/ 613337 w 2306082"/>
              <a:gd name="connsiteY709" fmla="*/ 208100 h 1321594"/>
              <a:gd name="connsiteX710" fmla="*/ 632198 w 2306082"/>
              <a:gd name="connsiteY710" fmla="*/ 189239 h 1321594"/>
              <a:gd name="connsiteX711" fmla="*/ 641629 w 2306082"/>
              <a:gd name="connsiteY711" fmla="*/ 189239 h 1321594"/>
              <a:gd name="connsiteX712" fmla="*/ 660490 w 2306082"/>
              <a:gd name="connsiteY712" fmla="*/ 179808 h 1321594"/>
              <a:gd name="connsiteX713" fmla="*/ 669921 w 2306082"/>
              <a:gd name="connsiteY713" fmla="*/ 179808 h 1321594"/>
              <a:gd name="connsiteX714" fmla="*/ 698213 w 2306082"/>
              <a:gd name="connsiteY714" fmla="*/ 170378 h 1321594"/>
              <a:gd name="connsiteX715" fmla="*/ 707644 w 2306082"/>
              <a:gd name="connsiteY715" fmla="*/ 160947 h 1321594"/>
              <a:gd name="connsiteX716" fmla="*/ 754797 w 2306082"/>
              <a:gd name="connsiteY716" fmla="*/ 151516 h 1321594"/>
              <a:gd name="connsiteX717" fmla="*/ 764228 w 2306082"/>
              <a:gd name="connsiteY717" fmla="*/ 151516 h 1321594"/>
              <a:gd name="connsiteX718" fmla="*/ 773659 w 2306082"/>
              <a:gd name="connsiteY718" fmla="*/ 132655 h 1321594"/>
              <a:gd name="connsiteX719" fmla="*/ 792520 w 2306082"/>
              <a:gd name="connsiteY719" fmla="*/ 132655 h 1321594"/>
              <a:gd name="connsiteX720" fmla="*/ 801951 w 2306082"/>
              <a:gd name="connsiteY720" fmla="*/ 123224 h 1321594"/>
              <a:gd name="connsiteX721" fmla="*/ 820812 w 2306082"/>
              <a:gd name="connsiteY721" fmla="*/ 123224 h 1321594"/>
              <a:gd name="connsiteX722" fmla="*/ 839673 w 2306082"/>
              <a:gd name="connsiteY722" fmla="*/ 113793 h 1321594"/>
              <a:gd name="connsiteX723" fmla="*/ 867965 w 2306082"/>
              <a:gd name="connsiteY723" fmla="*/ 104363 h 1321594"/>
              <a:gd name="connsiteX724" fmla="*/ 896257 w 2306082"/>
              <a:gd name="connsiteY724" fmla="*/ 85502 h 1321594"/>
              <a:gd name="connsiteX725" fmla="*/ 915119 w 2306082"/>
              <a:gd name="connsiteY725" fmla="*/ 66640 h 1321594"/>
              <a:gd name="connsiteX726" fmla="*/ 933980 w 2306082"/>
              <a:gd name="connsiteY726" fmla="*/ 66640 h 1321594"/>
              <a:gd name="connsiteX727" fmla="*/ 952842 w 2306082"/>
              <a:gd name="connsiteY727" fmla="*/ 57209 h 1321594"/>
              <a:gd name="connsiteX728" fmla="*/ 971703 w 2306082"/>
              <a:gd name="connsiteY728" fmla="*/ 47779 h 1321594"/>
              <a:gd name="connsiteX729" fmla="*/ 999995 w 2306082"/>
              <a:gd name="connsiteY729" fmla="*/ 38348 h 1321594"/>
              <a:gd name="connsiteX730" fmla="*/ 1018856 w 2306082"/>
              <a:gd name="connsiteY730" fmla="*/ 28917 h 1321594"/>
              <a:gd name="connsiteX731" fmla="*/ 1037718 w 2306082"/>
              <a:gd name="connsiteY731" fmla="*/ 19487 h 1321594"/>
              <a:gd name="connsiteX732" fmla="*/ 1066010 w 2306082"/>
              <a:gd name="connsiteY732" fmla="*/ 19487 h 1321594"/>
              <a:gd name="connsiteX733" fmla="*/ 1094302 w 2306082"/>
              <a:gd name="connsiteY733" fmla="*/ 625 h 1321594"/>
              <a:gd name="connsiteX734" fmla="*/ 1141456 w 2306082"/>
              <a:gd name="connsiteY734" fmla="*/ 625 h 1321594"/>
              <a:gd name="connsiteX735" fmla="*/ 1179178 w 2306082"/>
              <a:gd name="connsiteY735" fmla="*/ 10056 h 1321594"/>
              <a:gd name="connsiteX736" fmla="*/ 1198040 w 2306082"/>
              <a:gd name="connsiteY736" fmla="*/ 19487 h 1321594"/>
              <a:gd name="connsiteX737" fmla="*/ 1235762 w 2306082"/>
              <a:gd name="connsiteY737" fmla="*/ 19487 h 1321594"/>
              <a:gd name="connsiteX738" fmla="*/ 1264055 w 2306082"/>
              <a:gd name="connsiteY738" fmla="*/ 28917 h 1321594"/>
              <a:gd name="connsiteX739" fmla="*/ 1301777 w 2306082"/>
              <a:gd name="connsiteY739" fmla="*/ 28917 h 1321594"/>
              <a:gd name="connsiteX740" fmla="*/ 1348931 w 2306082"/>
              <a:gd name="connsiteY740" fmla="*/ 38348 h 1321594"/>
              <a:gd name="connsiteX741" fmla="*/ 1386653 w 2306082"/>
              <a:gd name="connsiteY741" fmla="*/ 47779 h 1321594"/>
              <a:gd name="connsiteX742" fmla="*/ 1405515 w 2306082"/>
              <a:gd name="connsiteY742" fmla="*/ 57209 h 1321594"/>
              <a:gd name="connsiteX743" fmla="*/ 1424376 w 2306082"/>
              <a:gd name="connsiteY743" fmla="*/ 47779 h 1321594"/>
              <a:gd name="connsiteX744" fmla="*/ 1471530 w 2306082"/>
              <a:gd name="connsiteY744" fmla="*/ 47779 h 1321594"/>
              <a:gd name="connsiteX745" fmla="*/ 1490391 w 2306082"/>
              <a:gd name="connsiteY745" fmla="*/ 57209 h 1321594"/>
              <a:gd name="connsiteX746" fmla="*/ 1518683 w 2306082"/>
              <a:gd name="connsiteY746" fmla="*/ 66640 h 1321594"/>
              <a:gd name="connsiteX747" fmla="*/ 1546975 w 2306082"/>
              <a:gd name="connsiteY747" fmla="*/ 85502 h 1321594"/>
              <a:gd name="connsiteX748" fmla="*/ 1584698 w 2306082"/>
              <a:gd name="connsiteY748" fmla="*/ 94932 h 1321594"/>
              <a:gd name="connsiteX749" fmla="*/ 1612990 w 2306082"/>
              <a:gd name="connsiteY749" fmla="*/ 104363 h 1321594"/>
              <a:gd name="connsiteX750" fmla="*/ 1631852 w 2306082"/>
              <a:gd name="connsiteY750" fmla="*/ 113793 h 1321594"/>
              <a:gd name="connsiteX751" fmla="*/ 1650713 w 2306082"/>
              <a:gd name="connsiteY751" fmla="*/ 123224 h 1321594"/>
              <a:gd name="connsiteX752" fmla="*/ 1669574 w 2306082"/>
              <a:gd name="connsiteY752" fmla="*/ 132655 h 1321594"/>
              <a:gd name="connsiteX753" fmla="*/ 1697866 w 2306082"/>
              <a:gd name="connsiteY753" fmla="*/ 151516 h 1321594"/>
              <a:gd name="connsiteX754" fmla="*/ 1707297 w 2306082"/>
              <a:gd name="connsiteY754" fmla="*/ 160947 h 1321594"/>
              <a:gd name="connsiteX755" fmla="*/ 1726159 w 2306082"/>
              <a:gd name="connsiteY755" fmla="*/ 170378 h 1321594"/>
              <a:gd name="connsiteX756" fmla="*/ 1745020 w 2306082"/>
              <a:gd name="connsiteY756" fmla="*/ 189239 h 1321594"/>
              <a:gd name="connsiteX757" fmla="*/ 1773312 w 2306082"/>
              <a:gd name="connsiteY757" fmla="*/ 208100 h 1321594"/>
              <a:gd name="connsiteX758" fmla="*/ 1773312 w 2306082"/>
              <a:gd name="connsiteY758" fmla="*/ 226962 h 1321594"/>
              <a:gd name="connsiteX759" fmla="*/ 1792174 w 2306082"/>
              <a:gd name="connsiteY759" fmla="*/ 236393 h 1321594"/>
              <a:gd name="connsiteX760" fmla="*/ 1801604 w 2306082"/>
              <a:gd name="connsiteY760" fmla="*/ 264684 h 1321594"/>
              <a:gd name="connsiteX761" fmla="*/ 1801604 w 2306082"/>
              <a:gd name="connsiteY761" fmla="*/ 274115 h 1321594"/>
              <a:gd name="connsiteX762" fmla="*/ 1811035 w 2306082"/>
              <a:gd name="connsiteY762" fmla="*/ 302407 h 1321594"/>
              <a:gd name="connsiteX763" fmla="*/ 1829896 w 2306082"/>
              <a:gd name="connsiteY763" fmla="*/ 330699 h 1321594"/>
              <a:gd name="connsiteX764" fmla="*/ 1829896 w 2306082"/>
              <a:gd name="connsiteY764" fmla="*/ 340130 h 1321594"/>
              <a:gd name="connsiteX765" fmla="*/ 1839327 w 2306082"/>
              <a:gd name="connsiteY765" fmla="*/ 387284 h 1321594"/>
              <a:gd name="connsiteX766" fmla="*/ 1839327 w 2306082"/>
              <a:gd name="connsiteY766" fmla="*/ 415576 h 1321594"/>
              <a:gd name="connsiteX767" fmla="*/ 1848758 w 2306082"/>
              <a:gd name="connsiteY767" fmla="*/ 434437 h 1321594"/>
              <a:gd name="connsiteX768" fmla="*/ 1848758 w 2306082"/>
              <a:gd name="connsiteY768" fmla="*/ 585328 h 1321594"/>
              <a:gd name="connsiteX769" fmla="*/ 1839327 w 2306082"/>
              <a:gd name="connsiteY769" fmla="*/ 613620 h 1321594"/>
              <a:gd name="connsiteX770" fmla="*/ 1829896 w 2306082"/>
              <a:gd name="connsiteY770" fmla="*/ 623051 h 1321594"/>
              <a:gd name="connsiteX771" fmla="*/ 1820465 w 2306082"/>
              <a:gd name="connsiteY771" fmla="*/ 641912 h 1321594"/>
              <a:gd name="connsiteX772" fmla="*/ 1811035 w 2306082"/>
              <a:gd name="connsiteY772" fmla="*/ 660774 h 1321594"/>
              <a:gd name="connsiteX773" fmla="*/ 1801604 w 2306082"/>
              <a:gd name="connsiteY773" fmla="*/ 679635 h 1321594"/>
              <a:gd name="connsiteX774" fmla="*/ 1782743 w 2306082"/>
              <a:gd name="connsiteY774" fmla="*/ 707927 h 1321594"/>
              <a:gd name="connsiteX775" fmla="*/ 1735589 w 2306082"/>
              <a:gd name="connsiteY775" fmla="*/ 745650 h 1321594"/>
              <a:gd name="connsiteX776" fmla="*/ 1707297 w 2306082"/>
              <a:gd name="connsiteY776" fmla="*/ 755081 h 1321594"/>
              <a:gd name="connsiteX777" fmla="*/ 1679005 w 2306082"/>
              <a:gd name="connsiteY777" fmla="*/ 773942 h 1321594"/>
              <a:gd name="connsiteX778" fmla="*/ 1650713 w 2306082"/>
              <a:gd name="connsiteY778" fmla="*/ 773942 h 1321594"/>
              <a:gd name="connsiteX779" fmla="*/ 1631852 w 2306082"/>
              <a:gd name="connsiteY779" fmla="*/ 783373 h 1321594"/>
              <a:gd name="connsiteX780" fmla="*/ 1575268 w 2306082"/>
              <a:gd name="connsiteY780" fmla="*/ 802234 h 1321594"/>
              <a:gd name="connsiteX781" fmla="*/ 1565837 w 2306082"/>
              <a:gd name="connsiteY781" fmla="*/ 811665 h 1321594"/>
              <a:gd name="connsiteX782" fmla="*/ 1480961 w 2306082"/>
              <a:gd name="connsiteY782" fmla="*/ 811665 h 1321594"/>
              <a:gd name="connsiteX783" fmla="*/ 1396084 w 2306082"/>
              <a:gd name="connsiteY783" fmla="*/ 802234 h 1321594"/>
              <a:gd name="connsiteX784" fmla="*/ 1339500 w 2306082"/>
              <a:gd name="connsiteY784" fmla="*/ 792803 h 1321594"/>
              <a:gd name="connsiteX785" fmla="*/ 1301777 w 2306082"/>
              <a:gd name="connsiteY785" fmla="*/ 783373 h 1321594"/>
              <a:gd name="connsiteX786" fmla="*/ 1226332 w 2306082"/>
              <a:gd name="connsiteY786" fmla="*/ 764512 h 1321594"/>
              <a:gd name="connsiteX787" fmla="*/ 1150886 w 2306082"/>
              <a:gd name="connsiteY787" fmla="*/ 736219 h 1321594"/>
              <a:gd name="connsiteX788" fmla="*/ 1084871 w 2306082"/>
              <a:gd name="connsiteY788" fmla="*/ 707927 h 1321594"/>
              <a:gd name="connsiteX789" fmla="*/ 1018856 w 2306082"/>
              <a:gd name="connsiteY789" fmla="*/ 689066 h 1321594"/>
              <a:gd name="connsiteX790" fmla="*/ 924550 w 2306082"/>
              <a:gd name="connsiteY790" fmla="*/ 660774 h 1321594"/>
              <a:gd name="connsiteX791" fmla="*/ 877396 w 2306082"/>
              <a:gd name="connsiteY791" fmla="*/ 660774 h 1321594"/>
              <a:gd name="connsiteX792" fmla="*/ 867965 w 2306082"/>
              <a:gd name="connsiteY792" fmla="*/ 651343 h 1321594"/>
              <a:gd name="connsiteX793" fmla="*/ 839673 w 2306082"/>
              <a:gd name="connsiteY793" fmla="*/ 641912 h 1321594"/>
              <a:gd name="connsiteX794" fmla="*/ 820812 w 2306082"/>
              <a:gd name="connsiteY794" fmla="*/ 623051 h 1321594"/>
              <a:gd name="connsiteX795" fmla="*/ 811381 w 2306082"/>
              <a:gd name="connsiteY795" fmla="*/ 613620 h 1321594"/>
              <a:gd name="connsiteX796" fmla="*/ 811381 w 2306082"/>
              <a:gd name="connsiteY796" fmla="*/ 585328 h 1321594"/>
              <a:gd name="connsiteX797" fmla="*/ 830243 w 2306082"/>
              <a:gd name="connsiteY797" fmla="*/ 566467 h 1321594"/>
              <a:gd name="connsiteX798" fmla="*/ 839673 w 2306082"/>
              <a:gd name="connsiteY798" fmla="*/ 557036 h 1321594"/>
              <a:gd name="connsiteX799" fmla="*/ 867965 w 2306082"/>
              <a:gd name="connsiteY799" fmla="*/ 538175 h 1321594"/>
              <a:gd name="connsiteX800" fmla="*/ 924550 w 2306082"/>
              <a:gd name="connsiteY800" fmla="*/ 509883 h 1321594"/>
              <a:gd name="connsiteX801" fmla="*/ 999995 w 2306082"/>
              <a:gd name="connsiteY801" fmla="*/ 491021 h 1321594"/>
              <a:gd name="connsiteX802" fmla="*/ 1056579 w 2306082"/>
              <a:gd name="connsiteY802" fmla="*/ 491021 h 1321594"/>
              <a:gd name="connsiteX803" fmla="*/ 1122594 w 2306082"/>
              <a:gd name="connsiteY803" fmla="*/ 481590 h 1321594"/>
              <a:gd name="connsiteX804" fmla="*/ 1198040 w 2306082"/>
              <a:gd name="connsiteY804" fmla="*/ 472160 h 1321594"/>
              <a:gd name="connsiteX805" fmla="*/ 1443238 w 2306082"/>
              <a:gd name="connsiteY805" fmla="*/ 472160 h 1321594"/>
              <a:gd name="connsiteX806" fmla="*/ 1575268 w 2306082"/>
              <a:gd name="connsiteY806" fmla="*/ 481590 h 1321594"/>
              <a:gd name="connsiteX807" fmla="*/ 1650713 w 2306082"/>
              <a:gd name="connsiteY807" fmla="*/ 491021 h 1321594"/>
              <a:gd name="connsiteX808" fmla="*/ 1726159 w 2306082"/>
              <a:gd name="connsiteY808" fmla="*/ 509883 h 1321594"/>
              <a:gd name="connsiteX809" fmla="*/ 1782743 w 2306082"/>
              <a:gd name="connsiteY809" fmla="*/ 519313 h 1321594"/>
              <a:gd name="connsiteX810" fmla="*/ 1811035 w 2306082"/>
              <a:gd name="connsiteY810" fmla="*/ 528744 h 1321594"/>
              <a:gd name="connsiteX811" fmla="*/ 1839327 w 2306082"/>
              <a:gd name="connsiteY811" fmla="*/ 538175 h 1321594"/>
              <a:gd name="connsiteX812" fmla="*/ 1858188 w 2306082"/>
              <a:gd name="connsiteY812" fmla="*/ 547605 h 1321594"/>
              <a:gd name="connsiteX813" fmla="*/ 1867619 w 2306082"/>
              <a:gd name="connsiteY813" fmla="*/ 557036 h 1321594"/>
              <a:gd name="connsiteX814" fmla="*/ 1867619 w 2306082"/>
              <a:gd name="connsiteY814" fmla="*/ 585328 h 1321594"/>
              <a:gd name="connsiteX815" fmla="*/ 1839327 w 2306082"/>
              <a:gd name="connsiteY815" fmla="*/ 604190 h 1321594"/>
              <a:gd name="connsiteX816" fmla="*/ 1811035 w 2306082"/>
              <a:gd name="connsiteY816" fmla="*/ 613620 h 1321594"/>
              <a:gd name="connsiteX817" fmla="*/ 1782743 w 2306082"/>
              <a:gd name="connsiteY817" fmla="*/ 641912 h 1321594"/>
              <a:gd name="connsiteX818" fmla="*/ 1735589 w 2306082"/>
              <a:gd name="connsiteY818" fmla="*/ 660774 h 1321594"/>
              <a:gd name="connsiteX819" fmla="*/ 1679005 w 2306082"/>
              <a:gd name="connsiteY819" fmla="*/ 689066 h 1321594"/>
              <a:gd name="connsiteX820" fmla="*/ 1622421 w 2306082"/>
              <a:gd name="connsiteY820" fmla="*/ 698496 h 1321594"/>
              <a:gd name="connsiteX821" fmla="*/ 1565837 w 2306082"/>
              <a:gd name="connsiteY821" fmla="*/ 726789 h 1321594"/>
              <a:gd name="connsiteX822" fmla="*/ 1509253 w 2306082"/>
              <a:gd name="connsiteY822" fmla="*/ 745650 h 1321594"/>
              <a:gd name="connsiteX823" fmla="*/ 1443238 w 2306082"/>
              <a:gd name="connsiteY823" fmla="*/ 773942 h 1321594"/>
              <a:gd name="connsiteX824" fmla="*/ 1367792 w 2306082"/>
              <a:gd name="connsiteY824" fmla="*/ 783373 h 1321594"/>
              <a:gd name="connsiteX825" fmla="*/ 1301777 w 2306082"/>
              <a:gd name="connsiteY825" fmla="*/ 792803 h 1321594"/>
              <a:gd name="connsiteX826" fmla="*/ 1066010 w 2306082"/>
              <a:gd name="connsiteY826" fmla="*/ 792803 h 1321594"/>
              <a:gd name="connsiteX827" fmla="*/ 981134 w 2306082"/>
              <a:gd name="connsiteY827" fmla="*/ 811665 h 1321594"/>
              <a:gd name="connsiteX828" fmla="*/ 943411 w 2306082"/>
              <a:gd name="connsiteY828" fmla="*/ 821095 h 1321594"/>
              <a:gd name="connsiteX829" fmla="*/ 867965 w 2306082"/>
              <a:gd name="connsiteY829" fmla="*/ 821095 h 1321594"/>
              <a:gd name="connsiteX830" fmla="*/ 877396 w 2306082"/>
              <a:gd name="connsiteY830" fmla="*/ 811665 h 1321594"/>
              <a:gd name="connsiteX831" fmla="*/ 905688 w 2306082"/>
              <a:gd name="connsiteY831" fmla="*/ 811665 h 1321594"/>
              <a:gd name="connsiteX832" fmla="*/ 952842 w 2306082"/>
              <a:gd name="connsiteY832" fmla="*/ 783373 h 1321594"/>
              <a:gd name="connsiteX833" fmla="*/ 999995 w 2306082"/>
              <a:gd name="connsiteY833" fmla="*/ 773942 h 1321594"/>
              <a:gd name="connsiteX834" fmla="*/ 1056579 w 2306082"/>
              <a:gd name="connsiteY834" fmla="*/ 745650 h 1321594"/>
              <a:gd name="connsiteX835" fmla="*/ 1132025 w 2306082"/>
              <a:gd name="connsiteY835" fmla="*/ 726789 h 1321594"/>
              <a:gd name="connsiteX836" fmla="*/ 1188609 w 2306082"/>
              <a:gd name="connsiteY836" fmla="*/ 717358 h 1321594"/>
              <a:gd name="connsiteX837" fmla="*/ 1273485 w 2306082"/>
              <a:gd name="connsiteY837" fmla="*/ 689066 h 1321594"/>
              <a:gd name="connsiteX838" fmla="*/ 1386653 w 2306082"/>
              <a:gd name="connsiteY838" fmla="*/ 670204 h 1321594"/>
              <a:gd name="connsiteX839" fmla="*/ 1509253 w 2306082"/>
              <a:gd name="connsiteY839" fmla="*/ 660774 h 1321594"/>
              <a:gd name="connsiteX840" fmla="*/ 1660144 w 2306082"/>
              <a:gd name="connsiteY840" fmla="*/ 651343 h 1321594"/>
              <a:gd name="connsiteX841" fmla="*/ 2093956 w 2306082"/>
              <a:gd name="connsiteY841" fmla="*/ 651343 h 1321594"/>
              <a:gd name="connsiteX842" fmla="*/ 2131679 w 2306082"/>
              <a:gd name="connsiteY842" fmla="*/ 641912 h 1321594"/>
              <a:gd name="connsiteX843" fmla="*/ 2159971 w 2306082"/>
              <a:gd name="connsiteY843" fmla="*/ 651343 h 1321594"/>
              <a:gd name="connsiteX844" fmla="*/ 2131679 w 2306082"/>
              <a:gd name="connsiteY844" fmla="*/ 660774 h 1321594"/>
              <a:gd name="connsiteX845" fmla="*/ 2084525 w 2306082"/>
              <a:gd name="connsiteY845" fmla="*/ 670204 h 1321594"/>
              <a:gd name="connsiteX846" fmla="*/ 2027941 w 2306082"/>
              <a:gd name="connsiteY846" fmla="*/ 689066 h 1321594"/>
              <a:gd name="connsiteX847" fmla="*/ 1990218 w 2306082"/>
              <a:gd name="connsiteY847" fmla="*/ 698496 h 1321594"/>
              <a:gd name="connsiteX848" fmla="*/ 1933634 w 2306082"/>
              <a:gd name="connsiteY848" fmla="*/ 717358 h 1321594"/>
              <a:gd name="connsiteX849" fmla="*/ 1886480 w 2306082"/>
              <a:gd name="connsiteY849" fmla="*/ 726789 h 1321594"/>
              <a:gd name="connsiteX850" fmla="*/ 1829896 w 2306082"/>
              <a:gd name="connsiteY850" fmla="*/ 755081 h 1321594"/>
              <a:gd name="connsiteX851" fmla="*/ 1773312 w 2306082"/>
              <a:gd name="connsiteY851" fmla="*/ 773942 h 1321594"/>
              <a:gd name="connsiteX852" fmla="*/ 1716728 w 2306082"/>
              <a:gd name="connsiteY852" fmla="*/ 792803 h 1321594"/>
              <a:gd name="connsiteX853" fmla="*/ 1650713 w 2306082"/>
              <a:gd name="connsiteY853" fmla="*/ 821095 h 1321594"/>
              <a:gd name="connsiteX854" fmla="*/ 1594129 w 2306082"/>
              <a:gd name="connsiteY854" fmla="*/ 839957 h 1321594"/>
              <a:gd name="connsiteX855" fmla="*/ 1546975 w 2306082"/>
              <a:gd name="connsiteY855" fmla="*/ 858818 h 1321594"/>
              <a:gd name="connsiteX856" fmla="*/ 1509253 w 2306082"/>
              <a:gd name="connsiteY856" fmla="*/ 868249 h 1321594"/>
              <a:gd name="connsiteX857" fmla="*/ 1480961 w 2306082"/>
              <a:gd name="connsiteY857" fmla="*/ 887110 h 1321594"/>
              <a:gd name="connsiteX858" fmla="*/ 1452668 w 2306082"/>
              <a:gd name="connsiteY858" fmla="*/ 896541 h 1321594"/>
              <a:gd name="connsiteX859" fmla="*/ 1433807 w 2306082"/>
              <a:gd name="connsiteY859" fmla="*/ 896541 h 1321594"/>
              <a:gd name="connsiteX860" fmla="*/ 1405515 w 2306082"/>
              <a:gd name="connsiteY860" fmla="*/ 905971 h 1321594"/>
              <a:gd name="connsiteX861" fmla="*/ 1396084 w 2306082"/>
              <a:gd name="connsiteY861" fmla="*/ 915402 h 1321594"/>
              <a:gd name="connsiteX862" fmla="*/ 1424376 w 2306082"/>
              <a:gd name="connsiteY862" fmla="*/ 915402 h 1321594"/>
              <a:gd name="connsiteX863" fmla="*/ 1433807 w 2306082"/>
              <a:gd name="connsiteY863" fmla="*/ 924833 h 1321594"/>
              <a:gd name="connsiteX864" fmla="*/ 1443238 w 2306082"/>
              <a:gd name="connsiteY864" fmla="*/ 924833 h 1321594"/>
              <a:gd name="connsiteX865" fmla="*/ 1452668 w 2306082"/>
              <a:gd name="connsiteY865" fmla="*/ 934264 h 1321594"/>
              <a:gd name="connsiteX866" fmla="*/ 1471530 w 2306082"/>
              <a:gd name="connsiteY866" fmla="*/ 943694 h 1321594"/>
              <a:gd name="connsiteX867" fmla="*/ 1471530 w 2306082"/>
              <a:gd name="connsiteY867" fmla="*/ 990848 h 1321594"/>
              <a:gd name="connsiteX868" fmla="*/ 1462099 w 2306082"/>
              <a:gd name="connsiteY868" fmla="*/ 1009709 h 1321594"/>
              <a:gd name="connsiteX869" fmla="*/ 1462099 w 2306082"/>
              <a:gd name="connsiteY869" fmla="*/ 1028570 h 1321594"/>
              <a:gd name="connsiteX870" fmla="*/ 1452668 w 2306082"/>
              <a:gd name="connsiteY870" fmla="*/ 1047432 h 1321594"/>
              <a:gd name="connsiteX871" fmla="*/ 1452668 w 2306082"/>
              <a:gd name="connsiteY871" fmla="*/ 1056863 h 1321594"/>
              <a:gd name="connsiteX872" fmla="*/ 1443238 w 2306082"/>
              <a:gd name="connsiteY872" fmla="*/ 1066294 h 1321594"/>
              <a:gd name="connsiteX873" fmla="*/ 1433807 w 2306082"/>
              <a:gd name="connsiteY873" fmla="*/ 1066294 h 1321594"/>
              <a:gd name="connsiteX874" fmla="*/ 1414946 w 2306082"/>
              <a:gd name="connsiteY874" fmla="*/ 1075724 h 1321594"/>
              <a:gd name="connsiteX875" fmla="*/ 1396084 w 2306082"/>
              <a:gd name="connsiteY875" fmla="*/ 1075724 h 1321594"/>
              <a:gd name="connsiteX876" fmla="*/ 1386653 w 2306082"/>
              <a:gd name="connsiteY876" fmla="*/ 1085155 h 1321594"/>
              <a:gd name="connsiteX877" fmla="*/ 1358362 w 2306082"/>
              <a:gd name="connsiteY877" fmla="*/ 1085155 h 1321594"/>
              <a:gd name="connsiteX878" fmla="*/ 1339500 w 2306082"/>
              <a:gd name="connsiteY878" fmla="*/ 1094586 h 1321594"/>
              <a:gd name="connsiteX879" fmla="*/ 1226332 w 2306082"/>
              <a:gd name="connsiteY879" fmla="*/ 1094586 h 1321594"/>
              <a:gd name="connsiteX880" fmla="*/ 1216901 w 2306082"/>
              <a:gd name="connsiteY880" fmla="*/ 1104016 h 1321594"/>
              <a:gd name="connsiteX881" fmla="*/ 1188609 w 2306082"/>
              <a:gd name="connsiteY881" fmla="*/ 1094586 h 1321594"/>
              <a:gd name="connsiteX882" fmla="*/ 1198040 w 2306082"/>
              <a:gd name="connsiteY882" fmla="*/ 1075724 h 1321594"/>
              <a:gd name="connsiteX883" fmla="*/ 1226332 w 2306082"/>
              <a:gd name="connsiteY883" fmla="*/ 1038001 h 1321594"/>
              <a:gd name="connsiteX884" fmla="*/ 1254624 w 2306082"/>
              <a:gd name="connsiteY884" fmla="*/ 1000279 h 1321594"/>
              <a:gd name="connsiteX885" fmla="*/ 1292347 w 2306082"/>
              <a:gd name="connsiteY885" fmla="*/ 971987 h 1321594"/>
              <a:gd name="connsiteX886" fmla="*/ 1330069 w 2306082"/>
              <a:gd name="connsiteY886" fmla="*/ 953126 h 1321594"/>
              <a:gd name="connsiteX887" fmla="*/ 1386653 w 2306082"/>
              <a:gd name="connsiteY887" fmla="*/ 905971 h 1321594"/>
              <a:gd name="connsiteX888" fmla="*/ 1433807 w 2306082"/>
              <a:gd name="connsiteY888" fmla="*/ 877680 h 1321594"/>
              <a:gd name="connsiteX889" fmla="*/ 1490391 w 2306082"/>
              <a:gd name="connsiteY889" fmla="*/ 839957 h 1321594"/>
              <a:gd name="connsiteX890" fmla="*/ 1556406 w 2306082"/>
              <a:gd name="connsiteY890" fmla="*/ 802234 h 1321594"/>
              <a:gd name="connsiteX891" fmla="*/ 1612990 w 2306082"/>
              <a:gd name="connsiteY891" fmla="*/ 783373 h 1321594"/>
              <a:gd name="connsiteX892" fmla="*/ 1650713 w 2306082"/>
              <a:gd name="connsiteY892" fmla="*/ 764512 h 1321594"/>
              <a:gd name="connsiteX893" fmla="*/ 1679005 w 2306082"/>
              <a:gd name="connsiteY893" fmla="*/ 755081 h 1321594"/>
              <a:gd name="connsiteX894" fmla="*/ 1707297 w 2306082"/>
              <a:gd name="connsiteY894" fmla="*/ 745650 h 1321594"/>
              <a:gd name="connsiteX895" fmla="*/ 1716728 w 2306082"/>
              <a:gd name="connsiteY895" fmla="*/ 745650 h 1321594"/>
              <a:gd name="connsiteX896" fmla="*/ 1735589 w 2306082"/>
              <a:gd name="connsiteY896" fmla="*/ 736219 h 1321594"/>
              <a:gd name="connsiteX897" fmla="*/ 1735589 w 2306082"/>
              <a:gd name="connsiteY897" fmla="*/ 736219 h 1321594"/>
              <a:gd name="connsiteX898" fmla="*/ 1716728 w 2306082"/>
              <a:gd name="connsiteY898" fmla="*/ 745650 h 1321594"/>
              <a:gd name="connsiteX899" fmla="*/ 1688436 w 2306082"/>
              <a:gd name="connsiteY899" fmla="*/ 755081 h 1321594"/>
              <a:gd name="connsiteX900" fmla="*/ 1660144 w 2306082"/>
              <a:gd name="connsiteY900" fmla="*/ 773942 h 1321594"/>
              <a:gd name="connsiteX901" fmla="*/ 1622421 w 2306082"/>
              <a:gd name="connsiteY901" fmla="*/ 792803 h 1321594"/>
              <a:gd name="connsiteX902" fmla="*/ 1594129 w 2306082"/>
              <a:gd name="connsiteY902" fmla="*/ 802234 h 1321594"/>
              <a:gd name="connsiteX903" fmla="*/ 1509253 w 2306082"/>
              <a:gd name="connsiteY903" fmla="*/ 792803 h 1321594"/>
              <a:gd name="connsiteX904" fmla="*/ 1462099 w 2306082"/>
              <a:gd name="connsiteY904" fmla="*/ 821095 h 1321594"/>
              <a:gd name="connsiteX905" fmla="*/ 1377223 w 2306082"/>
              <a:gd name="connsiteY905" fmla="*/ 858818 h 1321594"/>
              <a:gd name="connsiteX906" fmla="*/ 1320639 w 2306082"/>
              <a:gd name="connsiteY906" fmla="*/ 877680 h 1321594"/>
              <a:gd name="connsiteX907" fmla="*/ 1282916 w 2306082"/>
              <a:gd name="connsiteY907" fmla="*/ 896541 h 1321594"/>
              <a:gd name="connsiteX908" fmla="*/ 1235762 w 2306082"/>
              <a:gd name="connsiteY908" fmla="*/ 905971 h 1321594"/>
              <a:gd name="connsiteX909" fmla="*/ 1216901 w 2306082"/>
              <a:gd name="connsiteY909" fmla="*/ 915402 h 1321594"/>
              <a:gd name="connsiteX910" fmla="*/ 1188609 w 2306082"/>
              <a:gd name="connsiteY910" fmla="*/ 924833 h 1321594"/>
              <a:gd name="connsiteX911" fmla="*/ 1160317 w 2306082"/>
              <a:gd name="connsiteY911" fmla="*/ 924833 h 1321594"/>
              <a:gd name="connsiteX912" fmla="*/ 1132025 w 2306082"/>
              <a:gd name="connsiteY912" fmla="*/ 934264 h 1321594"/>
              <a:gd name="connsiteX913" fmla="*/ 1113163 w 2306082"/>
              <a:gd name="connsiteY913" fmla="*/ 943694 h 1321594"/>
              <a:gd name="connsiteX914" fmla="*/ 1103733 w 2306082"/>
              <a:gd name="connsiteY914" fmla="*/ 934264 h 1321594"/>
              <a:gd name="connsiteX915" fmla="*/ 1094302 w 2306082"/>
              <a:gd name="connsiteY915" fmla="*/ 943694 h 1321594"/>
              <a:gd name="connsiteX916" fmla="*/ 1103733 w 2306082"/>
              <a:gd name="connsiteY916" fmla="*/ 915402 h 1321594"/>
              <a:gd name="connsiteX917" fmla="*/ 1103733 w 2306082"/>
              <a:gd name="connsiteY917" fmla="*/ 905971 h 1321594"/>
              <a:gd name="connsiteX918" fmla="*/ 1094302 w 2306082"/>
              <a:gd name="connsiteY918" fmla="*/ 887110 h 1321594"/>
              <a:gd name="connsiteX919" fmla="*/ 1113163 w 2306082"/>
              <a:gd name="connsiteY919" fmla="*/ 877680 h 1321594"/>
              <a:gd name="connsiteX920" fmla="*/ 1132025 w 2306082"/>
              <a:gd name="connsiteY920" fmla="*/ 868249 h 1321594"/>
              <a:gd name="connsiteX921" fmla="*/ 1141456 w 2306082"/>
              <a:gd name="connsiteY921" fmla="*/ 858818 h 132159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</a:cxnLst>
            <a:rect l="l" t="t" r="r" b="b"/>
            <a:pathLst>
              <a:path w="2306082" h="1321594">
                <a:moveTo>
                  <a:pt x="2141109" y="94932"/>
                </a:moveTo>
                <a:cubicBezTo>
                  <a:pt x="2132307" y="99333"/>
                  <a:pt x="2024169" y="152145"/>
                  <a:pt x="2009079" y="160947"/>
                </a:cubicBezTo>
                <a:cubicBezTo>
                  <a:pt x="1993990" y="169749"/>
                  <a:pt x="1924203" y="221303"/>
                  <a:pt x="1914772" y="226962"/>
                </a:cubicBezTo>
                <a:cubicBezTo>
                  <a:pt x="1905342" y="232620"/>
                  <a:pt x="1872020" y="243308"/>
                  <a:pt x="1867619" y="245823"/>
                </a:cubicBezTo>
                <a:cubicBezTo>
                  <a:pt x="1863218" y="248338"/>
                  <a:pt x="1851272" y="262169"/>
                  <a:pt x="1848758" y="264684"/>
                </a:cubicBezTo>
                <a:cubicBezTo>
                  <a:pt x="1846243" y="267199"/>
                  <a:pt x="1834926" y="279144"/>
                  <a:pt x="1829896" y="283546"/>
                </a:cubicBezTo>
                <a:cubicBezTo>
                  <a:pt x="1824866" y="287946"/>
                  <a:pt x="1780857" y="325669"/>
                  <a:pt x="1773312" y="330699"/>
                </a:cubicBezTo>
                <a:cubicBezTo>
                  <a:pt x="1765768" y="335729"/>
                  <a:pt x="1723015" y="355219"/>
                  <a:pt x="1716728" y="358992"/>
                </a:cubicBezTo>
                <a:cubicBezTo>
                  <a:pt x="1710440" y="362764"/>
                  <a:pt x="1682777" y="384140"/>
                  <a:pt x="1679005" y="387284"/>
                </a:cubicBezTo>
                <a:cubicBezTo>
                  <a:pt x="1675233" y="390427"/>
                  <a:pt x="1663916" y="402373"/>
                  <a:pt x="1660144" y="406145"/>
                </a:cubicBezTo>
                <a:cubicBezTo>
                  <a:pt x="1656371" y="409917"/>
                  <a:pt x="1626193" y="440095"/>
                  <a:pt x="1622421" y="443868"/>
                </a:cubicBezTo>
                <a:cubicBezTo>
                  <a:pt x="1618649" y="447640"/>
                  <a:pt x="1606703" y="459586"/>
                  <a:pt x="1603559" y="462729"/>
                </a:cubicBezTo>
                <a:cubicBezTo>
                  <a:pt x="1600416" y="465873"/>
                  <a:pt x="1579040" y="487249"/>
                  <a:pt x="1575268" y="491021"/>
                </a:cubicBezTo>
                <a:cubicBezTo>
                  <a:pt x="1571495" y="494793"/>
                  <a:pt x="1550748" y="516170"/>
                  <a:pt x="1546975" y="519313"/>
                </a:cubicBezTo>
                <a:cubicBezTo>
                  <a:pt x="1543203" y="522457"/>
                  <a:pt x="1521827" y="535031"/>
                  <a:pt x="1518683" y="538175"/>
                </a:cubicBezTo>
                <a:cubicBezTo>
                  <a:pt x="1515540" y="541318"/>
                  <a:pt x="1502965" y="563323"/>
                  <a:pt x="1499822" y="566467"/>
                </a:cubicBezTo>
                <a:cubicBezTo>
                  <a:pt x="1496678" y="569610"/>
                  <a:pt x="1474674" y="582813"/>
                  <a:pt x="1471530" y="585328"/>
                </a:cubicBezTo>
                <a:cubicBezTo>
                  <a:pt x="1468386" y="587843"/>
                  <a:pt x="1457069" y="599160"/>
                  <a:pt x="1452668" y="604190"/>
                </a:cubicBezTo>
                <a:cubicBezTo>
                  <a:pt x="1448267" y="609219"/>
                  <a:pt x="1412431" y="653858"/>
                  <a:pt x="1405515" y="660774"/>
                </a:cubicBezTo>
                <a:cubicBezTo>
                  <a:pt x="1398599" y="667689"/>
                  <a:pt x="1354589" y="702269"/>
                  <a:pt x="1348931" y="707927"/>
                </a:cubicBezTo>
                <a:cubicBezTo>
                  <a:pt x="1343272" y="713586"/>
                  <a:pt x="1323782" y="741877"/>
                  <a:pt x="1320639" y="745650"/>
                </a:cubicBezTo>
                <a:cubicBezTo>
                  <a:pt x="1317495" y="749422"/>
                  <a:pt x="1304292" y="761368"/>
                  <a:pt x="1301777" y="764512"/>
                </a:cubicBezTo>
                <a:cubicBezTo>
                  <a:pt x="1299262" y="767655"/>
                  <a:pt x="1286059" y="789660"/>
                  <a:pt x="1282916" y="792803"/>
                </a:cubicBezTo>
                <a:cubicBezTo>
                  <a:pt x="1279772" y="795947"/>
                  <a:pt x="1258396" y="807893"/>
                  <a:pt x="1254624" y="811665"/>
                </a:cubicBezTo>
                <a:cubicBezTo>
                  <a:pt x="1250852" y="815437"/>
                  <a:pt x="1229475" y="845615"/>
                  <a:pt x="1226332" y="849388"/>
                </a:cubicBezTo>
                <a:cubicBezTo>
                  <a:pt x="1223188" y="853160"/>
                  <a:pt x="1209985" y="865734"/>
                  <a:pt x="1207471" y="868249"/>
                </a:cubicBezTo>
                <a:cubicBezTo>
                  <a:pt x="1204956" y="870763"/>
                  <a:pt x="1192381" y="883966"/>
                  <a:pt x="1188609" y="887110"/>
                </a:cubicBezTo>
                <a:cubicBezTo>
                  <a:pt x="1184837" y="890254"/>
                  <a:pt x="1154658" y="912258"/>
                  <a:pt x="1150886" y="915402"/>
                </a:cubicBezTo>
                <a:cubicBezTo>
                  <a:pt x="1147114" y="918545"/>
                  <a:pt x="1134540" y="931120"/>
                  <a:pt x="1132025" y="934264"/>
                </a:cubicBezTo>
                <a:cubicBezTo>
                  <a:pt x="1129510" y="937407"/>
                  <a:pt x="1116936" y="958783"/>
                  <a:pt x="1113163" y="962556"/>
                </a:cubicBezTo>
                <a:cubicBezTo>
                  <a:pt x="1109391" y="966328"/>
                  <a:pt x="1079842" y="987075"/>
                  <a:pt x="1075441" y="990848"/>
                </a:cubicBezTo>
                <a:cubicBezTo>
                  <a:pt x="1071040" y="994620"/>
                  <a:pt x="1050921" y="1015996"/>
                  <a:pt x="1047149" y="1019140"/>
                </a:cubicBezTo>
                <a:cubicBezTo>
                  <a:pt x="1043376" y="1022284"/>
                  <a:pt x="1021371" y="1036115"/>
                  <a:pt x="1018856" y="1038001"/>
                </a:cubicBezTo>
                <a:cubicBezTo>
                  <a:pt x="1016341" y="1039887"/>
                  <a:pt x="1011941" y="1046175"/>
                  <a:pt x="1009426" y="1047432"/>
                </a:cubicBezTo>
                <a:cubicBezTo>
                  <a:pt x="1006911" y="1048689"/>
                  <a:pt x="983648" y="1055606"/>
                  <a:pt x="981134" y="1056863"/>
                </a:cubicBezTo>
                <a:cubicBezTo>
                  <a:pt x="978619" y="1058120"/>
                  <a:pt x="972961" y="1065036"/>
                  <a:pt x="971703" y="1066294"/>
                </a:cubicBezTo>
                <a:cubicBezTo>
                  <a:pt x="970446" y="1067551"/>
                  <a:pt x="963530" y="1075095"/>
                  <a:pt x="962272" y="1075724"/>
                </a:cubicBezTo>
                <a:cubicBezTo>
                  <a:pt x="961015" y="1076352"/>
                  <a:pt x="954099" y="1075095"/>
                  <a:pt x="952842" y="1075724"/>
                </a:cubicBezTo>
                <a:cubicBezTo>
                  <a:pt x="951584" y="1076352"/>
                  <a:pt x="945297" y="1083897"/>
                  <a:pt x="943411" y="1085155"/>
                </a:cubicBezTo>
                <a:cubicBezTo>
                  <a:pt x="941525" y="1086412"/>
                  <a:pt x="926436" y="1093328"/>
                  <a:pt x="924550" y="1094586"/>
                </a:cubicBezTo>
                <a:cubicBezTo>
                  <a:pt x="922663" y="1095842"/>
                  <a:pt x="919520" y="1104016"/>
                  <a:pt x="915119" y="1104016"/>
                </a:cubicBezTo>
                <a:cubicBezTo>
                  <a:pt x="910718" y="1104016"/>
                  <a:pt x="862936" y="1095214"/>
                  <a:pt x="858535" y="1094586"/>
                </a:cubicBezTo>
                <a:cubicBezTo>
                  <a:pt x="854134" y="1093957"/>
                  <a:pt x="850361" y="1095214"/>
                  <a:pt x="849104" y="1094586"/>
                </a:cubicBezTo>
                <a:cubicBezTo>
                  <a:pt x="847847" y="1093957"/>
                  <a:pt x="840931" y="1086412"/>
                  <a:pt x="839673" y="1085155"/>
                </a:cubicBezTo>
                <a:cubicBezTo>
                  <a:pt x="838416" y="1083897"/>
                  <a:pt x="831500" y="1076352"/>
                  <a:pt x="830243" y="1075724"/>
                </a:cubicBezTo>
                <a:cubicBezTo>
                  <a:pt x="828985" y="1075095"/>
                  <a:pt x="822069" y="1078238"/>
                  <a:pt x="820812" y="1075724"/>
                </a:cubicBezTo>
                <a:cubicBezTo>
                  <a:pt x="819554" y="1073209"/>
                  <a:pt x="813267" y="1043660"/>
                  <a:pt x="811381" y="1038001"/>
                </a:cubicBezTo>
                <a:cubicBezTo>
                  <a:pt x="809495" y="1032342"/>
                  <a:pt x="795035" y="995249"/>
                  <a:pt x="792520" y="990848"/>
                </a:cubicBezTo>
                <a:cubicBezTo>
                  <a:pt x="790005" y="986446"/>
                  <a:pt x="775545" y="973873"/>
                  <a:pt x="773659" y="971987"/>
                </a:cubicBezTo>
                <a:cubicBezTo>
                  <a:pt x="771772" y="970100"/>
                  <a:pt x="766743" y="965699"/>
                  <a:pt x="764228" y="962556"/>
                </a:cubicBezTo>
                <a:cubicBezTo>
                  <a:pt x="761713" y="959412"/>
                  <a:pt x="738451" y="928605"/>
                  <a:pt x="735936" y="924833"/>
                </a:cubicBezTo>
                <a:cubicBezTo>
                  <a:pt x="733421" y="921061"/>
                  <a:pt x="727762" y="908486"/>
                  <a:pt x="726505" y="905971"/>
                </a:cubicBezTo>
                <a:cubicBezTo>
                  <a:pt x="725248" y="903456"/>
                  <a:pt x="719589" y="890254"/>
                  <a:pt x="717074" y="887110"/>
                </a:cubicBezTo>
                <a:cubicBezTo>
                  <a:pt x="714560" y="883966"/>
                  <a:pt x="691297" y="861333"/>
                  <a:pt x="688782" y="858818"/>
                </a:cubicBezTo>
                <a:cubicBezTo>
                  <a:pt x="686267" y="856303"/>
                  <a:pt x="681866" y="852531"/>
                  <a:pt x="679352" y="849388"/>
                </a:cubicBezTo>
                <a:cubicBezTo>
                  <a:pt x="676837" y="846244"/>
                  <a:pt x="653574" y="815437"/>
                  <a:pt x="651059" y="811665"/>
                </a:cubicBezTo>
                <a:cubicBezTo>
                  <a:pt x="648545" y="807893"/>
                  <a:pt x="642886" y="795318"/>
                  <a:pt x="641629" y="792803"/>
                </a:cubicBezTo>
                <a:cubicBezTo>
                  <a:pt x="640371" y="790288"/>
                  <a:pt x="634084" y="777085"/>
                  <a:pt x="632198" y="773942"/>
                </a:cubicBezTo>
                <a:cubicBezTo>
                  <a:pt x="630312" y="770798"/>
                  <a:pt x="616480" y="750680"/>
                  <a:pt x="613337" y="745650"/>
                </a:cubicBezTo>
                <a:cubicBezTo>
                  <a:pt x="610193" y="740620"/>
                  <a:pt x="589446" y="704783"/>
                  <a:pt x="585045" y="698496"/>
                </a:cubicBezTo>
                <a:cubicBezTo>
                  <a:pt x="580644" y="692209"/>
                  <a:pt x="551094" y="657002"/>
                  <a:pt x="547322" y="651343"/>
                </a:cubicBezTo>
                <a:cubicBezTo>
                  <a:pt x="543549" y="645685"/>
                  <a:pt x="530975" y="618021"/>
                  <a:pt x="528460" y="613620"/>
                </a:cubicBezTo>
                <a:cubicBezTo>
                  <a:pt x="525946" y="609219"/>
                  <a:pt x="511485" y="588471"/>
                  <a:pt x="509599" y="585328"/>
                </a:cubicBezTo>
                <a:cubicBezTo>
                  <a:pt x="507713" y="582184"/>
                  <a:pt x="501426" y="569610"/>
                  <a:pt x="500168" y="566467"/>
                </a:cubicBezTo>
                <a:cubicBezTo>
                  <a:pt x="498911" y="563323"/>
                  <a:pt x="491366" y="540689"/>
                  <a:pt x="490738" y="538175"/>
                </a:cubicBezTo>
                <a:cubicBezTo>
                  <a:pt x="490109" y="535660"/>
                  <a:pt x="491366" y="531259"/>
                  <a:pt x="490738" y="528744"/>
                </a:cubicBezTo>
                <a:cubicBezTo>
                  <a:pt x="490109" y="526229"/>
                  <a:pt x="481936" y="502966"/>
                  <a:pt x="481307" y="500452"/>
                </a:cubicBezTo>
                <a:cubicBezTo>
                  <a:pt x="480678" y="497937"/>
                  <a:pt x="481936" y="492907"/>
                  <a:pt x="481307" y="491021"/>
                </a:cubicBezTo>
                <a:cubicBezTo>
                  <a:pt x="480678" y="489135"/>
                  <a:pt x="471248" y="480333"/>
                  <a:pt x="471876" y="472160"/>
                </a:cubicBezTo>
                <a:cubicBezTo>
                  <a:pt x="472505" y="463987"/>
                  <a:pt x="488223" y="376595"/>
                  <a:pt x="490738" y="368422"/>
                </a:cubicBezTo>
                <a:cubicBezTo>
                  <a:pt x="493253" y="360249"/>
                  <a:pt x="507713" y="352075"/>
                  <a:pt x="509599" y="349561"/>
                </a:cubicBezTo>
                <a:cubicBezTo>
                  <a:pt x="511485" y="347046"/>
                  <a:pt x="517772" y="332585"/>
                  <a:pt x="519030" y="330699"/>
                </a:cubicBezTo>
                <a:cubicBezTo>
                  <a:pt x="520287" y="328813"/>
                  <a:pt x="527832" y="323155"/>
                  <a:pt x="528460" y="321269"/>
                </a:cubicBezTo>
                <a:cubicBezTo>
                  <a:pt x="529089" y="319383"/>
                  <a:pt x="527203" y="304293"/>
                  <a:pt x="528460" y="302407"/>
                </a:cubicBezTo>
                <a:cubicBezTo>
                  <a:pt x="529718" y="300521"/>
                  <a:pt x="544807" y="294863"/>
                  <a:pt x="547322" y="292977"/>
                </a:cubicBezTo>
                <a:cubicBezTo>
                  <a:pt x="549837" y="291090"/>
                  <a:pt x="563040" y="276630"/>
                  <a:pt x="566183" y="274115"/>
                </a:cubicBezTo>
                <a:cubicBezTo>
                  <a:pt x="569327" y="271600"/>
                  <a:pt x="591960" y="257140"/>
                  <a:pt x="594475" y="255254"/>
                </a:cubicBezTo>
                <a:cubicBezTo>
                  <a:pt x="596990" y="253368"/>
                  <a:pt x="602020" y="247081"/>
                  <a:pt x="603906" y="245823"/>
                </a:cubicBezTo>
                <a:cubicBezTo>
                  <a:pt x="605792" y="244566"/>
                  <a:pt x="620252" y="238279"/>
                  <a:pt x="622767" y="236393"/>
                </a:cubicBezTo>
                <a:cubicBezTo>
                  <a:pt x="625282" y="234506"/>
                  <a:pt x="639114" y="219417"/>
                  <a:pt x="641629" y="217531"/>
                </a:cubicBezTo>
                <a:cubicBezTo>
                  <a:pt x="644144" y="215645"/>
                  <a:pt x="656089" y="209986"/>
                  <a:pt x="660490" y="208100"/>
                </a:cubicBezTo>
                <a:cubicBezTo>
                  <a:pt x="664891" y="206214"/>
                  <a:pt x="704500" y="191754"/>
                  <a:pt x="707644" y="189239"/>
                </a:cubicBezTo>
                <a:cubicBezTo>
                  <a:pt x="710787" y="186724"/>
                  <a:pt x="705758" y="172892"/>
                  <a:pt x="707644" y="170378"/>
                </a:cubicBezTo>
                <a:cubicBezTo>
                  <a:pt x="709530" y="167863"/>
                  <a:pt x="732163" y="153402"/>
                  <a:pt x="735936" y="151516"/>
                </a:cubicBezTo>
                <a:cubicBezTo>
                  <a:pt x="739708" y="149630"/>
                  <a:pt x="761084" y="143343"/>
                  <a:pt x="764228" y="142086"/>
                </a:cubicBezTo>
                <a:cubicBezTo>
                  <a:pt x="767371" y="140828"/>
                  <a:pt x="779946" y="133283"/>
                  <a:pt x="783089" y="132655"/>
                </a:cubicBezTo>
                <a:cubicBezTo>
                  <a:pt x="786233" y="132026"/>
                  <a:pt x="808238" y="133912"/>
                  <a:pt x="811381" y="132655"/>
                </a:cubicBezTo>
                <a:cubicBezTo>
                  <a:pt x="814525" y="131397"/>
                  <a:pt x="825213" y="115679"/>
                  <a:pt x="830243" y="113793"/>
                </a:cubicBezTo>
                <a:cubicBezTo>
                  <a:pt x="835272" y="111907"/>
                  <a:pt x="880540" y="105620"/>
                  <a:pt x="886827" y="104363"/>
                </a:cubicBezTo>
                <a:cubicBezTo>
                  <a:pt x="893114" y="103105"/>
                  <a:pt x="918891" y="96189"/>
                  <a:pt x="924550" y="94932"/>
                </a:cubicBezTo>
                <a:cubicBezTo>
                  <a:pt x="930208" y="93675"/>
                  <a:pt x="967302" y="86759"/>
                  <a:pt x="971703" y="85502"/>
                </a:cubicBezTo>
                <a:cubicBezTo>
                  <a:pt x="976104" y="84244"/>
                  <a:pt x="985535" y="77328"/>
                  <a:pt x="990564" y="76071"/>
                </a:cubicBezTo>
                <a:cubicBezTo>
                  <a:pt x="995594" y="74813"/>
                  <a:pt x="1040233" y="67268"/>
                  <a:pt x="1047149" y="66640"/>
                </a:cubicBezTo>
                <a:cubicBezTo>
                  <a:pt x="1054064" y="66011"/>
                  <a:pt x="1088015" y="67897"/>
                  <a:pt x="1094302" y="66640"/>
                </a:cubicBezTo>
                <a:cubicBezTo>
                  <a:pt x="1100589" y="65382"/>
                  <a:pt x="1130139" y="49036"/>
                  <a:pt x="1141456" y="47779"/>
                </a:cubicBezTo>
                <a:cubicBezTo>
                  <a:pt x="1152772" y="46521"/>
                  <a:pt x="1254624" y="48407"/>
                  <a:pt x="1264055" y="47779"/>
                </a:cubicBezTo>
                <a:cubicBezTo>
                  <a:pt x="1273485" y="47150"/>
                  <a:pt x="1262168" y="38976"/>
                  <a:pt x="1282916" y="38348"/>
                </a:cubicBezTo>
                <a:cubicBezTo>
                  <a:pt x="1303663" y="37719"/>
                  <a:pt x="1555149" y="37719"/>
                  <a:pt x="1575268" y="38348"/>
                </a:cubicBezTo>
                <a:cubicBezTo>
                  <a:pt x="1595386" y="38976"/>
                  <a:pt x="1583441" y="47150"/>
                  <a:pt x="1584698" y="47779"/>
                </a:cubicBezTo>
                <a:cubicBezTo>
                  <a:pt x="1585955" y="48407"/>
                  <a:pt x="1592871" y="47150"/>
                  <a:pt x="1594129" y="47779"/>
                </a:cubicBezTo>
                <a:cubicBezTo>
                  <a:pt x="1595386" y="48407"/>
                  <a:pt x="1602302" y="56581"/>
                  <a:pt x="1603559" y="57209"/>
                </a:cubicBezTo>
                <a:cubicBezTo>
                  <a:pt x="1604817" y="57838"/>
                  <a:pt x="1611733" y="56581"/>
                  <a:pt x="1612990" y="57209"/>
                </a:cubicBezTo>
                <a:cubicBezTo>
                  <a:pt x="1614248" y="57838"/>
                  <a:pt x="1620535" y="64125"/>
                  <a:pt x="1622421" y="66640"/>
                </a:cubicBezTo>
                <a:cubicBezTo>
                  <a:pt x="1624307" y="69155"/>
                  <a:pt x="1639396" y="91788"/>
                  <a:pt x="1641282" y="94932"/>
                </a:cubicBezTo>
                <a:cubicBezTo>
                  <a:pt x="1643169" y="98075"/>
                  <a:pt x="1649455" y="111907"/>
                  <a:pt x="1650713" y="113793"/>
                </a:cubicBezTo>
                <a:cubicBezTo>
                  <a:pt x="1651970" y="115679"/>
                  <a:pt x="1657629" y="119452"/>
                  <a:pt x="1660144" y="123224"/>
                </a:cubicBezTo>
                <a:cubicBezTo>
                  <a:pt x="1662659" y="126996"/>
                  <a:pt x="1685921" y="165977"/>
                  <a:pt x="1688436" y="170378"/>
                </a:cubicBezTo>
                <a:cubicBezTo>
                  <a:pt x="1690951" y="174779"/>
                  <a:pt x="1697238" y="187353"/>
                  <a:pt x="1697866" y="189239"/>
                </a:cubicBezTo>
                <a:cubicBezTo>
                  <a:pt x="1698495" y="191125"/>
                  <a:pt x="1697238" y="197412"/>
                  <a:pt x="1697866" y="198670"/>
                </a:cubicBezTo>
                <a:cubicBezTo>
                  <a:pt x="1698495" y="199927"/>
                  <a:pt x="1706669" y="206214"/>
                  <a:pt x="1707297" y="208100"/>
                </a:cubicBezTo>
                <a:cubicBezTo>
                  <a:pt x="1707926" y="209986"/>
                  <a:pt x="1706040" y="224447"/>
                  <a:pt x="1707297" y="226962"/>
                </a:cubicBezTo>
                <a:cubicBezTo>
                  <a:pt x="1708555" y="229476"/>
                  <a:pt x="1724272" y="243308"/>
                  <a:pt x="1726159" y="245823"/>
                </a:cubicBezTo>
                <a:cubicBezTo>
                  <a:pt x="1728045" y="248338"/>
                  <a:pt x="1734332" y="261540"/>
                  <a:pt x="1735589" y="264684"/>
                </a:cubicBezTo>
                <a:cubicBezTo>
                  <a:pt x="1736847" y="267827"/>
                  <a:pt x="1743763" y="289833"/>
                  <a:pt x="1745020" y="292977"/>
                </a:cubicBezTo>
                <a:cubicBezTo>
                  <a:pt x="1746277" y="296120"/>
                  <a:pt x="1753193" y="308694"/>
                  <a:pt x="1754451" y="311838"/>
                </a:cubicBezTo>
                <a:cubicBezTo>
                  <a:pt x="1755708" y="314981"/>
                  <a:pt x="1763253" y="331328"/>
                  <a:pt x="1763881" y="340130"/>
                </a:cubicBezTo>
                <a:cubicBezTo>
                  <a:pt x="1764510" y="348932"/>
                  <a:pt x="1765139" y="435694"/>
                  <a:pt x="1763881" y="443868"/>
                </a:cubicBezTo>
                <a:cubicBezTo>
                  <a:pt x="1762624" y="452041"/>
                  <a:pt x="1746906" y="460214"/>
                  <a:pt x="1745020" y="462729"/>
                </a:cubicBezTo>
                <a:cubicBezTo>
                  <a:pt x="1743134" y="465244"/>
                  <a:pt x="1738104" y="478446"/>
                  <a:pt x="1735589" y="481590"/>
                </a:cubicBezTo>
                <a:cubicBezTo>
                  <a:pt x="1733074" y="484734"/>
                  <a:pt x="1711698" y="506739"/>
                  <a:pt x="1707297" y="509883"/>
                </a:cubicBezTo>
                <a:cubicBezTo>
                  <a:pt x="1702896" y="513026"/>
                  <a:pt x="1675861" y="525600"/>
                  <a:pt x="1669574" y="528744"/>
                </a:cubicBezTo>
                <a:cubicBezTo>
                  <a:pt x="1663287" y="531887"/>
                  <a:pt x="1618649" y="553892"/>
                  <a:pt x="1612990" y="557036"/>
                </a:cubicBezTo>
                <a:cubicBezTo>
                  <a:pt x="1607332" y="560180"/>
                  <a:pt x="1589728" y="573382"/>
                  <a:pt x="1584698" y="575897"/>
                </a:cubicBezTo>
                <a:cubicBezTo>
                  <a:pt x="1579668" y="578412"/>
                  <a:pt x="1543832" y="592244"/>
                  <a:pt x="1537545" y="594759"/>
                </a:cubicBezTo>
                <a:cubicBezTo>
                  <a:pt x="1531258" y="597273"/>
                  <a:pt x="1496678" y="611105"/>
                  <a:pt x="1490391" y="613620"/>
                </a:cubicBezTo>
                <a:cubicBezTo>
                  <a:pt x="1484104" y="616135"/>
                  <a:pt x="1451411" y="629966"/>
                  <a:pt x="1443238" y="632481"/>
                </a:cubicBezTo>
                <a:cubicBezTo>
                  <a:pt x="1435065" y="634996"/>
                  <a:pt x="1376594" y="649457"/>
                  <a:pt x="1367792" y="651343"/>
                </a:cubicBezTo>
                <a:cubicBezTo>
                  <a:pt x="1358990" y="653229"/>
                  <a:pt x="1320010" y="658259"/>
                  <a:pt x="1311208" y="660774"/>
                </a:cubicBezTo>
                <a:cubicBezTo>
                  <a:pt x="1302406" y="663288"/>
                  <a:pt x="1244564" y="687179"/>
                  <a:pt x="1235762" y="689066"/>
                </a:cubicBezTo>
                <a:cubicBezTo>
                  <a:pt x="1226960" y="690951"/>
                  <a:pt x="1188609" y="688437"/>
                  <a:pt x="1179178" y="689066"/>
                </a:cubicBezTo>
                <a:cubicBezTo>
                  <a:pt x="1169748" y="689694"/>
                  <a:pt x="1107505" y="697239"/>
                  <a:pt x="1094302" y="698496"/>
                </a:cubicBezTo>
                <a:cubicBezTo>
                  <a:pt x="1081099" y="699753"/>
                  <a:pt x="1016970" y="707298"/>
                  <a:pt x="981134" y="707927"/>
                </a:cubicBezTo>
                <a:cubicBezTo>
                  <a:pt x="945297" y="708556"/>
                  <a:pt x="589446" y="708556"/>
                  <a:pt x="556753" y="707927"/>
                </a:cubicBezTo>
                <a:cubicBezTo>
                  <a:pt x="524060" y="707298"/>
                  <a:pt x="503312" y="699125"/>
                  <a:pt x="490738" y="698496"/>
                </a:cubicBezTo>
                <a:cubicBezTo>
                  <a:pt x="478163" y="697867"/>
                  <a:pt x="378827" y="699125"/>
                  <a:pt x="368139" y="698496"/>
                </a:cubicBezTo>
                <a:cubicBezTo>
                  <a:pt x="357451" y="697867"/>
                  <a:pt x="336074" y="690323"/>
                  <a:pt x="330416" y="689066"/>
                </a:cubicBezTo>
                <a:cubicBezTo>
                  <a:pt x="324757" y="687808"/>
                  <a:pt x="289550" y="680892"/>
                  <a:pt x="283262" y="679635"/>
                </a:cubicBezTo>
                <a:cubicBezTo>
                  <a:pt x="276975" y="678378"/>
                  <a:pt x="245540" y="672090"/>
                  <a:pt x="236109" y="670204"/>
                </a:cubicBezTo>
                <a:cubicBezTo>
                  <a:pt x="226678" y="668318"/>
                  <a:pt x="149975" y="652601"/>
                  <a:pt x="141802" y="651343"/>
                </a:cubicBezTo>
                <a:cubicBezTo>
                  <a:pt x="133629" y="650086"/>
                  <a:pt x="117282" y="651972"/>
                  <a:pt x="113510" y="651343"/>
                </a:cubicBezTo>
                <a:cubicBezTo>
                  <a:pt x="109738" y="650714"/>
                  <a:pt x="88361" y="643169"/>
                  <a:pt x="85218" y="641912"/>
                </a:cubicBezTo>
                <a:cubicBezTo>
                  <a:pt x="82074" y="640655"/>
                  <a:pt x="68243" y="633110"/>
                  <a:pt x="66357" y="632481"/>
                </a:cubicBezTo>
                <a:cubicBezTo>
                  <a:pt x="64470" y="631852"/>
                  <a:pt x="58183" y="633110"/>
                  <a:pt x="56926" y="632481"/>
                </a:cubicBezTo>
                <a:cubicBezTo>
                  <a:pt x="55668" y="631852"/>
                  <a:pt x="48124" y="625566"/>
                  <a:pt x="47495" y="623051"/>
                </a:cubicBezTo>
                <a:cubicBezTo>
                  <a:pt x="46866" y="620536"/>
                  <a:pt x="46866" y="597902"/>
                  <a:pt x="47495" y="594759"/>
                </a:cubicBezTo>
                <a:cubicBezTo>
                  <a:pt x="48124" y="591615"/>
                  <a:pt x="55668" y="579041"/>
                  <a:pt x="56926" y="575897"/>
                </a:cubicBezTo>
                <a:cubicBezTo>
                  <a:pt x="58183" y="572754"/>
                  <a:pt x="65099" y="550749"/>
                  <a:pt x="66357" y="547605"/>
                </a:cubicBezTo>
                <a:cubicBezTo>
                  <a:pt x="67614" y="544462"/>
                  <a:pt x="73272" y="531259"/>
                  <a:pt x="75787" y="528744"/>
                </a:cubicBezTo>
                <a:cubicBezTo>
                  <a:pt x="78302" y="526229"/>
                  <a:pt x="100936" y="512397"/>
                  <a:pt x="104079" y="509883"/>
                </a:cubicBezTo>
                <a:cubicBezTo>
                  <a:pt x="107223" y="507368"/>
                  <a:pt x="119797" y="493536"/>
                  <a:pt x="122941" y="491021"/>
                </a:cubicBezTo>
                <a:cubicBezTo>
                  <a:pt x="126084" y="488506"/>
                  <a:pt x="146832" y="474675"/>
                  <a:pt x="151233" y="472160"/>
                </a:cubicBezTo>
                <a:cubicBezTo>
                  <a:pt x="155634" y="469645"/>
                  <a:pt x="182668" y="455813"/>
                  <a:pt x="188956" y="453299"/>
                </a:cubicBezTo>
                <a:cubicBezTo>
                  <a:pt x="195243" y="450784"/>
                  <a:pt x="239252" y="436323"/>
                  <a:pt x="245540" y="434437"/>
                </a:cubicBezTo>
                <a:cubicBezTo>
                  <a:pt x="251827" y="432551"/>
                  <a:pt x="278233" y="426892"/>
                  <a:pt x="283262" y="425006"/>
                </a:cubicBezTo>
                <a:cubicBezTo>
                  <a:pt x="288292" y="423120"/>
                  <a:pt x="314069" y="408031"/>
                  <a:pt x="320985" y="406145"/>
                </a:cubicBezTo>
                <a:cubicBezTo>
                  <a:pt x="327901" y="404259"/>
                  <a:pt x="376312" y="399229"/>
                  <a:pt x="387000" y="396714"/>
                </a:cubicBezTo>
                <a:cubicBezTo>
                  <a:pt x="397688" y="394199"/>
                  <a:pt x="468733" y="370937"/>
                  <a:pt x="481307" y="368422"/>
                </a:cubicBezTo>
                <a:cubicBezTo>
                  <a:pt x="493881" y="365907"/>
                  <a:pt x="563668" y="360249"/>
                  <a:pt x="575614" y="358992"/>
                </a:cubicBezTo>
                <a:cubicBezTo>
                  <a:pt x="587560" y="357734"/>
                  <a:pt x="641629" y="350189"/>
                  <a:pt x="660490" y="349561"/>
                </a:cubicBezTo>
                <a:cubicBezTo>
                  <a:pt x="679352" y="348932"/>
                  <a:pt x="838416" y="350189"/>
                  <a:pt x="858535" y="349561"/>
                </a:cubicBezTo>
                <a:cubicBezTo>
                  <a:pt x="878653" y="348932"/>
                  <a:pt x="889970" y="340758"/>
                  <a:pt x="962272" y="340130"/>
                </a:cubicBezTo>
                <a:cubicBezTo>
                  <a:pt x="1034574" y="339501"/>
                  <a:pt x="1874535" y="339501"/>
                  <a:pt x="1943065" y="340130"/>
                </a:cubicBezTo>
                <a:cubicBezTo>
                  <a:pt x="2011594" y="340758"/>
                  <a:pt x="1983302" y="348303"/>
                  <a:pt x="1990218" y="349561"/>
                </a:cubicBezTo>
                <a:cubicBezTo>
                  <a:pt x="1997134" y="350818"/>
                  <a:pt x="2038000" y="358363"/>
                  <a:pt x="2046802" y="358992"/>
                </a:cubicBezTo>
                <a:cubicBezTo>
                  <a:pt x="2055604" y="359620"/>
                  <a:pt x="2115961" y="358363"/>
                  <a:pt x="2122248" y="358992"/>
                </a:cubicBezTo>
                <a:cubicBezTo>
                  <a:pt x="2128535" y="359620"/>
                  <a:pt x="2138594" y="367165"/>
                  <a:pt x="2141109" y="368422"/>
                </a:cubicBezTo>
                <a:cubicBezTo>
                  <a:pt x="2143624" y="369679"/>
                  <a:pt x="2157456" y="376596"/>
                  <a:pt x="2159971" y="377853"/>
                </a:cubicBezTo>
                <a:cubicBezTo>
                  <a:pt x="2162486" y="379111"/>
                  <a:pt x="2176946" y="386655"/>
                  <a:pt x="2178832" y="387284"/>
                </a:cubicBezTo>
                <a:cubicBezTo>
                  <a:pt x="2180718" y="387912"/>
                  <a:pt x="2187005" y="386655"/>
                  <a:pt x="2188263" y="387284"/>
                </a:cubicBezTo>
                <a:cubicBezTo>
                  <a:pt x="2189520" y="387912"/>
                  <a:pt x="2197065" y="393570"/>
                  <a:pt x="2197693" y="396714"/>
                </a:cubicBezTo>
                <a:cubicBezTo>
                  <a:pt x="2198322" y="399857"/>
                  <a:pt x="2198322" y="430665"/>
                  <a:pt x="2197693" y="434437"/>
                </a:cubicBezTo>
                <a:cubicBezTo>
                  <a:pt x="2197065" y="438210"/>
                  <a:pt x="2189520" y="451412"/>
                  <a:pt x="2188263" y="453299"/>
                </a:cubicBezTo>
                <a:cubicBezTo>
                  <a:pt x="2187005" y="455184"/>
                  <a:pt x="2180089" y="461472"/>
                  <a:pt x="2178832" y="462729"/>
                </a:cubicBezTo>
                <a:cubicBezTo>
                  <a:pt x="2177575" y="463987"/>
                  <a:pt x="2171916" y="470274"/>
                  <a:pt x="2169401" y="472160"/>
                </a:cubicBezTo>
                <a:cubicBezTo>
                  <a:pt x="2166886" y="474046"/>
                  <a:pt x="2143624" y="489764"/>
                  <a:pt x="2141109" y="491021"/>
                </a:cubicBezTo>
                <a:cubicBezTo>
                  <a:pt x="2138594" y="492278"/>
                  <a:pt x="2134822" y="487878"/>
                  <a:pt x="2131679" y="491021"/>
                </a:cubicBezTo>
                <a:cubicBezTo>
                  <a:pt x="2128535" y="494165"/>
                  <a:pt x="2097728" y="534402"/>
                  <a:pt x="2093956" y="538175"/>
                </a:cubicBezTo>
                <a:cubicBezTo>
                  <a:pt x="2090183" y="541947"/>
                  <a:pt x="2078866" y="545090"/>
                  <a:pt x="2075094" y="547605"/>
                </a:cubicBezTo>
                <a:cubicBezTo>
                  <a:pt x="2071322" y="550120"/>
                  <a:pt x="2041772" y="573382"/>
                  <a:pt x="2037371" y="575897"/>
                </a:cubicBezTo>
                <a:cubicBezTo>
                  <a:pt x="2032970" y="578412"/>
                  <a:pt x="2014738" y="582813"/>
                  <a:pt x="2009079" y="585328"/>
                </a:cubicBezTo>
                <a:cubicBezTo>
                  <a:pt x="2003421" y="587843"/>
                  <a:pt x="1958154" y="610476"/>
                  <a:pt x="1952495" y="613620"/>
                </a:cubicBezTo>
                <a:cubicBezTo>
                  <a:pt x="1946837" y="616764"/>
                  <a:pt x="1930490" y="629966"/>
                  <a:pt x="1924203" y="632481"/>
                </a:cubicBezTo>
                <a:cubicBezTo>
                  <a:pt x="1917916" y="634996"/>
                  <a:pt x="1865733" y="649457"/>
                  <a:pt x="1858188" y="651343"/>
                </a:cubicBezTo>
                <a:cubicBezTo>
                  <a:pt x="1850644" y="653229"/>
                  <a:pt x="1819208" y="658259"/>
                  <a:pt x="1811035" y="660774"/>
                </a:cubicBezTo>
                <a:cubicBezTo>
                  <a:pt x="1802862" y="663288"/>
                  <a:pt x="1748792" y="685293"/>
                  <a:pt x="1735589" y="689066"/>
                </a:cubicBezTo>
                <a:cubicBezTo>
                  <a:pt x="1722386" y="692838"/>
                  <a:pt x="1624936" y="714214"/>
                  <a:pt x="1612990" y="717358"/>
                </a:cubicBezTo>
                <a:cubicBezTo>
                  <a:pt x="1601045" y="720501"/>
                  <a:pt x="1567094" y="734333"/>
                  <a:pt x="1556406" y="736219"/>
                </a:cubicBezTo>
                <a:cubicBezTo>
                  <a:pt x="1545718" y="738105"/>
                  <a:pt x="1505480" y="745021"/>
                  <a:pt x="1452668" y="745650"/>
                </a:cubicBezTo>
                <a:cubicBezTo>
                  <a:pt x="1399856" y="746278"/>
                  <a:pt x="817668" y="746907"/>
                  <a:pt x="764228" y="745650"/>
                </a:cubicBezTo>
                <a:cubicBezTo>
                  <a:pt x="710787" y="744392"/>
                  <a:pt x="668035" y="729932"/>
                  <a:pt x="651059" y="726789"/>
                </a:cubicBezTo>
                <a:cubicBezTo>
                  <a:pt x="634084" y="723645"/>
                  <a:pt x="522802" y="701011"/>
                  <a:pt x="509599" y="698496"/>
                </a:cubicBezTo>
                <a:cubicBezTo>
                  <a:pt x="496396" y="695981"/>
                  <a:pt x="461188" y="690323"/>
                  <a:pt x="453015" y="689066"/>
                </a:cubicBezTo>
                <a:cubicBezTo>
                  <a:pt x="444842" y="687808"/>
                  <a:pt x="395802" y="680892"/>
                  <a:pt x="387000" y="679635"/>
                </a:cubicBezTo>
                <a:cubicBezTo>
                  <a:pt x="378198" y="678378"/>
                  <a:pt x="328530" y="671461"/>
                  <a:pt x="320985" y="670204"/>
                </a:cubicBezTo>
                <a:cubicBezTo>
                  <a:pt x="313441" y="668946"/>
                  <a:pt x="280748" y="663288"/>
                  <a:pt x="273832" y="660774"/>
                </a:cubicBezTo>
                <a:cubicBezTo>
                  <a:pt x="266916" y="658259"/>
                  <a:pt x="222277" y="634367"/>
                  <a:pt x="217248" y="632481"/>
                </a:cubicBezTo>
                <a:cubicBezTo>
                  <a:pt x="212218" y="630595"/>
                  <a:pt x="202159" y="633738"/>
                  <a:pt x="198386" y="632481"/>
                </a:cubicBezTo>
                <a:cubicBezTo>
                  <a:pt x="194614" y="631224"/>
                  <a:pt x="165693" y="616135"/>
                  <a:pt x="160663" y="613620"/>
                </a:cubicBezTo>
                <a:cubicBezTo>
                  <a:pt x="155634" y="611105"/>
                  <a:pt x="126084" y="596645"/>
                  <a:pt x="122941" y="594759"/>
                </a:cubicBezTo>
                <a:cubicBezTo>
                  <a:pt x="119797" y="592873"/>
                  <a:pt x="115396" y="587214"/>
                  <a:pt x="113510" y="585328"/>
                </a:cubicBezTo>
                <a:cubicBezTo>
                  <a:pt x="111624" y="583442"/>
                  <a:pt x="96535" y="568353"/>
                  <a:pt x="94649" y="566467"/>
                </a:cubicBezTo>
                <a:cubicBezTo>
                  <a:pt x="92762" y="564580"/>
                  <a:pt x="85847" y="560808"/>
                  <a:pt x="85218" y="557036"/>
                </a:cubicBezTo>
                <a:cubicBezTo>
                  <a:pt x="84589" y="553264"/>
                  <a:pt x="84589" y="514912"/>
                  <a:pt x="85218" y="509883"/>
                </a:cubicBezTo>
                <a:cubicBezTo>
                  <a:pt x="85847" y="504853"/>
                  <a:pt x="93391" y="485362"/>
                  <a:pt x="94649" y="481590"/>
                </a:cubicBezTo>
                <a:cubicBezTo>
                  <a:pt x="95906" y="477818"/>
                  <a:pt x="102193" y="456442"/>
                  <a:pt x="104079" y="453299"/>
                </a:cubicBezTo>
                <a:cubicBezTo>
                  <a:pt x="105965" y="450155"/>
                  <a:pt x="120426" y="436323"/>
                  <a:pt x="122941" y="434437"/>
                </a:cubicBezTo>
                <a:cubicBezTo>
                  <a:pt x="125456" y="432551"/>
                  <a:pt x="138658" y="427521"/>
                  <a:pt x="141802" y="425006"/>
                </a:cubicBezTo>
                <a:cubicBezTo>
                  <a:pt x="144946" y="422491"/>
                  <a:pt x="163178" y="399857"/>
                  <a:pt x="170094" y="396714"/>
                </a:cubicBezTo>
                <a:cubicBezTo>
                  <a:pt x="177010" y="393570"/>
                  <a:pt x="235480" y="380997"/>
                  <a:pt x="245540" y="377853"/>
                </a:cubicBezTo>
                <a:cubicBezTo>
                  <a:pt x="255599" y="374710"/>
                  <a:pt x="307782" y="355219"/>
                  <a:pt x="320985" y="349561"/>
                </a:cubicBezTo>
                <a:cubicBezTo>
                  <a:pt x="334188" y="343902"/>
                  <a:pt x="431010" y="298635"/>
                  <a:pt x="443584" y="292977"/>
                </a:cubicBezTo>
                <a:cubicBezTo>
                  <a:pt x="456158" y="287318"/>
                  <a:pt x="501426" y="267827"/>
                  <a:pt x="509599" y="264684"/>
                </a:cubicBezTo>
                <a:cubicBezTo>
                  <a:pt x="517772" y="261540"/>
                  <a:pt x="557381" y="248967"/>
                  <a:pt x="566183" y="245823"/>
                </a:cubicBezTo>
                <a:cubicBezTo>
                  <a:pt x="574985" y="242680"/>
                  <a:pt x="632827" y="220674"/>
                  <a:pt x="641629" y="217531"/>
                </a:cubicBezTo>
                <a:cubicBezTo>
                  <a:pt x="650431" y="214387"/>
                  <a:pt x="688782" y="201184"/>
                  <a:pt x="698213" y="198670"/>
                </a:cubicBezTo>
                <a:cubicBezTo>
                  <a:pt x="707644" y="196155"/>
                  <a:pt x="773658" y="181694"/>
                  <a:pt x="783089" y="179808"/>
                </a:cubicBezTo>
                <a:cubicBezTo>
                  <a:pt x="792520" y="177922"/>
                  <a:pt x="831500" y="171635"/>
                  <a:pt x="839673" y="170378"/>
                </a:cubicBezTo>
                <a:cubicBezTo>
                  <a:pt x="847846" y="169120"/>
                  <a:pt x="895629" y="162204"/>
                  <a:pt x="905688" y="160947"/>
                </a:cubicBezTo>
                <a:cubicBezTo>
                  <a:pt x="915748" y="159689"/>
                  <a:pt x="977361" y="152773"/>
                  <a:pt x="990564" y="151516"/>
                </a:cubicBezTo>
                <a:cubicBezTo>
                  <a:pt x="1003767" y="150259"/>
                  <a:pt x="1073555" y="142714"/>
                  <a:pt x="1103733" y="142086"/>
                </a:cubicBezTo>
                <a:cubicBezTo>
                  <a:pt x="1133911" y="141457"/>
                  <a:pt x="1414946" y="141457"/>
                  <a:pt x="1443238" y="142086"/>
                </a:cubicBezTo>
                <a:cubicBezTo>
                  <a:pt x="1471530" y="142714"/>
                  <a:pt x="1514911" y="150887"/>
                  <a:pt x="1528114" y="151516"/>
                </a:cubicBezTo>
                <a:cubicBezTo>
                  <a:pt x="1541317" y="152145"/>
                  <a:pt x="1628708" y="150887"/>
                  <a:pt x="1641282" y="151516"/>
                </a:cubicBezTo>
                <a:cubicBezTo>
                  <a:pt x="1653857" y="152145"/>
                  <a:pt x="1708554" y="160318"/>
                  <a:pt x="1716728" y="160947"/>
                </a:cubicBezTo>
                <a:cubicBezTo>
                  <a:pt x="1724901" y="161575"/>
                  <a:pt x="1756965" y="160318"/>
                  <a:pt x="1763881" y="160947"/>
                </a:cubicBezTo>
                <a:cubicBezTo>
                  <a:pt x="1770797" y="161575"/>
                  <a:pt x="1814178" y="169749"/>
                  <a:pt x="1820465" y="170378"/>
                </a:cubicBezTo>
                <a:cubicBezTo>
                  <a:pt x="1826753" y="171006"/>
                  <a:pt x="1853159" y="169749"/>
                  <a:pt x="1858188" y="170378"/>
                </a:cubicBezTo>
                <a:cubicBezTo>
                  <a:pt x="1863218" y="171006"/>
                  <a:pt x="1892139" y="179180"/>
                  <a:pt x="1895911" y="179808"/>
                </a:cubicBezTo>
                <a:cubicBezTo>
                  <a:pt x="1899683" y="180437"/>
                  <a:pt x="1911629" y="179180"/>
                  <a:pt x="1914772" y="179808"/>
                </a:cubicBezTo>
                <a:cubicBezTo>
                  <a:pt x="1917916" y="180437"/>
                  <a:pt x="1939921" y="187982"/>
                  <a:pt x="1943065" y="189239"/>
                </a:cubicBezTo>
                <a:cubicBezTo>
                  <a:pt x="1946208" y="190496"/>
                  <a:pt x="1960040" y="197412"/>
                  <a:pt x="1961926" y="198670"/>
                </a:cubicBezTo>
                <a:cubicBezTo>
                  <a:pt x="1963812" y="199927"/>
                  <a:pt x="1970728" y="206214"/>
                  <a:pt x="1971356" y="208100"/>
                </a:cubicBezTo>
                <a:cubicBezTo>
                  <a:pt x="1971985" y="209986"/>
                  <a:pt x="1971985" y="225076"/>
                  <a:pt x="1971356" y="226962"/>
                </a:cubicBezTo>
                <a:cubicBezTo>
                  <a:pt x="1970728" y="228848"/>
                  <a:pt x="1963183" y="234506"/>
                  <a:pt x="1961926" y="236393"/>
                </a:cubicBezTo>
                <a:cubicBezTo>
                  <a:pt x="1960668" y="238279"/>
                  <a:pt x="1955010" y="253368"/>
                  <a:pt x="1952495" y="255254"/>
                </a:cubicBezTo>
                <a:cubicBezTo>
                  <a:pt x="1949980" y="257140"/>
                  <a:pt x="1927975" y="262169"/>
                  <a:pt x="1924203" y="264684"/>
                </a:cubicBezTo>
                <a:cubicBezTo>
                  <a:pt x="1920431" y="267199"/>
                  <a:pt x="1899055" y="288575"/>
                  <a:pt x="1895911" y="292977"/>
                </a:cubicBezTo>
                <a:cubicBezTo>
                  <a:pt x="1892767" y="297378"/>
                  <a:pt x="1880193" y="326927"/>
                  <a:pt x="1877050" y="330699"/>
                </a:cubicBezTo>
                <a:cubicBezTo>
                  <a:pt x="1873906" y="334471"/>
                  <a:pt x="1853787" y="347046"/>
                  <a:pt x="1848758" y="349561"/>
                </a:cubicBezTo>
                <a:cubicBezTo>
                  <a:pt x="1843728" y="352075"/>
                  <a:pt x="1807891" y="365907"/>
                  <a:pt x="1801604" y="368422"/>
                </a:cubicBezTo>
                <a:cubicBezTo>
                  <a:pt x="1795317" y="370937"/>
                  <a:pt x="1760738" y="384140"/>
                  <a:pt x="1754451" y="387284"/>
                </a:cubicBezTo>
                <a:cubicBezTo>
                  <a:pt x="1748164" y="390427"/>
                  <a:pt x="1712327" y="412432"/>
                  <a:pt x="1707297" y="415576"/>
                </a:cubicBezTo>
                <a:cubicBezTo>
                  <a:pt x="1702268" y="418719"/>
                  <a:pt x="1684664" y="431923"/>
                  <a:pt x="1679005" y="434437"/>
                </a:cubicBezTo>
                <a:cubicBezTo>
                  <a:pt x="1673347" y="436952"/>
                  <a:pt x="1628708" y="450784"/>
                  <a:pt x="1622421" y="453299"/>
                </a:cubicBezTo>
                <a:cubicBezTo>
                  <a:pt x="1616134" y="455813"/>
                  <a:pt x="1590356" y="469645"/>
                  <a:pt x="1584698" y="472160"/>
                </a:cubicBezTo>
                <a:cubicBezTo>
                  <a:pt x="1579040" y="474675"/>
                  <a:pt x="1545089" y="488506"/>
                  <a:pt x="1537545" y="491021"/>
                </a:cubicBezTo>
                <a:cubicBezTo>
                  <a:pt x="1530000" y="493536"/>
                  <a:pt x="1482847" y="506739"/>
                  <a:pt x="1471530" y="509883"/>
                </a:cubicBezTo>
                <a:cubicBezTo>
                  <a:pt x="1460213" y="513026"/>
                  <a:pt x="1378480" y="535031"/>
                  <a:pt x="1367792" y="538175"/>
                </a:cubicBezTo>
                <a:cubicBezTo>
                  <a:pt x="1357104" y="541318"/>
                  <a:pt x="1319381" y="555150"/>
                  <a:pt x="1311208" y="557036"/>
                </a:cubicBezTo>
                <a:cubicBezTo>
                  <a:pt x="1303035" y="558922"/>
                  <a:pt x="1253995" y="565838"/>
                  <a:pt x="1245193" y="566467"/>
                </a:cubicBezTo>
                <a:cubicBezTo>
                  <a:pt x="1236391" y="567095"/>
                  <a:pt x="1187352" y="565838"/>
                  <a:pt x="1179178" y="566467"/>
                </a:cubicBezTo>
                <a:cubicBezTo>
                  <a:pt x="1171005" y="567095"/>
                  <a:pt x="1144599" y="575269"/>
                  <a:pt x="1122594" y="575897"/>
                </a:cubicBezTo>
                <a:cubicBezTo>
                  <a:pt x="1100589" y="576526"/>
                  <a:pt x="871109" y="577155"/>
                  <a:pt x="849104" y="575897"/>
                </a:cubicBezTo>
                <a:cubicBezTo>
                  <a:pt x="827099" y="574640"/>
                  <a:pt x="795663" y="557036"/>
                  <a:pt x="792520" y="557036"/>
                </a:cubicBezTo>
                <a:cubicBezTo>
                  <a:pt x="789376" y="557036"/>
                  <a:pt x="803208" y="575269"/>
                  <a:pt x="801951" y="575897"/>
                </a:cubicBezTo>
                <a:cubicBezTo>
                  <a:pt x="800693" y="576526"/>
                  <a:pt x="776802" y="567095"/>
                  <a:pt x="773659" y="566467"/>
                </a:cubicBezTo>
                <a:cubicBezTo>
                  <a:pt x="770515" y="565838"/>
                  <a:pt x="756683" y="567095"/>
                  <a:pt x="754797" y="566467"/>
                </a:cubicBezTo>
                <a:cubicBezTo>
                  <a:pt x="752911" y="565838"/>
                  <a:pt x="745995" y="560180"/>
                  <a:pt x="745366" y="557036"/>
                </a:cubicBezTo>
                <a:cubicBezTo>
                  <a:pt x="744738" y="553892"/>
                  <a:pt x="744109" y="523086"/>
                  <a:pt x="745366" y="519313"/>
                </a:cubicBezTo>
                <a:cubicBezTo>
                  <a:pt x="746624" y="515541"/>
                  <a:pt x="761713" y="502966"/>
                  <a:pt x="764228" y="500452"/>
                </a:cubicBezTo>
                <a:cubicBezTo>
                  <a:pt x="766743" y="497937"/>
                  <a:pt x="779946" y="484105"/>
                  <a:pt x="783089" y="481590"/>
                </a:cubicBezTo>
                <a:cubicBezTo>
                  <a:pt x="786233" y="479075"/>
                  <a:pt x="807609" y="465244"/>
                  <a:pt x="811381" y="462729"/>
                </a:cubicBezTo>
                <a:cubicBezTo>
                  <a:pt x="815153" y="460214"/>
                  <a:pt x="835272" y="446382"/>
                  <a:pt x="839673" y="443868"/>
                </a:cubicBezTo>
                <a:cubicBezTo>
                  <a:pt x="844074" y="441353"/>
                  <a:pt x="872995" y="427521"/>
                  <a:pt x="877396" y="425006"/>
                </a:cubicBezTo>
                <a:cubicBezTo>
                  <a:pt x="881797" y="422491"/>
                  <a:pt x="902544" y="406145"/>
                  <a:pt x="905688" y="406145"/>
                </a:cubicBezTo>
                <a:cubicBezTo>
                  <a:pt x="908832" y="406145"/>
                  <a:pt x="919520" y="425006"/>
                  <a:pt x="924550" y="425006"/>
                </a:cubicBezTo>
                <a:cubicBezTo>
                  <a:pt x="929579" y="425006"/>
                  <a:pt x="974847" y="408031"/>
                  <a:pt x="981134" y="406145"/>
                </a:cubicBezTo>
                <a:cubicBezTo>
                  <a:pt x="987421" y="404259"/>
                  <a:pt x="1012569" y="398600"/>
                  <a:pt x="1018856" y="396714"/>
                </a:cubicBezTo>
                <a:cubicBezTo>
                  <a:pt x="1025143" y="394828"/>
                  <a:pt x="1068525" y="379739"/>
                  <a:pt x="1075441" y="377853"/>
                </a:cubicBezTo>
                <a:cubicBezTo>
                  <a:pt x="1082357" y="375967"/>
                  <a:pt x="1111906" y="371565"/>
                  <a:pt x="1122594" y="368422"/>
                </a:cubicBezTo>
                <a:cubicBezTo>
                  <a:pt x="1133282" y="365278"/>
                  <a:pt x="1223817" y="334471"/>
                  <a:pt x="1235762" y="330699"/>
                </a:cubicBezTo>
                <a:cubicBezTo>
                  <a:pt x="1247708" y="326927"/>
                  <a:pt x="1293604" y="314353"/>
                  <a:pt x="1301777" y="311838"/>
                </a:cubicBezTo>
                <a:cubicBezTo>
                  <a:pt x="1309950" y="309323"/>
                  <a:pt x="1350188" y="294863"/>
                  <a:pt x="1358362" y="292977"/>
                </a:cubicBezTo>
                <a:cubicBezTo>
                  <a:pt x="1366535" y="291090"/>
                  <a:pt x="1415574" y="285431"/>
                  <a:pt x="1424376" y="283546"/>
                </a:cubicBezTo>
                <a:cubicBezTo>
                  <a:pt x="1433178" y="281659"/>
                  <a:pt x="1482218" y="267199"/>
                  <a:pt x="1490391" y="264684"/>
                </a:cubicBezTo>
                <a:cubicBezTo>
                  <a:pt x="1498565" y="262169"/>
                  <a:pt x="1539431" y="247709"/>
                  <a:pt x="1546975" y="245823"/>
                </a:cubicBezTo>
                <a:cubicBezTo>
                  <a:pt x="1554520" y="243937"/>
                  <a:pt x="1596644" y="237650"/>
                  <a:pt x="1603559" y="236393"/>
                </a:cubicBezTo>
                <a:cubicBezTo>
                  <a:pt x="1610475" y="235135"/>
                  <a:pt x="1644426" y="228219"/>
                  <a:pt x="1650713" y="226962"/>
                </a:cubicBezTo>
                <a:cubicBezTo>
                  <a:pt x="1657000" y="225704"/>
                  <a:pt x="1690951" y="216902"/>
                  <a:pt x="1697866" y="217531"/>
                </a:cubicBezTo>
                <a:cubicBezTo>
                  <a:pt x="1704782" y="218159"/>
                  <a:pt x="1732446" y="235135"/>
                  <a:pt x="1754451" y="236393"/>
                </a:cubicBezTo>
                <a:cubicBezTo>
                  <a:pt x="1776456" y="237650"/>
                  <a:pt x="2008451" y="235764"/>
                  <a:pt x="2027941" y="236393"/>
                </a:cubicBezTo>
                <a:cubicBezTo>
                  <a:pt x="2047431" y="237021"/>
                  <a:pt x="2044287" y="245195"/>
                  <a:pt x="2046802" y="245823"/>
                </a:cubicBezTo>
                <a:cubicBezTo>
                  <a:pt x="2049317" y="246452"/>
                  <a:pt x="2063777" y="245195"/>
                  <a:pt x="2065664" y="245823"/>
                </a:cubicBezTo>
                <a:cubicBezTo>
                  <a:pt x="2067550" y="246452"/>
                  <a:pt x="2073837" y="253996"/>
                  <a:pt x="2075094" y="255254"/>
                </a:cubicBezTo>
                <a:cubicBezTo>
                  <a:pt x="2076352" y="256511"/>
                  <a:pt x="2083896" y="259025"/>
                  <a:pt x="2084525" y="264684"/>
                </a:cubicBezTo>
                <a:cubicBezTo>
                  <a:pt x="2085153" y="270342"/>
                  <a:pt x="2085782" y="333842"/>
                  <a:pt x="2084525" y="340130"/>
                </a:cubicBezTo>
                <a:cubicBezTo>
                  <a:pt x="2083267" y="346417"/>
                  <a:pt x="2067550" y="355848"/>
                  <a:pt x="2065664" y="358992"/>
                </a:cubicBezTo>
                <a:cubicBezTo>
                  <a:pt x="2063777" y="362135"/>
                  <a:pt x="2058119" y="383511"/>
                  <a:pt x="2056233" y="387284"/>
                </a:cubicBezTo>
                <a:cubicBezTo>
                  <a:pt x="2054347" y="391056"/>
                  <a:pt x="2039886" y="411803"/>
                  <a:pt x="2037371" y="415576"/>
                </a:cubicBezTo>
                <a:cubicBezTo>
                  <a:pt x="2034857" y="419348"/>
                  <a:pt x="2020396" y="440095"/>
                  <a:pt x="2018510" y="443868"/>
                </a:cubicBezTo>
                <a:cubicBezTo>
                  <a:pt x="2016624" y="447640"/>
                  <a:pt x="2010966" y="467759"/>
                  <a:pt x="2009079" y="472160"/>
                </a:cubicBezTo>
                <a:cubicBezTo>
                  <a:pt x="2007193" y="476561"/>
                  <a:pt x="1993362" y="504853"/>
                  <a:pt x="1990218" y="509883"/>
                </a:cubicBezTo>
                <a:cubicBezTo>
                  <a:pt x="1987074" y="514912"/>
                  <a:pt x="1964441" y="543204"/>
                  <a:pt x="1961926" y="547605"/>
                </a:cubicBezTo>
                <a:cubicBezTo>
                  <a:pt x="1959411" y="552006"/>
                  <a:pt x="1954381" y="572125"/>
                  <a:pt x="1952495" y="575897"/>
                </a:cubicBezTo>
                <a:cubicBezTo>
                  <a:pt x="1950609" y="579670"/>
                  <a:pt x="1935520" y="601046"/>
                  <a:pt x="1933634" y="604190"/>
                </a:cubicBezTo>
                <a:cubicBezTo>
                  <a:pt x="1931748" y="607333"/>
                  <a:pt x="1926089" y="619908"/>
                  <a:pt x="1924203" y="623051"/>
                </a:cubicBezTo>
                <a:cubicBezTo>
                  <a:pt x="1922317" y="626195"/>
                  <a:pt x="1907857" y="648200"/>
                  <a:pt x="1905342" y="651343"/>
                </a:cubicBezTo>
                <a:cubicBezTo>
                  <a:pt x="1902827" y="654487"/>
                  <a:pt x="1889624" y="667060"/>
                  <a:pt x="1886480" y="670204"/>
                </a:cubicBezTo>
                <a:cubicBezTo>
                  <a:pt x="1883337" y="673347"/>
                  <a:pt x="1861961" y="694724"/>
                  <a:pt x="1858188" y="698496"/>
                </a:cubicBezTo>
                <a:cubicBezTo>
                  <a:pt x="1854416" y="702268"/>
                  <a:pt x="1833040" y="724274"/>
                  <a:pt x="1829896" y="726789"/>
                </a:cubicBezTo>
                <a:cubicBezTo>
                  <a:pt x="1826753" y="729303"/>
                  <a:pt x="1813550" y="734333"/>
                  <a:pt x="1811035" y="736219"/>
                </a:cubicBezTo>
                <a:cubicBezTo>
                  <a:pt x="1808520" y="738105"/>
                  <a:pt x="1794688" y="753194"/>
                  <a:pt x="1792174" y="755081"/>
                </a:cubicBezTo>
                <a:cubicBezTo>
                  <a:pt x="1789659" y="756967"/>
                  <a:pt x="1775198" y="763883"/>
                  <a:pt x="1773312" y="764512"/>
                </a:cubicBezTo>
                <a:cubicBezTo>
                  <a:pt x="1771426" y="765140"/>
                  <a:pt x="1765139" y="763883"/>
                  <a:pt x="1763881" y="764512"/>
                </a:cubicBezTo>
                <a:cubicBezTo>
                  <a:pt x="1762624" y="765140"/>
                  <a:pt x="1756337" y="772684"/>
                  <a:pt x="1754451" y="773942"/>
                </a:cubicBezTo>
                <a:cubicBezTo>
                  <a:pt x="1752565" y="775199"/>
                  <a:pt x="1737475" y="782115"/>
                  <a:pt x="1735589" y="783373"/>
                </a:cubicBezTo>
                <a:cubicBezTo>
                  <a:pt x="1733703" y="784630"/>
                  <a:pt x="1728045" y="792803"/>
                  <a:pt x="1726159" y="792803"/>
                </a:cubicBezTo>
                <a:cubicBezTo>
                  <a:pt x="1724272" y="792803"/>
                  <a:pt x="1708555" y="790917"/>
                  <a:pt x="1707297" y="783373"/>
                </a:cubicBezTo>
                <a:cubicBezTo>
                  <a:pt x="1706040" y="775828"/>
                  <a:pt x="1706669" y="687808"/>
                  <a:pt x="1707297" y="679635"/>
                </a:cubicBezTo>
                <a:cubicBezTo>
                  <a:pt x="1707926" y="671462"/>
                  <a:pt x="1714841" y="662660"/>
                  <a:pt x="1716728" y="660774"/>
                </a:cubicBezTo>
                <a:cubicBezTo>
                  <a:pt x="1718614" y="658887"/>
                  <a:pt x="1733703" y="653858"/>
                  <a:pt x="1735589" y="651343"/>
                </a:cubicBezTo>
                <a:cubicBezTo>
                  <a:pt x="1737475" y="648828"/>
                  <a:pt x="1743763" y="626823"/>
                  <a:pt x="1745020" y="623051"/>
                </a:cubicBezTo>
                <a:cubicBezTo>
                  <a:pt x="1746277" y="619279"/>
                  <a:pt x="1752565" y="598531"/>
                  <a:pt x="1754451" y="594759"/>
                </a:cubicBezTo>
                <a:cubicBezTo>
                  <a:pt x="1756337" y="590986"/>
                  <a:pt x="1771426" y="568981"/>
                  <a:pt x="1773312" y="566467"/>
                </a:cubicBezTo>
                <a:cubicBezTo>
                  <a:pt x="1775198" y="563952"/>
                  <a:pt x="1781485" y="558922"/>
                  <a:pt x="1782743" y="557036"/>
                </a:cubicBezTo>
                <a:cubicBezTo>
                  <a:pt x="1784000" y="555150"/>
                  <a:pt x="1790287" y="541318"/>
                  <a:pt x="1792174" y="538175"/>
                </a:cubicBezTo>
                <a:cubicBezTo>
                  <a:pt x="1794060" y="535031"/>
                  <a:pt x="1808520" y="513026"/>
                  <a:pt x="1811035" y="509883"/>
                </a:cubicBezTo>
                <a:cubicBezTo>
                  <a:pt x="1813550" y="506739"/>
                  <a:pt x="1828639" y="492907"/>
                  <a:pt x="1829896" y="491021"/>
                </a:cubicBezTo>
                <a:cubicBezTo>
                  <a:pt x="1831154" y="489135"/>
                  <a:pt x="1828010" y="482847"/>
                  <a:pt x="1829896" y="481590"/>
                </a:cubicBezTo>
                <a:cubicBezTo>
                  <a:pt x="1831782" y="480333"/>
                  <a:pt x="1856302" y="474675"/>
                  <a:pt x="1858188" y="472160"/>
                </a:cubicBezTo>
                <a:cubicBezTo>
                  <a:pt x="1860074" y="469645"/>
                  <a:pt x="1856931" y="446382"/>
                  <a:pt x="1858188" y="443868"/>
                </a:cubicBezTo>
                <a:cubicBezTo>
                  <a:pt x="1859446" y="441353"/>
                  <a:pt x="1875164" y="436323"/>
                  <a:pt x="1877050" y="434437"/>
                </a:cubicBezTo>
                <a:cubicBezTo>
                  <a:pt x="1878936" y="432551"/>
                  <a:pt x="1884594" y="417461"/>
                  <a:pt x="1886480" y="415576"/>
                </a:cubicBezTo>
                <a:cubicBezTo>
                  <a:pt x="1888366" y="413689"/>
                  <a:pt x="1902198" y="406145"/>
                  <a:pt x="1905342" y="406145"/>
                </a:cubicBezTo>
                <a:cubicBezTo>
                  <a:pt x="1908485" y="406145"/>
                  <a:pt x="1931119" y="413689"/>
                  <a:pt x="1933634" y="415576"/>
                </a:cubicBezTo>
                <a:cubicBezTo>
                  <a:pt x="1936149" y="417461"/>
                  <a:pt x="1942436" y="430665"/>
                  <a:pt x="1943065" y="434437"/>
                </a:cubicBezTo>
                <a:cubicBezTo>
                  <a:pt x="1943693" y="438210"/>
                  <a:pt x="1943693" y="467759"/>
                  <a:pt x="1943065" y="472160"/>
                </a:cubicBezTo>
                <a:cubicBezTo>
                  <a:pt x="1942436" y="476561"/>
                  <a:pt x="1934891" y="497308"/>
                  <a:pt x="1933634" y="500452"/>
                </a:cubicBezTo>
                <a:cubicBezTo>
                  <a:pt x="1932376" y="503595"/>
                  <a:pt x="1926089" y="516170"/>
                  <a:pt x="1924203" y="519313"/>
                </a:cubicBezTo>
                <a:cubicBezTo>
                  <a:pt x="1922317" y="522457"/>
                  <a:pt x="1907857" y="543204"/>
                  <a:pt x="1905342" y="547605"/>
                </a:cubicBezTo>
                <a:cubicBezTo>
                  <a:pt x="1902827" y="552006"/>
                  <a:pt x="1890252" y="578412"/>
                  <a:pt x="1886480" y="585328"/>
                </a:cubicBezTo>
                <a:cubicBezTo>
                  <a:pt x="1882708" y="592244"/>
                  <a:pt x="1854416" y="642541"/>
                  <a:pt x="1848758" y="651343"/>
                </a:cubicBezTo>
                <a:cubicBezTo>
                  <a:pt x="1843099" y="660145"/>
                  <a:pt x="1807262" y="710442"/>
                  <a:pt x="1801604" y="717358"/>
                </a:cubicBezTo>
                <a:cubicBezTo>
                  <a:pt x="1795946" y="724273"/>
                  <a:pt x="1768282" y="750051"/>
                  <a:pt x="1763881" y="755081"/>
                </a:cubicBezTo>
                <a:cubicBezTo>
                  <a:pt x="1759480" y="760110"/>
                  <a:pt x="1739990" y="788402"/>
                  <a:pt x="1735589" y="792803"/>
                </a:cubicBezTo>
                <a:cubicBezTo>
                  <a:pt x="1731188" y="797204"/>
                  <a:pt x="1701639" y="816694"/>
                  <a:pt x="1697866" y="821095"/>
                </a:cubicBezTo>
                <a:cubicBezTo>
                  <a:pt x="1694094" y="825496"/>
                  <a:pt x="1681520" y="854417"/>
                  <a:pt x="1679005" y="858818"/>
                </a:cubicBezTo>
                <a:cubicBezTo>
                  <a:pt x="1676490" y="863219"/>
                  <a:pt x="1663916" y="882709"/>
                  <a:pt x="1660144" y="887110"/>
                </a:cubicBezTo>
                <a:cubicBezTo>
                  <a:pt x="1656371" y="891511"/>
                  <a:pt x="1627451" y="919803"/>
                  <a:pt x="1622421" y="924833"/>
                </a:cubicBezTo>
                <a:cubicBezTo>
                  <a:pt x="1617391" y="929862"/>
                  <a:pt x="1589728" y="957526"/>
                  <a:pt x="1584698" y="962556"/>
                </a:cubicBezTo>
                <a:cubicBezTo>
                  <a:pt x="1579668" y="967585"/>
                  <a:pt x="1552634" y="995249"/>
                  <a:pt x="1546975" y="1000279"/>
                </a:cubicBezTo>
                <a:cubicBezTo>
                  <a:pt x="1541317" y="1005308"/>
                  <a:pt x="1506738" y="1033600"/>
                  <a:pt x="1499822" y="1038001"/>
                </a:cubicBezTo>
                <a:cubicBezTo>
                  <a:pt x="1492906" y="1042402"/>
                  <a:pt x="1448896" y="1063150"/>
                  <a:pt x="1443238" y="1066294"/>
                </a:cubicBezTo>
                <a:cubicBezTo>
                  <a:pt x="1437579" y="1069437"/>
                  <a:pt x="1419347" y="1082640"/>
                  <a:pt x="1414946" y="1085155"/>
                </a:cubicBezTo>
                <a:cubicBezTo>
                  <a:pt x="1410545" y="1087669"/>
                  <a:pt x="1382253" y="1101501"/>
                  <a:pt x="1377223" y="1104016"/>
                </a:cubicBezTo>
                <a:cubicBezTo>
                  <a:pt x="1372193" y="1106530"/>
                  <a:pt x="1344530" y="1120362"/>
                  <a:pt x="1339500" y="1122877"/>
                </a:cubicBezTo>
                <a:cubicBezTo>
                  <a:pt x="1334470" y="1125392"/>
                  <a:pt x="1306178" y="1139853"/>
                  <a:pt x="1301777" y="1141739"/>
                </a:cubicBezTo>
                <a:cubicBezTo>
                  <a:pt x="1297376" y="1143625"/>
                  <a:pt x="1278515" y="1149283"/>
                  <a:pt x="1273485" y="1151170"/>
                </a:cubicBezTo>
                <a:cubicBezTo>
                  <a:pt x="1268456" y="1153056"/>
                  <a:pt x="1231361" y="1168774"/>
                  <a:pt x="1226332" y="1170032"/>
                </a:cubicBezTo>
                <a:cubicBezTo>
                  <a:pt x="1221302" y="1171288"/>
                  <a:pt x="1201812" y="1169402"/>
                  <a:pt x="1198040" y="1170032"/>
                </a:cubicBezTo>
                <a:cubicBezTo>
                  <a:pt x="1194267" y="1170660"/>
                  <a:pt x="1183579" y="1178833"/>
                  <a:pt x="1169748" y="1179462"/>
                </a:cubicBezTo>
                <a:cubicBezTo>
                  <a:pt x="1155916" y="1180090"/>
                  <a:pt x="1004396" y="1180090"/>
                  <a:pt x="990564" y="1179462"/>
                </a:cubicBezTo>
                <a:cubicBezTo>
                  <a:pt x="976733" y="1178833"/>
                  <a:pt x="965416" y="1171288"/>
                  <a:pt x="962272" y="1170032"/>
                </a:cubicBezTo>
                <a:cubicBezTo>
                  <a:pt x="959129" y="1168774"/>
                  <a:pt x="945926" y="1161857"/>
                  <a:pt x="943411" y="1160600"/>
                </a:cubicBezTo>
                <a:cubicBezTo>
                  <a:pt x="940896" y="1159343"/>
                  <a:pt x="927064" y="1152427"/>
                  <a:pt x="924550" y="1151170"/>
                </a:cubicBezTo>
                <a:cubicBezTo>
                  <a:pt x="922035" y="1149912"/>
                  <a:pt x="907574" y="1142996"/>
                  <a:pt x="905688" y="1141739"/>
                </a:cubicBezTo>
                <a:cubicBezTo>
                  <a:pt x="903802" y="1140482"/>
                  <a:pt x="898144" y="1134194"/>
                  <a:pt x="896257" y="1132308"/>
                </a:cubicBezTo>
                <a:cubicBezTo>
                  <a:pt x="894371" y="1130422"/>
                  <a:pt x="879911" y="1116591"/>
                  <a:pt x="877396" y="1113447"/>
                </a:cubicBezTo>
                <a:cubicBezTo>
                  <a:pt x="874881" y="1110303"/>
                  <a:pt x="859792" y="1087669"/>
                  <a:pt x="858535" y="1085155"/>
                </a:cubicBezTo>
                <a:cubicBezTo>
                  <a:pt x="857277" y="1082640"/>
                  <a:pt x="859163" y="1076981"/>
                  <a:pt x="858535" y="1075724"/>
                </a:cubicBezTo>
                <a:cubicBezTo>
                  <a:pt x="857906" y="1074466"/>
                  <a:pt x="850990" y="1068808"/>
                  <a:pt x="849104" y="1066294"/>
                </a:cubicBezTo>
                <a:cubicBezTo>
                  <a:pt x="847218" y="1063779"/>
                  <a:pt x="831500" y="1043660"/>
                  <a:pt x="830243" y="1038001"/>
                </a:cubicBezTo>
                <a:cubicBezTo>
                  <a:pt x="828985" y="1032342"/>
                  <a:pt x="828985" y="987075"/>
                  <a:pt x="830243" y="981417"/>
                </a:cubicBezTo>
                <a:cubicBezTo>
                  <a:pt x="831500" y="975759"/>
                  <a:pt x="847847" y="956269"/>
                  <a:pt x="849104" y="953126"/>
                </a:cubicBezTo>
                <a:cubicBezTo>
                  <a:pt x="850361" y="949982"/>
                  <a:pt x="847218" y="937407"/>
                  <a:pt x="849104" y="934264"/>
                </a:cubicBezTo>
                <a:cubicBezTo>
                  <a:pt x="850990" y="931120"/>
                  <a:pt x="874253" y="909115"/>
                  <a:pt x="877396" y="905971"/>
                </a:cubicBezTo>
                <a:cubicBezTo>
                  <a:pt x="880540" y="902827"/>
                  <a:pt x="893114" y="889625"/>
                  <a:pt x="896257" y="887110"/>
                </a:cubicBezTo>
                <a:cubicBezTo>
                  <a:pt x="899401" y="884595"/>
                  <a:pt x="919520" y="870763"/>
                  <a:pt x="924550" y="868249"/>
                </a:cubicBezTo>
                <a:cubicBezTo>
                  <a:pt x="929579" y="865734"/>
                  <a:pt x="966673" y="851902"/>
                  <a:pt x="971703" y="849388"/>
                </a:cubicBezTo>
                <a:cubicBezTo>
                  <a:pt x="976733" y="846873"/>
                  <a:pt x="994965" y="833041"/>
                  <a:pt x="999995" y="830526"/>
                </a:cubicBezTo>
                <a:cubicBezTo>
                  <a:pt x="1005025" y="828011"/>
                  <a:pt x="1040861" y="812923"/>
                  <a:pt x="1047149" y="811665"/>
                </a:cubicBezTo>
                <a:cubicBezTo>
                  <a:pt x="1053436" y="810408"/>
                  <a:pt x="1088015" y="812923"/>
                  <a:pt x="1094302" y="811665"/>
                </a:cubicBezTo>
                <a:cubicBezTo>
                  <a:pt x="1100589" y="810408"/>
                  <a:pt x="1135797" y="794689"/>
                  <a:pt x="1141456" y="792803"/>
                </a:cubicBezTo>
                <a:cubicBezTo>
                  <a:pt x="1147114" y="790917"/>
                  <a:pt x="1174149" y="784630"/>
                  <a:pt x="1179178" y="783373"/>
                </a:cubicBezTo>
                <a:cubicBezTo>
                  <a:pt x="1184208" y="782115"/>
                  <a:pt x="1196782" y="774570"/>
                  <a:pt x="1216901" y="773942"/>
                </a:cubicBezTo>
                <a:cubicBezTo>
                  <a:pt x="1237020" y="773313"/>
                  <a:pt x="1462728" y="773313"/>
                  <a:pt x="1480961" y="773942"/>
                </a:cubicBezTo>
                <a:cubicBezTo>
                  <a:pt x="1499193" y="774570"/>
                  <a:pt x="1489134" y="782115"/>
                  <a:pt x="1490391" y="783373"/>
                </a:cubicBezTo>
                <a:cubicBezTo>
                  <a:pt x="1491649" y="784630"/>
                  <a:pt x="1499193" y="789660"/>
                  <a:pt x="1499822" y="792803"/>
                </a:cubicBezTo>
                <a:cubicBezTo>
                  <a:pt x="1500450" y="795947"/>
                  <a:pt x="1501079" y="826754"/>
                  <a:pt x="1499822" y="830526"/>
                </a:cubicBezTo>
                <a:cubicBezTo>
                  <a:pt x="1498564" y="834298"/>
                  <a:pt x="1484733" y="846244"/>
                  <a:pt x="1480961" y="849388"/>
                </a:cubicBezTo>
                <a:cubicBezTo>
                  <a:pt x="1477188" y="852531"/>
                  <a:pt x="1448268" y="874536"/>
                  <a:pt x="1443238" y="877680"/>
                </a:cubicBezTo>
                <a:cubicBezTo>
                  <a:pt x="1438208" y="880823"/>
                  <a:pt x="1408659" y="894026"/>
                  <a:pt x="1405515" y="896541"/>
                </a:cubicBezTo>
                <a:cubicBezTo>
                  <a:pt x="1402371" y="899056"/>
                  <a:pt x="1398599" y="912887"/>
                  <a:pt x="1396084" y="915402"/>
                </a:cubicBezTo>
                <a:cubicBezTo>
                  <a:pt x="1393569" y="917917"/>
                  <a:pt x="1371564" y="931749"/>
                  <a:pt x="1367792" y="934264"/>
                </a:cubicBezTo>
                <a:cubicBezTo>
                  <a:pt x="1364020" y="936778"/>
                  <a:pt x="1343272" y="950611"/>
                  <a:pt x="1339500" y="953126"/>
                </a:cubicBezTo>
                <a:cubicBezTo>
                  <a:pt x="1335728" y="955640"/>
                  <a:pt x="1314352" y="970100"/>
                  <a:pt x="1311208" y="971987"/>
                </a:cubicBezTo>
                <a:cubicBezTo>
                  <a:pt x="1308064" y="973873"/>
                  <a:pt x="1294862" y="979531"/>
                  <a:pt x="1292347" y="981417"/>
                </a:cubicBezTo>
                <a:cubicBezTo>
                  <a:pt x="1289832" y="983303"/>
                  <a:pt x="1276629" y="997764"/>
                  <a:pt x="1273485" y="1000279"/>
                </a:cubicBezTo>
                <a:cubicBezTo>
                  <a:pt x="1270342" y="1002793"/>
                  <a:pt x="1249594" y="1016625"/>
                  <a:pt x="1245193" y="1019140"/>
                </a:cubicBezTo>
                <a:cubicBezTo>
                  <a:pt x="1240792" y="1021655"/>
                  <a:pt x="1211243" y="1036115"/>
                  <a:pt x="1207471" y="1038001"/>
                </a:cubicBezTo>
                <a:cubicBezTo>
                  <a:pt x="1203698" y="1039887"/>
                  <a:pt x="1190495" y="1046803"/>
                  <a:pt x="1188609" y="1047432"/>
                </a:cubicBezTo>
                <a:cubicBezTo>
                  <a:pt x="1186723" y="1048060"/>
                  <a:pt x="1181064" y="1046803"/>
                  <a:pt x="1179178" y="1047432"/>
                </a:cubicBezTo>
                <a:cubicBezTo>
                  <a:pt x="1177292" y="1048060"/>
                  <a:pt x="1170376" y="1056234"/>
                  <a:pt x="1160317" y="1056863"/>
                </a:cubicBezTo>
                <a:cubicBezTo>
                  <a:pt x="1150258" y="1057492"/>
                  <a:pt x="1038975" y="1058120"/>
                  <a:pt x="1028287" y="1056863"/>
                </a:cubicBezTo>
                <a:cubicBezTo>
                  <a:pt x="1017599" y="1055606"/>
                  <a:pt x="1003139" y="1039258"/>
                  <a:pt x="999995" y="1038001"/>
                </a:cubicBezTo>
                <a:cubicBezTo>
                  <a:pt x="996851" y="1036744"/>
                  <a:pt x="981762" y="1037372"/>
                  <a:pt x="981134" y="1038001"/>
                </a:cubicBezTo>
                <a:cubicBezTo>
                  <a:pt x="980505" y="1038630"/>
                  <a:pt x="990564" y="1046175"/>
                  <a:pt x="990564" y="1047432"/>
                </a:cubicBezTo>
                <a:cubicBezTo>
                  <a:pt x="990564" y="1048689"/>
                  <a:pt x="981762" y="1056863"/>
                  <a:pt x="981134" y="1056863"/>
                </a:cubicBezTo>
                <a:cubicBezTo>
                  <a:pt x="980505" y="1056863"/>
                  <a:pt x="981762" y="1048689"/>
                  <a:pt x="981134" y="1047432"/>
                </a:cubicBezTo>
                <a:cubicBezTo>
                  <a:pt x="980505" y="1046175"/>
                  <a:pt x="972961" y="1039258"/>
                  <a:pt x="971703" y="1038001"/>
                </a:cubicBezTo>
                <a:cubicBezTo>
                  <a:pt x="970446" y="1036744"/>
                  <a:pt x="962901" y="1032971"/>
                  <a:pt x="962272" y="1028570"/>
                </a:cubicBezTo>
                <a:cubicBezTo>
                  <a:pt x="961644" y="1024168"/>
                  <a:pt x="961644" y="977644"/>
                  <a:pt x="962272" y="971987"/>
                </a:cubicBezTo>
                <a:cubicBezTo>
                  <a:pt x="962901" y="966328"/>
                  <a:pt x="969817" y="946838"/>
                  <a:pt x="971703" y="943694"/>
                </a:cubicBezTo>
                <a:cubicBezTo>
                  <a:pt x="973589" y="940550"/>
                  <a:pt x="988050" y="927348"/>
                  <a:pt x="990564" y="924833"/>
                </a:cubicBezTo>
                <a:cubicBezTo>
                  <a:pt x="993079" y="922318"/>
                  <a:pt x="1006911" y="907857"/>
                  <a:pt x="1009426" y="905971"/>
                </a:cubicBezTo>
                <a:cubicBezTo>
                  <a:pt x="1011941" y="904085"/>
                  <a:pt x="1025144" y="897798"/>
                  <a:pt x="1028287" y="896541"/>
                </a:cubicBezTo>
                <a:cubicBezTo>
                  <a:pt x="1031431" y="895284"/>
                  <a:pt x="1052178" y="888367"/>
                  <a:pt x="1056579" y="887110"/>
                </a:cubicBezTo>
                <a:cubicBezTo>
                  <a:pt x="1060980" y="885853"/>
                  <a:pt x="1090530" y="879566"/>
                  <a:pt x="1094302" y="877680"/>
                </a:cubicBezTo>
                <a:cubicBezTo>
                  <a:pt x="1098074" y="875793"/>
                  <a:pt x="1108134" y="860075"/>
                  <a:pt x="1113163" y="858818"/>
                </a:cubicBezTo>
                <a:cubicBezTo>
                  <a:pt x="1118193" y="857560"/>
                  <a:pt x="1162832" y="860075"/>
                  <a:pt x="1169748" y="858818"/>
                </a:cubicBezTo>
                <a:cubicBezTo>
                  <a:pt x="1176663" y="857560"/>
                  <a:pt x="1209356" y="842472"/>
                  <a:pt x="1216901" y="839957"/>
                </a:cubicBezTo>
                <a:cubicBezTo>
                  <a:pt x="1224446" y="837442"/>
                  <a:pt x="1275371" y="823610"/>
                  <a:pt x="1282916" y="821095"/>
                </a:cubicBezTo>
                <a:cubicBezTo>
                  <a:pt x="1290460" y="818580"/>
                  <a:pt x="1306178" y="802862"/>
                  <a:pt x="1330069" y="802234"/>
                </a:cubicBezTo>
                <a:cubicBezTo>
                  <a:pt x="1353960" y="801605"/>
                  <a:pt x="1620535" y="809779"/>
                  <a:pt x="1641282" y="811665"/>
                </a:cubicBezTo>
                <a:cubicBezTo>
                  <a:pt x="1662030" y="813551"/>
                  <a:pt x="1641911" y="828011"/>
                  <a:pt x="1641282" y="830526"/>
                </a:cubicBezTo>
                <a:cubicBezTo>
                  <a:pt x="1640654" y="833041"/>
                  <a:pt x="1633738" y="846873"/>
                  <a:pt x="1631852" y="849388"/>
                </a:cubicBezTo>
                <a:cubicBezTo>
                  <a:pt x="1629965" y="851902"/>
                  <a:pt x="1614876" y="866363"/>
                  <a:pt x="1612990" y="868249"/>
                </a:cubicBezTo>
                <a:cubicBezTo>
                  <a:pt x="1611104" y="870135"/>
                  <a:pt x="1605446" y="875793"/>
                  <a:pt x="1603559" y="877680"/>
                </a:cubicBezTo>
                <a:cubicBezTo>
                  <a:pt x="1601673" y="879566"/>
                  <a:pt x="1586584" y="894655"/>
                  <a:pt x="1584698" y="896541"/>
                </a:cubicBezTo>
                <a:cubicBezTo>
                  <a:pt x="1582812" y="898427"/>
                  <a:pt x="1579040" y="903456"/>
                  <a:pt x="1575268" y="905971"/>
                </a:cubicBezTo>
                <a:cubicBezTo>
                  <a:pt x="1571495" y="908486"/>
                  <a:pt x="1534401" y="931120"/>
                  <a:pt x="1528114" y="934264"/>
                </a:cubicBezTo>
                <a:cubicBezTo>
                  <a:pt x="1521827" y="937407"/>
                  <a:pt x="1487248" y="949982"/>
                  <a:pt x="1480961" y="953126"/>
                </a:cubicBezTo>
                <a:cubicBezTo>
                  <a:pt x="1474673" y="956269"/>
                  <a:pt x="1439465" y="978273"/>
                  <a:pt x="1433807" y="981417"/>
                </a:cubicBezTo>
                <a:cubicBezTo>
                  <a:pt x="1428148" y="984561"/>
                  <a:pt x="1402371" y="997135"/>
                  <a:pt x="1396084" y="1000279"/>
                </a:cubicBezTo>
                <a:cubicBezTo>
                  <a:pt x="1389797" y="1003422"/>
                  <a:pt x="1346416" y="1026055"/>
                  <a:pt x="1339500" y="1028570"/>
                </a:cubicBezTo>
                <a:cubicBezTo>
                  <a:pt x="1332584" y="1031084"/>
                  <a:pt x="1298634" y="1036744"/>
                  <a:pt x="1292347" y="1038001"/>
                </a:cubicBezTo>
                <a:cubicBezTo>
                  <a:pt x="1286059" y="1039258"/>
                  <a:pt x="1252109" y="1046175"/>
                  <a:pt x="1245193" y="1047432"/>
                </a:cubicBezTo>
                <a:cubicBezTo>
                  <a:pt x="1238277" y="1048689"/>
                  <a:pt x="1196154" y="1055606"/>
                  <a:pt x="1188609" y="1056863"/>
                </a:cubicBezTo>
                <a:cubicBezTo>
                  <a:pt x="1181064" y="1058120"/>
                  <a:pt x="1143970" y="1065665"/>
                  <a:pt x="1132025" y="1066294"/>
                </a:cubicBezTo>
                <a:cubicBezTo>
                  <a:pt x="1120079" y="1066922"/>
                  <a:pt x="1020114" y="1065036"/>
                  <a:pt x="1009426" y="1066294"/>
                </a:cubicBezTo>
                <a:cubicBezTo>
                  <a:pt x="998738" y="1067551"/>
                  <a:pt x="976104" y="1083268"/>
                  <a:pt x="971703" y="1085155"/>
                </a:cubicBezTo>
                <a:cubicBezTo>
                  <a:pt x="967302" y="1087041"/>
                  <a:pt x="947183" y="1094586"/>
                  <a:pt x="943411" y="1094586"/>
                </a:cubicBezTo>
                <a:cubicBezTo>
                  <a:pt x="939639" y="1094586"/>
                  <a:pt x="920148" y="1086412"/>
                  <a:pt x="915119" y="1085155"/>
                </a:cubicBezTo>
                <a:cubicBezTo>
                  <a:pt x="910089" y="1083897"/>
                  <a:pt x="873624" y="1077610"/>
                  <a:pt x="867965" y="1075724"/>
                </a:cubicBezTo>
                <a:cubicBezTo>
                  <a:pt x="862307" y="1073837"/>
                  <a:pt x="835272" y="1059378"/>
                  <a:pt x="830243" y="1056863"/>
                </a:cubicBezTo>
                <a:cubicBezTo>
                  <a:pt x="825213" y="1054348"/>
                  <a:pt x="798178" y="1040516"/>
                  <a:pt x="792520" y="1038001"/>
                </a:cubicBezTo>
                <a:cubicBezTo>
                  <a:pt x="786861" y="1035486"/>
                  <a:pt x="752282" y="1022912"/>
                  <a:pt x="745366" y="1019140"/>
                </a:cubicBezTo>
                <a:cubicBezTo>
                  <a:pt x="738451" y="1015368"/>
                  <a:pt x="696327" y="987076"/>
                  <a:pt x="688782" y="981417"/>
                </a:cubicBezTo>
                <a:cubicBezTo>
                  <a:pt x="681238" y="975759"/>
                  <a:pt x="637857" y="938665"/>
                  <a:pt x="632198" y="934264"/>
                </a:cubicBezTo>
                <a:cubicBezTo>
                  <a:pt x="626540" y="929862"/>
                  <a:pt x="608936" y="919174"/>
                  <a:pt x="603906" y="915402"/>
                </a:cubicBezTo>
                <a:cubicBezTo>
                  <a:pt x="598876" y="911630"/>
                  <a:pt x="561154" y="882081"/>
                  <a:pt x="556753" y="877680"/>
                </a:cubicBezTo>
                <a:cubicBezTo>
                  <a:pt x="552352" y="873278"/>
                  <a:pt x="539148" y="852531"/>
                  <a:pt x="537891" y="849388"/>
                </a:cubicBezTo>
                <a:cubicBezTo>
                  <a:pt x="536634" y="846244"/>
                  <a:pt x="538520" y="833041"/>
                  <a:pt x="537891" y="830526"/>
                </a:cubicBezTo>
                <a:cubicBezTo>
                  <a:pt x="537262" y="828011"/>
                  <a:pt x="529089" y="816066"/>
                  <a:pt x="528460" y="811665"/>
                </a:cubicBezTo>
                <a:cubicBezTo>
                  <a:pt x="527832" y="807264"/>
                  <a:pt x="527832" y="769541"/>
                  <a:pt x="528460" y="764512"/>
                </a:cubicBezTo>
                <a:cubicBezTo>
                  <a:pt x="529089" y="759482"/>
                  <a:pt x="536005" y="741249"/>
                  <a:pt x="537891" y="736219"/>
                </a:cubicBezTo>
                <a:cubicBezTo>
                  <a:pt x="539777" y="731189"/>
                  <a:pt x="554238" y="694724"/>
                  <a:pt x="556753" y="689066"/>
                </a:cubicBezTo>
                <a:cubicBezTo>
                  <a:pt x="559267" y="683407"/>
                  <a:pt x="573099" y="655116"/>
                  <a:pt x="575614" y="651343"/>
                </a:cubicBezTo>
                <a:cubicBezTo>
                  <a:pt x="578129" y="647571"/>
                  <a:pt x="591960" y="635625"/>
                  <a:pt x="594475" y="632481"/>
                </a:cubicBezTo>
                <a:cubicBezTo>
                  <a:pt x="596990" y="629337"/>
                  <a:pt x="610193" y="607962"/>
                  <a:pt x="613337" y="604190"/>
                </a:cubicBezTo>
                <a:cubicBezTo>
                  <a:pt x="616480" y="600417"/>
                  <a:pt x="638485" y="579041"/>
                  <a:pt x="641629" y="575897"/>
                </a:cubicBezTo>
                <a:cubicBezTo>
                  <a:pt x="644772" y="572754"/>
                  <a:pt x="657347" y="559551"/>
                  <a:pt x="660490" y="557036"/>
                </a:cubicBezTo>
                <a:cubicBezTo>
                  <a:pt x="663634" y="554521"/>
                  <a:pt x="683124" y="541318"/>
                  <a:pt x="688782" y="538175"/>
                </a:cubicBezTo>
                <a:cubicBezTo>
                  <a:pt x="694441" y="535031"/>
                  <a:pt x="737193" y="514283"/>
                  <a:pt x="745366" y="509883"/>
                </a:cubicBezTo>
                <a:cubicBezTo>
                  <a:pt x="753540" y="505481"/>
                  <a:pt x="803208" y="475932"/>
                  <a:pt x="811381" y="472160"/>
                </a:cubicBezTo>
                <a:cubicBezTo>
                  <a:pt x="819554" y="468387"/>
                  <a:pt x="829614" y="454556"/>
                  <a:pt x="867965" y="453299"/>
                </a:cubicBezTo>
                <a:cubicBezTo>
                  <a:pt x="906317" y="452041"/>
                  <a:pt x="1348302" y="453927"/>
                  <a:pt x="1386653" y="453299"/>
                </a:cubicBezTo>
                <a:cubicBezTo>
                  <a:pt x="1425005" y="452670"/>
                  <a:pt x="1432550" y="444496"/>
                  <a:pt x="1443238" y="443868"/>
                </a:cubicBezTo>
                <a:cubicBezTo>
                  <a:pt x="1453926" y="443239"/>
                  <a:pt x="1538802" y="443239"/>
                  <a:pt x="1546975" y="443868"/>
                </a:cubicBezTo>
                <a:cubicBezTo>
                  <a:pt x="1555149" y="444496"/>
                  <a:pt x="1565208" y="451412"/>
                  <a:pt x="1565837" y="453299"/>
                </a:cubicBezTo>
                <a:cubicBezTo>
                  <a:pt x="1566465" y="455184"/>
                  <a:pt x="1555777" y="469645"/>
                  <a:pt x="1556406" y="472160"/>
                </a:cubicBezTo>
                <a:cubicBezTo>
                  <a:pt x="1557035" y="474675"/>
                  <a:pt x="1572753" y="489135"/>
                  <a:pt x="1575268" y="491021"/>
                </a:cubicBezTo>
                <a:cubicBezTo>
                  <a:pt x="1577782" y="492907"/>
                  <a:pt x="1588470" y="499194"/>
                  <a:pt x="1594129" y="500452"/>
                </a:cubicBezTo>
                <a:cubicBezTo>
                  <a:pt x="1599787" y="501709"/>
                  <a:pt x="1658886" y="509254"/>
                  <a:pt x="1660144" y="509883"/>
                </a:cubicBezTo>
                <a:cubicBezTo>
                  <a:pt x="1661401" y="510511"/>
                  <a:pt x="1618020" y="509254"/>
                  <a:pt x="1612990" y="509883"/>
                </a:cubicBezTo>
                <a:cubicBezTo>
                  <a:pt x="1607960" y="510511"/>
                  <a:pt x="1588470" y="518056"/>
                  <a:pt x="1584698" y="519313"/>
                </a:cubicBezTo>
                <a:cubicBezTo>
                  <a:pt x="1580926" y="520571"/>
                  <a:pt x="1560178" y="527486"/>
                  <a:pt x="1556406" y="528744"/>
                </a:cubicBezTo>
                <a:cubicBezTo>
                  <a:pt x="1552634" y="530001"/>
                  <a:pt x="1531886" y="536917"/>
                  <a:pt x="1528114" y="538175"/>
                </a:cubicBezTo>
                <a:cubicBezTo>
                  <a:pt x="1524342" y="539432"/>
                  <a:pt x="1504223" y="546977"/>
                  <a:pt x="1499822" y="547605"/>
                </a:cubicBezTo>
                <a:cubicBezTo>
                  <a:pt x="1495421" y="548234"/>
                  <a:pt x="1467129" y="546977"/>
                  <a:pt x="1462099" y="547605"/>
                </a:cubicBezTo>
                <a:cubicBezTo>
                  <a:pt x="1457069" y="548234"/>
                  <a:pt x="1433807" y="556407"/>
                  <a:pt x="1424376" y="557036"/>
                </a:cubicBezTo>
                <a:cubicBezTo>
                  <a:pt x="1414946" y="557665"/>
                  <a:pt x="1333213" y="556407"/>
                  <a:pt x="1320639" y="557036"/>
                </a:cubicBezTo>
                <a:cubicBezTo>
                  <a:pt x="1308065" y="557665"/>
                  <a:pt x="1255881" y="565838"/>
                  <a:pt x="1235762" y="566467"/>
                </a:cubicBezTo>
                <a:cubicBezTo>
                  <a:pt x="1215644" y="567095"/>
                  <a:pt x="1038975" y="567724"/>
                  <a:pt x="1018856" y="566467"/>
                </a:cubicBezTo>
                <a:cubicBezTo>
                  <a:pt x="998738" y="565209"/>
                  <a:pt x="947183" y="550120"/>
                  <a:pt x="933980" y="547605"/>
                </a:cubicBezTo>
                <a:cubicBezTo>
                  <a:pt x="920777" y="545090"/>
                  <a:pt x="834015" y="530630"/>
                  <a:pt x="820812" y="528744"/>
                </a:cubicBezTo>
                <a:cubicBezTo>
                  <a:pt x="807609" y="526858"/>
                  <a:pt x="745366" y="519942"/>
                  <a:pt x="735936" y="519313"/>
                </a:cubicBezTo>
                <a:cubicBezTo>
                  <a:pt x="726505" y="518685"/>
                  <a:pt x="688153" y="519942"/>
                  <a:pt x="679352" y="519313"/>
                </a:cubicBezTo>
                <a:cubicBezTo>
                  <a:pt x="670550" y="518685"/>
                  <a:pt x="614594" y="510511"/>
                  <a:pt x="603906" y="509883"/>
                </a:cubicBezTo>
                <a:cubicBezTo>
                  <a:pt x="593218" y="509254"/>
                  <a:pt x="530347" y="511140"/>
                  <a:pt x="519030" y="509883"/>
                </a:cubicBezTo>
                <a:cubicBezTo>
                  <a:pt x="507713" y="508625"/>
                  <a:pt x="447985" y="494793"/>
                  <a:pt x="434154" y="491021"/>
                </a:cubicBezTo>
                <a:cubicBezTo>
                  <a:pt x="420322" y="487249"/>
                  <a:pt x="325386" y="457071"/>
                  <a:pt x="311554" y="453299"/>
                </a:cubicBezTo>
                <a:cubicBezTo>
                  <a:pt x="297723" y="449526"/>
                  <a:pt x="236109" y="437581"/>
                  <a:pt x="226678" y="434437"/>
                </a:cubicBezTo>
                <a:cubicBezTo>
                  <a:pt x="217248" y="431294"/>
                  <a:pt x="177010" y="409289"/>
                  <a:pt x="170094" y="406145"/>
                </a:cubicBezTo>
                <a:cubicBezTo>
                  <a:pt x="163178" y="403002"/>
                  <a:pt x="127970" y="389170"/>
                  <a:pt x="122941" y="387284"/>
                </a:cubicBezTo>
                <a:cubicBezTo>
                  <a:pt x="117911" y="385397"/>
                  <a:pt x="98421" y="379111"/>
                  <a:pt x="94649" y="377853"/>
                </a:cubicBezTo>
                <a:cubicBezTo>
                  <a:pt x="90876" y="376596"/>
                  <a:pt x="69500" y="369679"/>
                  <a:pt x="66357" y="368422"/>
                </a:cubicBezTo>
                <a:cubicBezTo>
                  <a:pt x="63213" y="367165"/>
                  <a:pt x="50010" y="360249"/>
                  <a:pt x="47495" y="358992"/>
                </a:cubicBezTo>
                <a:cubicBezTo>
                  <a:pt x="44980" y="357734"/>
                  <a:pt x="30520" y="350818"/>
                  <a:pt x="28634" y="349561"/>
                </a:cubicBezTo>
                <a:cubicBezTo>
                  <a:pt x="26748" y="348303"/>
                  <a:pt x="20460" y="340758"/>
                  <a:pt x="19203" y="340130"/>
                </a:cubicBezTo>
                <a:cubicBezTo>
                  <a:pt x="17946" y="339501"/>
                  <a:pt x="11030" y="340758"/>
                  <a:pt x="9772" y="340130"/>
                </a:cubicBezTo>
                <a:cubicBezTo>
                  <a:pt x="8515" y="339501"/>
                  <a:pt x="970" y="335100"/>
                  <a:pt x="342" y="330699"/>
                </a:cubicBezTo>
                <a:cubicBezTo>
                  <a:pt x="-286" y="326298"/>
                  <a:pt x="-915" y="278516"/>
                  <a:pt x="342" y="274115"/>
                </a:cubicBezTo>
                <a:cubicBezTo>
                  <a:pt x="1599" y="269714"/>
                  <a:pt x="17946" y="266570"/>
                  <a:pt x="19203" y="264684"/>
                </a:cubicBezTo>
                <a:cubicBezTo>
                  <a:pt x="20460" y="262798"/>
                  <a:pt x="17946" y="247709"/>
                  <a:pt x="19203" y="245823"/>
                </a:cubicBezTo>
                <a:cubicBezTo>
                  <a:pt x="20460" y="243937"/>
                  <a:pt x="35549" y="237650"/>
                  <a:pt x="38064" y="236393"/>
                </a:cubicBezTo>
                <a:cubicBezTo>
                  <a:pt x="40579" y="235135"/>
                  <a:pt x="53154" y="229476"/>
                  <a:pt x="56926" y="226962"/>
                </a:cubicBezTo>
                <a:cubicBezTo>
                  <a:pt x="60698" y="224447"/>
                  <a:pt x="89619" y="202442"/>
                  <a:pt x="94649" y="198670"/>
                </a:cubicBezTo>
                <a:cubicBezTo>
                  <a:pt x="99678" y="194897"/>
                  <a:pt x="127970" y="172264"/>
                  <a:pt x="132371" y="170378"/>
                </a:cubicBezTo>
                <a:cubicBezTo>
                  <a:pt x="136772" y="168492"/>
                  <a:pt x="158149" y="171006"/>
                  <a:pt x="160663" y="170378"/>
                </a:cubicBezTo>
                <a:cubicBezTo>
                  <a:pt x="163178" y="169749"/>
                  <a:pt x="167579" y="162204"/>
                  <a:pt x="170094" y="160947"/>
                </a:cubicBezTo>
                <a:cubicBezTo>
                  <a:pt x="172609" y="159689"/>
                  <a:pt x="194614" y="152773"/>
                  <a:pt x="198386" y="151516"/>
                </a:cubicBezTo>
                <a:cubicBezTo>
                  <a:pt x="202159" y="150259"/>
                  <a:pt x="222906" y="143343"/>
                  <a:pt x="226678" y="142086"/>
                </a:cubicBezTo>
                <a:cubicBezTo>
                  <a:pt x="230451" y="140828"/>
                  <a:pt x="249312" y="133283"/>
                  <a:pt x="254970" y="132655"/>
                </a:cubicBezTo>
                <a:cubicBezTo>
                  <a:pt x="260629" y="132026"/>
                  <a:pt x="304639" y="133283"/>
                  <a:pt x="311554" y="132655"/>
                </a:cubicBezTo>
                <a:cubicBezTo>
                  <a:pt x="318470" y="132026"/>
                  <a:pt x="350535" y="123224"/>
                  <a:pt x="358708" y="123224"/>
                </a:cubicBezTo>
                <a:cubicBezTo>
                  <a:pt x="366881" y="123224"/>
                  <a:pt x="429753" y="132026"/>
                  <a:pt x="434154" y="132655"/>
                </a:cubicBezTo>
                <a:cubicBezTo>
                  <a:pt x="438555" y="133283"/>
                  <a:pt x="425980" y="133283"/>
                  <a:pt x="424723" y="132655"/>
                </a:cubicBezTo>
                <a:cubicBezTo>
                  <a:pt x="423465" y="132026"/>
                  <a:pt x="414663" y="123853"/>
                  <a:pt x="415292" y="123224"/>
                </a:cubicBezTo>
                <a:cubicBezTo>
                  <a:pt x="415921" y="122595"/>
                  <a:pt x="431010" y="123853"/>
                  <a:pt x="434154" y="123224"/>
                </a:cubicBezTo>
                <a:cubicBezTo>
                  <a:pt x="437297" y="122595"/>
                  <a:pt x="459302" y="115679"/>
                  <a:pt x="462446" y="113793"/>
                </a:cubicBezTo>
                <a:cubicBezTo>
                  <a:pt x="465589" y="111907"/>
                  <a:pt x="479421" y="96818"/>
                  <a:pt x="481307" y="94932"/>
                </a:cubicBezTo>
                <a:cubicBezTo>
                  <a:pt x="483193" y="93046"/>
                  <a:pt x="480050" y="86130"/>
                  <a:pt x="490738" y="85502"/>
                </a:cubicBezTo>
                <a:cubicBezTo>
                  <a:pt x="501426" y="84873"/>
                  <a:pt x="630941" y="84873"/>
                  <a:pt x="641629" y="85502"/>
                </a:cubicBezTo>
                <a:cubicBezTo>
                  <a:pt x="652317" y="86130"/>
                  <a:pt x="649802" y="93675"/>
                  <a:pt x="651059" y="94932"/>
                </a:cubicBezTo>
                <a:cubicBezTo>
                  <a:pt x="652317" y="96189"/>
                  <a:pt x="652317" y="103734"/>
                  <a:pt x="660490" y="104363"/>
                </a:cubicBezTo>
                <a:cubicBezTo>
                  <a:pt x="668663" y="104991"/>
                  <a:pt x="761713" y="103734"/>
                  <a:pt x="773659" y="104363"/>
                </a:cubicBezTo>
                <a:cubicBezTo>
                  <a:pt x="785604" y="104991"/>
                  <a:pt x="833386" y="112536"/>
                  <a:pt x="839673" y="113793"/>
                </a:cubicBezTo>
                <a:cubicBezTo>
                  <a:pt x="845960" y="115051"/>
                  <a:pt x="864193" y="122595"/>
                  <a:pt x="867965" y="123224"/>
                </a:cubicBezTo>
                <a:cubicBezTo>
                  <a:pt x="871738" y="123853"/>
                  <a:pt x="891856" y="122595"/>
                  <a:pt x="896257" y="123224"/>
                </a:cubicBezTo>
                <a:cubicBezTo>
                  <a:pt x="900658" y="123853"/>
                  <a:pt x="898143" y="132026"/>
                  <a:pt x="933980" y="132655"/>
                </a:cubicBezTo>
                <a:cubicBezTo>
                  <a:pt x="969817" y="133283"/>
                  <a:pt x="1396084" y="133283"/>
                  <a:pt x="1433807" y="132655"/>
                </a:cubicBezTo>
                <a:cubicBezTo>
                  <a:pt x="1471530" y="132026"/>
                  <a:pt x="1491649" y="124481"/>
                  <a:pt x="1499822" y="123224"/>
                </a:cubicBezTo>
                <a:cubicBezTo>
                  <a:pt x="1507995" y="121967"/>
                  <a:pt x="1547604" y="115051"/>
                  <a:pt x="1556406" y="113793"/>
                </a:cubicBezTo>
                <a:cubicBezTo>
                  <a:pt x="1565208" y="112536"/>
                  <a:pt x="1623678" y="104991"/>
                  <a:pt x="1631852" y="104363"/>
                </a:cubicBezTo>
                <a:cubicBezTo>
                  <a:pt x="1640025" y="103734"/>
                  <a:pt x="1672089" y="104991"/>
                  <a:pt x="1679005" y="104363"/>
                </a:cubicBezTo>
                <a:cubicBezTo>
                  <a:pt x="1685921" y="103734"/>
                  <a:pt x="1727416" y="95560"/>
                  <a:pt x="1735589" y="94932"/>
                </a:cubicBezTo>
                <a:cubicBezTo>
                  <a:pt x="1743762" y="94303"/>
                  <a:pt x="1794059" y="95560"/>
                  <a:pt x="1801604" y="94932"/>
                </a:cubicBezTo>
                <a:cubicBezTo>
                  <a:pt x="1809148" y="94303"/>
                  <a:pt x="1841213" y="87388"/>
                  <a:pt x="1848758" y="85502"/>
                </a:cubicBezTo>
                <a:cubicBezTo>
                  <a:pt x="1856302" y="83616"/>
                  <a:pt x="1904713" y="67897"/>
                  <a:pt x="1914772" y="66640"/>
                </a:cubicBezTo>
                <a:cubicBezTo>
                  <a:pt x="1924832" y="65382"/>
                  <a:pt x="1990218" y="67897"/>
                  <a:pt x="1999649" y="66640"/>
                </a:cubicBezTo>
                <a:cubicBezTo>
                  <a:pt x="2009079" y="65382"/>
                  <a:pt x="2049317" y="49036"/>
                  <a:pt x="2056233" y="47779"/>
                </a:cubicBezTo>
                <a:cubicBezTo>
                  <a:pt x="2063149" y="46521"/>
                  <a:pt x="2097728" y="48407"/>
                  <a:pt x="2103386" y="47779"/>
                </a:cubicBezTo>
                <a:cubicBezTo>
                  <a:pt x="2109045" y="47150"/>
                  <a:pt x="2136708" y="39605"/>
                  <a:pt x="2141109" y="38348"/>
                </a:cubicBezTo>
                <a:cubicBezTo>
                  <a:pt x="2145510" y="37091"/>
                  <a:pt x="2164371" y="29546"/>
                  <a:pt x="2169401" y="28917"/>
                </a:cubicBezTo>
                <a:cubicBezTo>
                  <a:pt x="2174431" y="28289"/>
                  <a:pt x="2210896" y="29546"/>
                  <a:pt x="2216555" y="28917"/>
                </a:cubicBezTo>
                <a:cubicBezTo>
                  <a:pt x="2222213" y="28289"/>
                  <a:pt x="2251134" y="20744"/>
                  <a:pt x="2254277" y="19487"/>
                </a:cubicBezTo>
                <a:cubicBezTo>
                  <a:pt x="2257421" y="18229"/>
                  <a:pt x="2262451" y="10056"/>
                  <a:pt x="2263708" y="10056"/>
                </a:cubicBezTo>
                <a:cubicBezTo>
                  <a:pt x="2264965" y="10056"/>
                  <a:pt x="2271882" y="18229"/>
                  <a:pt x="2273139" y="19487"/>
                </a:cubicBezTo>
                <a:cubicBezTo>
                  <a:pt x="2274396" y="20744"/>
                  <a:pt x="2281312" y="28917"/>
                  <a:pt x="2282570" y="28917"/>
                </a:cubicBezTo>
                <a:cubicBezTo>
                  <a:pt x="2283827" y="28917"/>
                  <a:pt x="2290743" y="20744"/>
                  <a:pt x="2292000" y="19487"/>
                </a:cubicBezTo>
                <a:cubicBezTo>
                  <a:pt x="2293258" y="18229"/>
                  <a:pt x="2301431" y="10684"/>
                  <a:pt x="2301431" y="10056"/>
                </a:cubicBezTo>
                <a:cubicBezTo>
                  <a:pt x="2301431" y="9427"/>
                  <a:pt x="2293258" y="9427"/>
                  <a:pt x="2292000" y="10056"/>
                </a:cubicBezTo>
                <a:cubicBezTo>
                  <a:pt x="2290743" y="10684"/>
                  <a:pt x="2283198" y="18229"/>
                  <a:pt x="2282570" y="19487"/>
                </a:cubicBezTo>
                <a:cubicBezTo>
                  <a:pt x="2281941" y="20744"/>
                  <a:pt x="2283198" y="27660"/>
                  <a:pt x="2282570" y="28917"/>
                </a:cubicBezTo>
                <a:cubicBezTo>
                  <a:pt x="2281941" y="30175"/>
                  <a:pt x="2273768" y="36462"/>
                  <a:pt x="2273139" y="38348"/>
                </a:cubicBezTo>
                <a:cubicBezTo>
                  <a:pt x="2272510" y="40234"/>
                  <a:pt x="2273768" y="55323"/>
                  <a:pt x="2273139" y="57209"/>
                </a:cubicBezTo>
                <a:cubicBezTo>
                  <a:pt x="2272510" y="59095"/>
                  <a:pt x="2264965" y="65382"/>
                  <a:pt x="2263708" y="66640"/>
                </a:cubicBezTo>
                <a:cubicBezTo>
                  <a:pt x="2262451" y="67897"/>
                  <a:pt x="2255535" y="74813"/>
                  <a:pt x="2254277" y="76071"/>
                </a:cubicBezTo>
                <a:cubicBezTo>
                  <a:pt x="2253020" y="77328"/>
                  <a:pt x="2246104" y="82987"/>
                  <a:pt x="2244847" y="85502"/>
                </a:cubicBezTo>
                <a:cubicBezTo>
                  <a:pt x="2243589" y="88016"/>
                  <a:pt x="2236673" y="111278"/>
                  <a:pt x="2235416" y="113793"/>
                </a:cubicBezTo>
                <a:cubicBezTo>
                  <a:pt x="2234159" y="116308"/>
                  <a:pt x="2227243" y="121338"/>
                  <a:pt x="2225986" y="123224"/>
                </a:cubicBezTo>
                <a:cubicBezTo>
                  <a:pt x="2224728" y="125110"/>
                  <a:pt x="2217812" y="140199"/>
                  <a:pt x="2216555" y="142086"/>
                </a:cubicBezTo>
                <a:cubicBezTo>
                  <a:pt x="2215297" y="143971"/>
                  <a:pt x="2207753" y="149001"/>
                  <a:pt x="2207124" y="151516"/>
                </a:cubicBezTo>
                <a:cubicBezTo>
                  <a:pt x="2206495" y="154031"/>
                  <a:pt x="2207753" y="176665"/>
                  <a:pt x="2207124" y="179808"/>
                </a:cubicBezTo>
                <a:cubicBezTo>
                  <a:pt x="2206495" y="182952"/>
                  <a:pt x="2198951" y="196155"/>
                  <a:pt x="2197693" y="198670"/>
                </a:cubicBezTo>
                <a:cubicBezTo>
                  <a:pt x="2196436" y="201184"/>
                  <a:pt x="2189520" y="215645"/>
                  <a:pt x="2188263" y="217531"/>
                </a:cubicBezTo>
                <a:cubicBezTo>
                  <a:pt x="2187005" y="219417"/>
                  <a:pt x="2180089" y="225076"/>
                  <a:pt x="2178832" y="226962"/>
                </a:cubicBezTo>
                <a:cubicBezTo>
                  <a:pt x="2177575" y="228848"/>
                  <a:pt x="2170030" y="242680"/>
                  <a:pt x="2169401" y="245823"/>
                </a:cubicBezTo>
                <a:cubicBezTo>
                  <a:pt x="2168772" y="248967"/>
                  <a:pt x="2170030" y="271600"/>
                  <a:pt x="2169401" y="274115"/>
                </a:cubicBezTo>
                <a:cubicBezTo>
                  <a:pt x="2168772" y="276630"/>
                  <a:pt x="2160599" y="282288"/>
                  <a:pt x="2159971" y="283546"/>
                </a:cubicBezTo>
                <a:cubicBezTo>
                  <a:pt x="2159342" y="284803"/>
                  <a:pt x="2160599" y="291719"/>
                  <a:pt x="2159971" y="292977"/>
                </a:cubicBezTo>
                <a:cubicBezTo>
                  <a:pt x="2159342" y="294234"/>
                  <a:pt x="2151168" y="301150"/>
                  <a:pt x="2150540" y="302407"/>
                </a:cubicBezTo>
                <a:cubicBezTo>
                  <a:pt x="2149911" y="303665"/>
                  <a:pt x="2151168" y="310581"/>
                  <a:pt x="2150540" y="311838"/>
                </a:cubicBezTo>
                <a:cubicBezTo>
                  <a:pt x="2149911" y="313095"/>
                  <a:pt x="2142367" y="320011"/>
                  <a:pt x="2141109" y="321269"/>
                </a:cubicBezTo>
                <a:cubicBezTo>
                  <a:pt x="2139852" y="322526"/>
                  <a:pt x="2131679" y="328813"/>
                  <a:pt x="2131679" y="330699"/>
                </a:cubicBezTo>
                <a:cubicBezTo>
                  <a:pt x="2131679" y="332585"/>
                  <a:pt x="2140481" y="347674"/>
                  <a:pt x="2141109" y="349561"/>
                </a:cubicBezTo>
                <a:cubicBezTo>
                  <a:pt x="2141738" y="351447"/>
                  <a:pt x="2142367" y="357734"/>
                  <a:pt x="2141109" y="358992"/>
                </a:cubicBezTo>
                <a:cubicBezTo>
                  <a:pt x="2139852" y="360249"/>
                  <a:pt x="2124134" y="366536"/>
                  <a:pt x="2122248" y="368422"/>
                </a:cubicBezTo>
                <a:cubicBezTo>
                  <a:pt x="2120362" y="370308"/>
                  <a:pt x="2113446" y="384769"/>
                  <a:pt x="2112817" y="387284"/>
                </a:cubicBezTo>
                <a:cubicBezTo>
                  <a:pt x="2112188" y="389798"/>
                  <a:pt x="2113446" y="404259"/>
                  <a:pt x="2112817" y="406145"/>
                </a:cubicBezTo>
                <a:cubicBezTo>
                  <a:pt x="2112188" y="408031"/>
                  <a:pt x="2104644" y="414318"/>
                  <a:pt x="2103386" y="415576"/>
                </a:cubicBezTo>
                <a:cubicBezTo>
                  <a:pt x="2102129" y="416833"/>
                  <a:pt x="2095213" y="423120"/>
                  <a:pt x="2093956" y="425006"/>
                </a:cubicBezTo>
                <a:cubicBezTo>
                  <a:pt x="2092698" y="426892"/>
                  <a:pt x="2085153" y="441981"/>
                  <a:pt x="2084525" y="443868"/>
                </a:cubicBezTo>
                <a:cubicBezTo>
                  <a:pt x="2083896" y="445754"/>
                  <a:pt x="2085153" y="451412"/>
                  <a:pt x="2084525" y="453299"/>
                </a:cubicBezTo>
                <a:cubicBezTo>
                  <a:pt x="2083896" y="455184"/>
                  <a:pt x="2075723" y="469645"/>
                  <a:pt x="2075094" y="472160"/>
                </a:cubicBezTo>
                <a:cubicBezTo>
                  <a:pt x="2074465" y="474675"/>
                  <a:pt x="2075723" y="489135"/>
                  <a:pt x="2075094" y="491021"/>
                </a:cubicBezTo>
                <a:cubicBezTo>
                  <a:pt x="2074465" y="492907"/>
                  <a:pt x="2066292" y="498566"/>
                  <a:pt x="2065664" y="500452"/>
                </a:cubicBezTo>
                <a:cubicBezTo>
                  <a:pt x="2065035" y="502338"/>
                  <a:pt x="2066292" y="517427"/>
                  <a:pt x="2065664" y="519313"/>
                </a:cubicBezTo>
                <a:cubicBezTo>
                  <a:pt x="2065035" y="521199"/>
                  <a:pt x="2056862" y="527486"/>
                  <a:pt x="2056233" y="528744"/>
                </a:cubicBezTo>
                <a:cubicBezTo>
                  <a:pt x="2055604" y="530001"/>
                  <a:pt x="2056862" y="536289"/>
                  <a:pt x="2056233" y="538175"/>
                </a:cubicBezTo>
                <a:cubicBezTo>
                  <a:pt x="2055604" y="540061"/>
                  <a:pt x="2048688" y="551377"/>
                  <a:pt x="2046802" y="557036"/>
                </a:cubicBezTo>
                <a:cubicBezTo>
                  <a:pt x="2044916" y="562694"/>
                  <a:pt x="2029827" y="617393"/>
                  <a:pt x="2027941" y="623051"/>
                </a:cubicBezTo>
                <a:cubicBezTo>
                  <a:pt x="2026055" y="628710"/>
                  <a:pt x="2019138" y="640026"/>
                  <a:pt x="2018510" y="641912"/>
                </a:cubicBezTo>
                <a:cubicBezTo>
                  <a:pt x="2017881" y="643798"/>
                  <a:pt x="2019138" y="648828"/>
                  <a:pt x="2018510" y="651343"/>
                </a:cubicBezTo>
                <a:cubicBezTo>
                  <a:pt x="2017881" y="653858"/>
                  <a:pt x="2009708" y="662660"/>
                  <a:pt x="2009079" y="679635"/>
                </a:cubicBezTo>
                <a:cubicBezTo>
                  <a:pt x="2008451" y="696610"/>
                  <a:pt x="2008451" y="888367"/>
                  <a:pt x="2009079" y="905971"/>
                </a:cubicBezTo>
                <a:cubicBezTo>
                  <a:pt x="2009708" y="923575"/>
                  <a:pt x="2017881" y="937407"/>
                  <a:pt x="2018510" y="943694"/>
                </a:cubicBezTo>
                <a:cubicBezTo>
                  <a:pt x="2019138" y="949981"/>
                  <a:pt x="2017881" y="995249"/>
                  <a:pt x="2018510" y="1000279"/>
                </a:cubicBezTo>
                <a:cubicBezTo>
                  <a:pt x="2019138" y="1005308"/>
                  <a:pt x="2027312" y="1012224"/>
                  <a:pt x="2027941" y="1019140"/>
                </a:cubicBezTo>
                <a:cubicBezTo>
                  <a:pt x="2028569" y="1026055"/>
                  <a:pt x="2029198" y="1097728"/>
                  <a:pt x="2027941" y="1104016"/>
                </a:cubicBezTo>
                <a:cubicBezTo>
                  <a:pt x="2026683" y="1110303"/>
                  <a:pt x="2010337" y="1112190"/>
                  <a:pt x="2009079" y="1113447"/>
                </a:cubicBezTo>
                <a:cubicBezTo>
                  <a:pt x="2007822" y="1114704"/>
                  <a:pt x="2010337" y="1121620"/>
                  <a:pt x="2009079" y="1122877"/>
                </a:cubicBezTo>
                <a:cubicBezTo>
                  <a:pt x="2007822" y="1124134"/>
                  <a:pt x="1992104" y="1131051"/>
                  <a:pt x="1990218" y="1132308"/>
                </a:cubicBezTo>
                <a:cubicBezTo>
                  <a:pt x="1988332" y="1133565"/>
                  <a:pt x="1982673" y="1140482"/>
                  <a:pt x="1980787" y="1141739"/>
                </a:cubicBezTo>
                <a:cubicBezTo>
                  <a:pt x="1978901" y="1142996"/>
                  <a:pt x="1964441" y="1149912"/>
                  <a:pt x="1961926" y="1151170"/>
                </a:cubicBezTo>
                <a:cubicBezTo>
                  <a:pt x="1959411" y="1152427"/>
                  <a:pt x="1946837" y="1159343"/>
                  <a:pt x="1943065" y="1160600"/>
                </a:cubicBezTo>
                <a:cubicBezTo>
                  <a:pt x="1939292" y="1161857"/>
                  <a:pt x="1908485" y="1169402"/>
                  <a:pt x="1905342" y="1170032"/>
                </a:cubicBezTo>
                <a:cubicBezTo>
                  <a:pt x="1902198" y="1170660"/>
                  <a:pt x="1899055" y="1168774"/>
                  <a:pt x="1895911" y="1170032"/>
                </a:cubicBezTo>
                <a:cubicBezTo>
                  <a:pt x="1892767" y="1171288"/>
                  <a:pt x="1861961" y="1187006"/>
                  <a:pt x="1858188" y="1188893"/>
                </a:cubicBezTo>
                <a:cubicBezTo>
                  <a:pt x="1854416" y="1190779"/>
                  <a:pt x="1843728" y="1197066"/>
                  <a:pt x="1839327" y="1198323"/>
                </a:cubicBezTo>
                <a:cubicBezTo>
                  <a:pt x="1834926" y="1199580"/>
                  <a:pt x="1797203" y="1207125"/>
                  <a:pt x="1792174" y="1207754"/>
                </a:cubicBezTo>
                <a:cubicBezTo>
                  <a:pt x="1787144" y="1208382"/>
                  <a:pt x="1767654" y="1206496"/>
                  <a:pt x="1763881" y="1207754"/>
                </a:cubicBezTo>
                <a:cubicBezTo>
                  <a:pt x="1760109" y="1209011"/>
                  <a:pt x="1738104" y="1225358"/>
                  <a:pt x="1735589" y="1226615"/>
                </a:cubicBezTo>
                <a:cubicBezTo>
                  <a:pt x="1733074" y="1227872"/>
                  <a:pt x="1728673" y="1225986"/>
                  <a:pt x="1726159" y="1226615"/>
                </a:cubicBezTo>
                <a:cubicBezTo>
                  <a:pt x="1723644" y="1227244"/>
                  <a:pt x="1701010" y="1235417"/>
                  <a:pt x="1697866" y="1236046"/>
                </a:cubicBezTo>
                <a:cubicBezTo>
                  <a:pt x="1694723" y="1236675"/>
                  <a:pt x="1681520" y="1235417"/>
                  <a:pt x="1679005" y="1236046"/>
                </a:cubicBezTo>
                <a:cubicBezTo>
                  <a:pt x="1676490" y="1236675"/>
                  <a:pt x="1662659" y="1244847"/>
                  <a:pt x="1660144" y="1245476"/>
                </a:cubicBezTo>
                <a:cubicBezTo>
                  <a:pt x="1657629" y="1246104"/>
                  <a:pt x="1643797" y="1244847"/>
                  <a:pt x="1641282" y="1245476"/>
                </a:cubicBezTo>
                <a:cubicBezTo>
                  <a:pt x="1638767" y="1246104"/>
                  <a:pt x="1625565" y="1253650"/>
                  <a:pt x="1622421" y="1254907"/>
                </a:cubicBezTo>
                <a:cubicBezTo>
                  <a:pt x="1619277" y="1256164"/>
                  <a:pt x="1597901" y="1263081"/>
                  <a:pt x="1594129" y="1264338"/>
                </a:cubicBezTo>
                <a:cubicBezTo>
                  <a:pt x="1590357" y="1265595"/>
                  <a:pt x="1569609" y="1272511"/>
                  <a:pt x="1565837" y="1273769"/>
                </a:cubicBezTo>
                <a:cubicBezTo>
                  <a:pt x="1562064" y="1275026"/>
                  <a:pt x="1540688" y="1282571"/>
                  <a:pt x="1537545" y="1283200"/>
                </a:cubicBezTo>
                <a:cubicBezTo>
                  <a:pt x="1534401" y="1283828"/>
                  <a:pt x="1521827" y="1282571"/>
                  <a:pt x="1518683" y="1283200"/>
                </a:cubicBezTo>
                <a:cubicBezTo>
                  <a:pt x="1515540" y="1283828"/>
                  <a:pt x="1493535" y="1292001"/>
                  <a:pt x="1490391" y="1292630"/>
                </a:cubicBezTo>
                <a:cubicBezTo>
                  <a:pt x="1487248" y="1293258"/>
                  <a:pt x="1474045" y="1292001"/>
                  <a:pt x="1471530" y="1292630"/>
                </a:cubicBezTo>
                <a:cubicBezTo>
                  <a:pt x="1469015" y="1293258"/>
                  <a:pt x="1458955" y="1301432"/>
                  <a:pt x="1452668" y="1302061"/>
                </a:cubicBezTo>
                <a:cubicBezTo>
                  <a:pt x="1446381" y="1302689"/>
                  <a:pt x="1386654" y="1301432"/>
                  <a:pt x="1377223" y="1302061"/>
                </a:cubicBezTo>
                <a:cubicBezTo>
                  <a:pt x="1367792" y="1302689"/>
                  <a:pt x="1332584" y="1310862"/>
                  <a:pt x="1311208" y="1311492"/>
                </a:cubicBezTo>
                <a:cubicBezTo>
                  <a:pt x="1289832" y="1312120"/>
                  <a:pt x="1077327" y="1310862"/>
                  <a:pt x="1056579" y="1311492"/>
                </a:cubicBezTo>
                <a:cubicBezTo>
                  <a:pt x="1035832" y="1312120"/>
                  <a:pt x="1008797" y="1320293"/>
                  <a:pt x="999995" y="1320922"/>
                </a:cubicBezTo>
                <a:cubicBezTo>
                  <a:pt x="991193" y="1321550"/>
                  <a:pt x="932723" y="1321550"/>
                  <a:pt x="924550" y="1320922"/>
                </a:cubicBezTo>
                <a:cubicBezTo>
                  <a:pt x="916376" y="1320293"/>
                  <a:pt x="882426" y="1312120"/>
                  <a:pt x="877396" y="1311492"/>
                </a:cubicBezTo>
                <a:cubicBezTo>
                  <a:pt x="872366" y="1310862"/>
                  <a:pt x="853505" y="1312120"/>
                  <a:pt x="849104" y="1311492"/>
                </a:cubicBezTo>
                <a:cubicBezTo>
                  <a:pt x="844703" y="1310862"/>
                  <a:pt x="815782" y="1303318"/>
                  <a:pt x="811381" y="1302061"/>
                </a:cubicBezTo>
                <a:cubicBezTo>
                  <a:pt x="806980" y="1300803"/>
                  <a:pt x="787490" y="1293258"/>
                  <a:pt x="783089" y="1292630"/>
                </a:cubicBezTo>
                <a:cubicBezTo>
                  <a:pt x="778688" y="1292001"/>
                  <a:pt x="748510" y="1293258"/>
                  <a:pt x="745366" y="1292630"/>
                </a:cubicBezTo>
                <a:cubicBezTo>
                  <a:pt x="742223" y="1292001"/>
                  <a:pt x="740337" y="1283828"/>
                  <a:pt x="735936" y="1283200"/>
                </a:cubicBezTo>
                <a:cubicBezTo>
                  <a:pt x="731535" y="1282571"/>
                  <a:pt x="685010" y="1283828"/>
                  <a:pt x="679352" y="1283200"/>
                </a:cubicBezTo>
                <a:cubicBezTo>
                  <a:pt x="673693" y="1282571"/>
                  <a:pt x="656089" y="1274397"/>
                  <a:pt x="651059" y="1273769"/>
                </a:cubicBezTo>
                <a:cubicBezTo>
                  <a:pt x="646030" y="1273140"/>
                  <a:pt x="607678" y="1274397"/>
                  <a:pt x="603906" y="1273769"/>
                </a:cubicBezTo>
                <a:cubicBezTo>
                  <a:pt x="600134" y="1273140"/>
                  <a:pt x="596361" y="1264966"/>
                  <a:pt x="594475" y="1264338"/>
                </a:cubicBezTo>
                <a:cubicBezTo>
                  <a:pt x="592589" y="1263709"/>
                  <a:pt x="577500" y="1264966"/>
                  <a:pt x="575614" y="1264338"/>
                </a:cubicBezTo>
                <a:cubicBezTo>
                  <a:pt x="573728" y="1263709"/>
                  <a:pt x="567441" y="1255536"/>
                  <a:pt x="566183" y="1254907"/>
                </a:cubicBezTo>
                <a:cubicBezTo>
                  <a:pt x="564926" y="1254278"/>
                  <a:pt x="558639" y="1255536"/>
                  <a:pt x="556753" y="1254907"/>
                </a:cubicBezTo>
                <a:cubicBezTo>
                  <a:pt x="554866" y="1254278"/>
                  <a:pt x="539777" y="1246104"/>
                  <a:pt x="537891" y="1245476"/>
                </a:cubicBezTo>
                <a:cubicBezTo>
                  <a:pt x="536005" y="1244847"/>
                  <a:pt x="529718" y="1246104"/>
                  <a:pt x="528460" y="1245476"/>
                </a:cubicBezTo>
                <a:cubicBezTo>
                  <a:pt x="527203" y="1244847"/>
                  <a:pt x="519658" y="1237303"/>
                  <a:pt x="519030" y="1236046"/>
                </a:cubicBezTo>
                <a:cubicBezTo>
                  <a:pt x="518401" y="1234789"/>
                  <a:pt x="520287" y="1227872"/>
                  <a:pt x="519030" y="1226615"/>
                </a:cubicBezTo>
                <a:cubicBezTo>
                  <a:pt x="517772" y="1225358"/>
                  <a:pt x="502055" y="1217812"/>
                  <a:pt x="500168" y="1217184"/>
                </a:cubicBezTo>
                <a:cubicBezTo>
                  <a:pt x="498282" y="1216555"/>
                  <a:pt x="491995" y="1218441"/>
                  <a:pt x="490738" y="1217184"/>
                </a:cubicBezTo>
                <a:cubicBezTo>
                  <a:pt x="489480" y="1215926"/>
                  <a:pt x="483193" y="1199580"/>
                  <a:pt x="481307" y="1198323"/>
                </a:cubicBezTo>
                <a:cubicBezTo>
                  <a:pt x="479421" y="1197066"/>
                  <a:pt x="464332" y="1198952"/>
                  <a:pt x="462446" y="1198323"/>
                </a:cubicBezTo>
                <a:cubicBezTo>
                  <a:pt x="460559" y="1197694"/>
                  <a:pt x="454272" y="1190149"/>
                  <a:pt x="453015" y="1188893"/>
                </a:cubicBezTo>
                <a:cubicBezTo>
                  <a:pt x="451757" y="1187635"/>
                  <a:pt x="445470" y="1180719"/>
                  <a:pt x="443584" y="1179462"/>
                </a:cubicBezTo>
                <a:cubicBezTo>
                  <a:pt x="441698" y="1178204"/>
                  <a:pt x="426609" y="1170032"/>
                  <a:pt x="424723" y="1170032"/>
                </a:cubicBezTo>
                <a:cubicBezTo>
                  <a:pt x="422837" y="1170032"/>
                  <a:pt x="417807" y="1178833"/>
                  <a:pt x="415292" y="1179462"/>
                </a:cubicBezTo>
                <a:cubicBezTo>
                  <a:pt x="412777" y="1180090"/>
                  <a:pt x="389515" y="1180090"/>
                  <a:pt x="387000" y="1179462"/>
                </a:cubicBezTo>
                <a:cubicBezTo>
                  <a:pt x="384485" y="1178833"/>
                  <a:pt x="378827" y="1171917"/>
                  <a:pt x="377569" y="1170032"/>
                </a:cubicBezTo>
                <a:cubicBezTo>
                  <a:pt x="376312" y="1168145"/>
                  <a:pt x="370025" y="1152427"/>
                  <a:pt x="368139" y="1151170"/>
                </a:cubicBezTo>
                <a:cubicBezTo>
                  <a:pt x="366253" y="1149912"/>
                  <a:pt x="351163" y="1151798"/>
                  <a:pt x="349277" y="1151170"/>
                </a:cubicBezTo>
                <a:cubicBezTo>
                  <a:pt x="347391" y="1150541"/>
                  <a:pt x="341733" y="1142996"/>
                  <a:pt x="339847" y="1141739"/>
                </a:cubicBezTo>
                <a:cubicBezTo>
                  <a:pt x="337960" y="1140482"/>
                  <a:pt x="323500" y="1134194"/>
                  <a:pt x="320985" y="1132308"/>
                </a:cubicBezTo>
                <a:cubicBezTo>
                  <a:pt x="318470" y="1130422"/>
                  <a:pt x="304010" y="1115962"/>
                  <a:pt x="302124" y="1113447"/>
                </a:cubicBezTo>
                <a:cubicBezTo>
                  <a:pt x="300238" y="1110932"/>
                  <a:pt x="294579" y="1095842"/>
                  <a:pt x="292693" y="1094586"/>
                </a:cubicBezTo>
                <a:cubicBezTo>
                  <a:pt x="290807" y="1093328"/>
                  <a:pt x="275718" y="1095842"/>
                  <a:pt x="273832" y="1094586"/>
                </a:cubicBezTo>
                <a:cubicBezTo>
                  <a:pt x="271946" y="1093328"/>
                  <a:pt x="265659" y="1077610"/>
                  <a:pt x="264401" y="1075724"/>
                </a:cubicBezTo>
                <a:cubicBezTo>
                  <a:pt x="263144" y="1073837"/>
                  <a:pt x="256856" y="1068808"/>
                  <a:pt x="254970" y="1066294"/>
                </a:cubicBezTo>
                <a:cubicBezTo>
                  <a:pt x="253084" y="1063779"/>
                  <a:pt x="237995" y="1040516"/>
                  <a:pt x="236109" y="1038001"/>
                </a:cubicBezTo>
                <a:cubicBezTo>
                  <a:pt x="234223" y="1035486"/>
                  <a:pt x="227307" y="1031713"/>
                  <a:pt x="226678" y="1028570"/>
                </a:cubicBezTo>
                <a:cubicBezTo>
                  <a:pt x="226050" y="1025426"/>
                  <a:pt x="227936" y="995249"/>
                  <a:pt x="226678" y="990848"/>
                </a:cubicBezTo>
                <a:cubicBezTo>
                  <a:pt x="225421" y="986446"/>
                  <a:pt x="210332" y="965699"/>
                  <a:pt x="207817" y="962556"/>
                </a:cubicBezTo>
                <a:cubicBezTo>
                  <a:pt x="205302" y="959412"/>
                  <a:pt x="190213" y="946209"/>
                  <a:pt x="188956" y="943694"/>
                </a:cubicBezTo>
                <a:cubicBezTo>
                  <a:pt x="187698" y="941179"/>
                  <a:pt x="189584" y="926719"/>
                  <a:pt x="188956" y="924833"/>
                </a:cubicBezTo>
                <a:cubicBezTo>
                  <a:pt x="188327" y="922947"/>
                  <a:pt x="179525" y="917288"/>
                  <a:pt x="179525" y="915402"/>
                </a:cubicBezTo>
                <a:cubicBezTo>
                  <a:pt x="179525" y="913516"/>
                  <a:pt x="187698" y="898427"/>
                  <a:pt x="188956" y="896541"/>
                </a:cubicBezTo>
                <a:cubicBezTo>
                  <a:pt x="190213" y="894655"/>
                  <a:pt x="199015" y="888367"/>
                  <a:pt x="198386" y="887110"/>
                </a:cubicBezTo>
                <a:cubicBezTo>
                  <a:pt x="197758" y="885853"/>
                  <a:pt x="181411" y="878937"/>
                  <a:pt x="179525" y="877680"/>
                </a:cubicBezTo>
                <a:cubicBezTo>
                  <a:pt x="177639" y="876422"/>
                  <a:pt x="170094" y="873907"/>
                  <a:pt x="170094" y="868249"/>
                </a:cubicBezTo>
                <a:cubicBezTo>
                  <a:pt x="170094" y="862590"/>
                  <a:pt x="178267" y="798462"/>
                  <a:pt x="179525" y="792803"/>
                </a:cubicBezTo>
                <a:cubicBezTo>
                  <a:pt x="180782" y="787145"/>
                  <a:pt x="188327" y="789031"/>
                  <a:pt x="188956" y="783373"/>
                </a:cubicBezTo>
                <a:cubicBezTo>
                  <a:pt x="189584" y="777714"/>
                  <a:pt x="188327" y="714843"/>
                  <a:pt x="188956" y="707927"/>
                </a:cubicBezTo>
                <a:cubicBezTo>
                  <a:pt x="189584" y="701012"/>
                  <a:pt x="197758" y="684036"/>
                  <a:pt x="198386" y="679635"/>
                </a:cubicBezTo>
                <a:cubicBezTo>
                  <a:pt x="199015" y="675234"/>
                  <a:pt x="197758" y="645684"/>
                  <a:pt x="198386" y="641912"/>
                </a:cubicBezTo>
                <a:cubicBezTo>
                  <a:pt x="199015" y="638140"/>
                  <a:pt x="206559" y="625566"/>
                  <a:pt x="207817" y="623051"/>
                </a:cubicBezTo>
                <a:cubicBezTo>
                  <a:pt x="209074" y="620536"/>
                  <a:pt x="216619" y="606704"/>
                  <a:pt x="217248" y="604190"/>
                </a:cubicBezTo>
                <a:cubicBezTo>
                  <a:pt x="217876" y="601675"/>
                  <a:pt x="215990" y="588471"/>
                  <a:pt x="217248" y="585328"/>
                </a:cubicBezTo>
                <a:cubicBezTo>
                  <a:pt x="218505" y="582184"/>
                  <a:pt x="234223" y="560180"/>
                  <a:pt x="236109" y="557036"/>
                </a:cubicBezTo>
                <a:cubicBezTo>
                  <a:pt x="237995" y="553892"/>
                  <a:pt x="244282" y="540689"/>
                  <a:pt x="245540" y="538175"/>
                </a:cubicBezTo>
                <a:cubicBezTo>
                  <a:pt x="246797" y="535660"/>
                  <a:pt x="254342" y="521199"/>
                  <a:pt x="254970" y="519313"/>
                </a:cubicBezTo>
                <a:cubicBezTo>
                  <a:pt x="255599" y="517427"/>
                  <a:pt x="254342" y="511769"/>
                  <a:pt x="254970" y="509883"/>
                </a:cubicBezTo>
                <a:cubicBezTo>
                  <a:pt x="255599" y="507996"/>
                  <a:pt x="263144" y="492907"/>
                  <a:pt x="264401" y="491021"/>
                </a:cubicBezTo>
                <a:cubicBezTo>
                  <a:pt x="265659" y="489135"/>
                  <a:pt x="273203" y="482847"/>
                  <a:pt x="273832" y="481590"/>
                </a:cubicBezTo>
                <a:cubicBezTo>
                  <a:pt x="274461" y="480333"/>
                  <a:pt x="272574" y="474046"/>
                  <a:pt x="273832" y="472160"/>
                </a:cubicBezTo>
                <a:cubicBezTo>
                  <a:pt x="275089" y="470274"/>
                  <a:pt x="290178" y="455813"/>
                  <a:pt x="292693" y="453299"/>
                </a:cubicBezTo>
                <a:cubicBezTo>
                  <a:pt x="295208" y="450784"/>
                  <a:pt x="309668" y="436952"/>
                  <a:pt x="311554" y="434437"/>
                </a:cubicBezTo>
                <a:cubicBezTo>
                  <a:pt x="313441" y="431923"/>
                  <a:pt x="319728" y="417461"/>
                  <a:pt x="320985" y="415576"/>
                </a:cubicBezTo>
                <a:cubicBezTo>
                  <a:pt x="322243" y="413689"/>
                  <a:pt x="329158" y="407402"/>
                  <a:pt x="330416" y="406145"/>
                </a:cubicBezTo>
                <a:cubicBezTo>
                  <a:pt x="331673" y="404888"/>
                  <a:pt x="339218" y="398600"/>
                  <a:pt x="339847" y="396714"/>
                </a:cubicBezTo>
                <a:cubicBezTo>
                  <a:pt x="340475" y="394828"/>
                  <a:pt x="338589" y="379739"/>
                  <a:pt x="339847" y="377853"/>
                </a:cubicBezTo>
                <a:cubicBezTo>
                  <a:pt x="341104" y="375967"/>
                  <a:pt x="356822" y="369679"/>
                  <a:pt x="358708" y="368422"/>
                </a:cubicBezTo>
                <a:cubicBezTo>
                  <a:pt x="360594" y="367165"/>
                  <a:pt x="366881" y="360878"/>
                  <a:pt x="368139" y="358992"/>
                </a:cubicBezTo>
                <a:cubicBezTo>
                  <a:pt x="369396" y="357106"/>
                  <a:pt x="376312" y="342016"/>
                  <a:pt x="377569" y="340130"/>
                </a:cubicBezTo>
                <a:cubicBezTo>
                  <a:pt x="378827" y="338244"/>
                  <a:pt x="384485" y="332585"/>
                  <a:pt x="387000" y="330699"/>
                </a:cubicBezTo>
                <a:cubicBezTo>
                  <a:pt x="389515" y="328813"/>
                  <a:pt x="412777" y="313724"/>
                  <a:pt x="415292" y="311838"/>
                </a:cubicBezTo>
                <a:cubicBezTo>
                  <a:pt x="417807" y="309952"/>
                  <a:pt x="423465" y="302407"/>
                  <a:pt x="424723" y="302407"/>
                </a:cubicBezTo>
                <a:cubicBezTo>
                  <a:pt x="425980" y="302407"/>
                  <a:pt x="432896" y="311209"/>
                  <a:pt x="434154" y="311838"/>
                </a:cubicBezTo>
                <a:cubicBezTo>
                  <a:pt x="435411" y="312466"/>
                  <a:pt x="441698" y="312466"/>
                  <a:pt x="443584" y="311838"/>
                </a:cubicBezTo>
                <a:cubicBezTo>
                  <a:pt x="445470" y="311209"/>
                  <a:pt x="459931" y="304293"/>
                  <a:pt x="462446" y="302407"/>
                </a:cubicBezTo>
                <a:cubicBezTo>
                  <a:pt x="464960" y="300521"/>
                  <a:pt x="479421" y="286060"/>
                  <a:pt x="481307" y="283546"/>
                </a:cubicBezTo>
                <a:cubicBezTo>
                  <a:pt x="483193" y="281031"/>
                  <a:pt x="489480" y="266570"/>
                  <a:pt x="490738" y="264684"/>
                </a:cubicBezTo>
                <a:cubicBezTo>
                  <a:pt x="491995" y="262798"/>
                  <a:pt x="498282" y="255882"/>
                  <a:pt x="500168" y="255254"/>
                </a:cubicBezTo>
                <a:cubicBezTo>
                  <a:pt x="502055" y="254625"/>
                  <a:pt x="517144" y="255882"/>
                  <a:pt x="519030" y="255254"/>
                </a:cubicBezTo>
                <a:cubicBezTo>
                  <a:pt x="520916" y="254625"/>
                  <a:pt x="527203" y="247081"/>
                  <a:pt x="528460" y="245823"/>
                </a:cubicBezTo>
                <a:cubicBezTo>
                  <a:pt x="529718" y="244566"/>
                  <a:pt x="536005" y="237650"/>
                  <a:pt x="537891" y="236393"/>
                </a:cubicBezTo>
                <a:cubicBezTo>
                  <a:pt x="539777" y="235135"/>
                  <a:pt x="554238" y="228219"/>
                  <a:pt x="556753" y="226962"/>
                </a:cubicBezTo>
                <a:cubicBezTo>
                  <a:pt x="559267" y="225704"/>
                  <a:pt x="573099" y="218159"/>
                  <a:pt x="575614" y="217531"/>
                </a:cubicBezTo>
                <a:cubicBezTo>
                  <a:pt x="578129" y="216902"/>
                  <a:pt x="592589" y="218159"/>
                  <a:pt x="594475" y="217531"/>
                </a:cubicBezTo>
                <a:cubicBezTo>
                  <a:pt x="596361" y="216902"/>
                  <a:pt x="602649" y="208729"/>
                  <a:pt x="603906" y="208100"/>
                </a:cubicBezTo>
                <a:cubicBezTo>
                  <a:pt x="605163" y="207472"/>
                  <a:pt x="611450" y="209358"/>
                  <a:pt x="613337" y="208100"/>
                </a:cubicBezTo>
                <a:cubicBezTo>
                  <a:pt x="615223" y="206843"/>
                  <a:pt x="630312" y="190496"/>
                  <a:pt x="632198" y="189239"/>
                </a:cubicBezTo>
                <a:cubicBezTo>
                  <a:pt x="634084" y="187982"/>
                  <a:pt x="639743" y="189868"/>
                  <a:pt x="641629" y="189239"/>
                </a:cubicBezTo>
                <a:cubicBezTo>
                  <a:pt x="643515" y="188610"/>
                  <a:pt x="658604" y="180437"/>
                  <a:pt x="660490" y="179808"/>
                </a:cubicBezTo>
                <a:cubicBezTo>
                  <a:pt x="662376" y="179180"/>
                  <a:pt x="667406" y="180437"/>
                  <a:pt x="669921" y="179808"/>
                </a:cubicBezTo>
                <a:cubicBezTo>
                  <a:pt x="672436" y="179180"/>
                  <a:pt x="695698" y="171635"/>
                  <a:pt x="698213" y="170378"/>
                </a:cubicBezTo>
                <a:cubicBezTo>
                  <a:pt x="700728" y="169120"/>
                  <a:pt x="703871" y="162204"/>
                  <a:pt x="707644" y="160947"/>
                </a:cubicBezTo>
                <a:cubicBezTo>
                  <a:pt x="711416" y="159689"/>
                  <a:pt x="751025" y="152145"/>
                  <a:pt x="754797" y="151516"/>
                </a:cubicBezTo>
                <a:cubicBezTo>
                  <a:pt x="758569" y="150887"/>
                  <a:pt x="762970" y="152773"/>
                  <a:pt x="764228" y="151516"/>
                </a:cubicBezTo>
                <a:cubicBezTo>
                  <a:pt x="765485" y="150259"/>
                  <a:pt x="771772" y="133912"/>
                  <a:pt x="773659" y="132655"/>
                </a:cubicBezTo>
                <a:cubicBezTo>
                  <a:pt x="775545" y="131397"/>
                  <a:pt x="790634" y="133283"/>
                  <a:pt x="792520" y="132655"/>
                </a:cubicBezTo>
                <a:cubicBezTo>
                  <a:pt x="794406" y="132026"/>
                  <a:pt x="800064" y="123853"/>
                  <a:pt x="801951" y="123224"/>
                </a:cubicBezTo>
                <a:cubicBezTo>
                  <a:pt x="803837" y="122595"/>
                  <a:pt x="818297" y="123853"/>
                  <a:pt x="820812" y="123224"/>
                </a:cubicBezTo>
                <a:cubicBezTo>
                  <a:pt x="823327" y="122595"/>
                  <a:pt x="836530" y="115051"/>
                  <a:pt x="839673" y="113793"/>
                </a:cubicBezTo>
                <a:cubicBezTo>
                  <a:pt x="842817" y="112536"/>
                  <a:pt x="864193" y="106249"/>
                  <a:pt x="867965" y="104363"/>
                </a:cubicBezTo>
                <a:cubicBezTo>
                  <a:pt x="871738" y="102477"/>
                  <a:pt x="893114" y="88016"/>
                  <a:pt x="896257" y="85502"/>
                </a:cubicBezTo>
                <a:cubicBezTo>
                  <a:pt x="899401" y="82987"/>
                  <a:pt x="912604" y="67897"/>
                  <a:pt x="915119" y="66640"/>
                </a:cubicBezTo>
                <a:cubicBezTo>
                  <a:pt x="917634" y="65382"/>
                  <a:pt x="931465" y="67268"/>
                  <a:pt x="933980" y="66640"/>
                </a:cubicBezTo>
                <a:cubicBezTo>
                  <a:pt x="936495" y="66011"/>
                  <a:pt x="950327" y="58467"/>
                  <a:pt x="952842" y="57209"/>
                </a:cubicBezTo>
                <a:cubicBezTo>
                  <a:pt x="955357" y="55952"/>
                  <a:pt x="968560" y="49036"/>
                  <a:pt x="971703" y="47779"/>
                </a:cubicBezTo>
                <a:cubicBezTo>
                  <a:pt x="974847" y="46521"/>
                  <a:pt x="996852" y="39605"/>
                  <a:pt x="999995" y="38348"/>
                </a:cubicBezTo>
                <a:cubicBezTo>
                  <a:pt x="1003139" y="37091"/>
                  <a:pt x="1016341" y="30175"/>
                  <a:pt x="1018856" y="28917"/>
                </a:cubicBezTo>
                <a:cubicBezTo>
                  <a:pt x="1021371" y="27660"/>
                  <a:pt x="1034574" y="20115"/>
                  <a:pt x="1037718" y="19487"/>
                </a:cubicBezTo>
                <a:cubicBezTo>
                  <a:pt x="1040862" y="18858"/>
                  <a:pt x="1062238" y="20744"/>
                  <a:pt x="1066010" y="19487"/>
                </a:cubicBezTo>
                <a:cubicBezTo>
                  <a:pt x="1069782" y="18229"/>
                  <a:pt x="1089272" y="1882"/>
                  <a:pt x="1094302" y="625"/>
                </a:cubicBezTo>
                <a:cubicBezTo>
                  <a:pt x="1099332" y="-632"/>
                  <a:pt x="1135797" y="-3"/>
                  <a:pt x="1141456" y="625"/>
                </a:cubicBezTo>
                <a:cubicBezTo>
                  <a:pt x="1147114" y="1253"/>
                  <a:pt x="1175406" y="8798"/>
                  <a:pt x="1179178" y="10056"/>
                </a:cubicBezTo>
                <a:cubicBezTo>
                  <a:pt x="1182951" y="11313"/>
                  <a:pt x="1194267" y="18858"/>
                  <a:pt x="1198040" y="19487"/>
                </a:cubicBezTo>
                <a:cubicBezTo>
                  <a:pt x="1201812" y="20115"/>
                  <a:pt x="1231361" y="18858"/>
                  <a:pt x="1235762" y="19487"/>
                </a:cubicBezTo>
                <a:cubicBezTo>
                  <a:pt x="1240163" y="20115"/>
                  <a:pt x="1259654" y="28289"/>
                  <a:pt x="1264055" y="28917"/>
                </a:cubicBezTo>
                <a:cubicBezTo>
                  <a:pt x="1268455" y="29546"/>
                  <a:pt x="1296119" y="28289"/>
                  <a:pt x="1301777" y="28917"/>
                </a:cubicBezTo>
                <a:cubicBezTo>
                  <a:pt x="1307436" y="29546"/>
                  <a:pt x="1343272" y="37091"/>
                  <a:pt x="1348931" y="38348"/>
                </a:cubicBezTo>
                <a:cubicBezTo>
                  <a:pt x="1354589" y="39605"/>
                  <a:pt x="1382881" y="46521"/>
                  <a:pt x="1386653" y="47779"/>
                </a:cubicBezTo>
                <a:cubicBezTo>
                  <a:pt x="1390426" y="49036"/>
                  <a:pt x="1403000" y="57209"/>
                  <a:pt x="1405515" y="57209"/>
                </a:cubicBezTo>
                <a:cubicBezTo>
                  <a:pt x="1408030" y="57209"/>
                  <a:pt x="1419975" y="48407"/>
                  <a:pt x="1424376" y="47779"/>
                </a:cubicBezTo>
                <a:cubicBezTo>
                  <a:pt x="1428777" y="47150"/>
                  <a:pt x="1467129" y="47150"/>
                  <a:pt x="1471530" y="47779"/>
                </a:cubicBezTo>
                <a:cubicBezTo>
                  <a:pt x="1475931" y="48407"/>
                  <a:pt x="1487248" y="55952"/>
                  <a:pt x="1490391" y="57209"/>
                </a:cubicBezTo>
                <a:cubicBezTo>
                  <a:pt x="1493535" y="58467"/>
                  <a:pt x="1514911" y="64754"/>
                  <a:pt x="1518683" y="66640"/>
                </a:cubicBezTo>
                <a:cubicBezTo>
                  <a:pt x="1522455" y="68526"/>
                  <a:pt x="1542574" y="83616"/>
                  <a:pt x="1546975" y="85502"/>
                </a:cubicBezTo>
                <a:cubicBezTo>
                  <a:pt x="1551376" y="87388"/>
                  <a:pt x="1580297" y="93675"/>
                  <a:pt x="1584698" y="94932"/>
                </a:cubicBezTo>
                <a:cubicBezTo>
                  <a:pt x="1589099" y="96189"/>
                  <a:pt x="1609847" y="103105"/>
                  <a:pt x="1612990" y="104363"/>
                </a:cubicBezTo>
                <a:cubicBezTo>
                  <a:pt x="1616134" y="105620"/>
                  <a:pt x="1629337" y="112536"/>
                  <a:pt x="1631852" y="113793"/>
                </a:cubicBezTo>
                <a:cubicBezTo>
                  <a:pt x="1634366" y="115051"/>
                  <a:pt x="1648198" y="121967"/>
                  <a:pt x="1650713" y="123224"/>
                </a:cubicBezTo>
                <a:cubicBezTo>
                  <a:pt x="1653228" y="124481"/>
                  <a:pt x="1666431" y="130769"/>
                  <a:pt x="1669574" y="132655"/>
                </a:cubicBezTo>
                <a:cubicBezTo>
                  <a:pt x="1672718" y="134541"/>
                  <a:pt x="1695352" y="149630"/>
                  <a:pt x="1697866" y="151516"/>
                </a:cubicBezTo>
                <a:cubicBezTo>
                  <a:pt x="1700381" y="153402"/>
                  <a:pt x="1705411" y="159689"/>
                  <a:pt x="1707297" y="160947"/>
                </a:cubicBezTo>
                <a:cubicBezTo>
                  <a:pt x="1709183" y="162204"/>
                  <a:pt x="1723644" y="168492"/>
                  <a:pt x="1726159" y="170378"/>
                </a:cubicBezTo>
                <a:cubicBezTo>
                  <a:pt x="1728673" y="172264"/>
                  <a:pt x="1741876" y="186724"/>
                  <a:pt x="1745020" y="189239"/>
                </a:cubicBezTo>
                <a:cubicBezTo>
                  <a:pt x="1748164" y="191754"/>
                  <a:pt x="1771426" y="205585"/>
                  <a:pt x="1773312" y="208100"/>
                </a:cubicBezTo>
                <a:cubicBezTo>
                  <a:pt x="1775198" y="210615"/>
                  <a:pt x="1772055" y="225076"/>
                  <a:pt x="1773312" y="226962"/>
                </a:cubicBezTo>
                <a:cubicBezTo>
                  <a:pt x="1774570" y="228848"/>
                  <a:pt x="1790287" y="233878"/>
                  <a:pt x="1792174" y="236393"/>
                </a:cubicBezTo>
                <a:cubicBezTo>
                  <a:pt x="1794060" y="238907"/>
                  <a:pt x="1800975" y="262169"/>
                  <a:pt x="1801604" y="264684"/>
                </a:cubicBezTo>
                <a:cubicBezTo>
                  <a:pt x="1802233" y="267199"/>
                  <a:pt x="1800975" y="271600"/>
                  <a:pt x="1801604" y="274115"/>
                </a:cubicBezTo>
                <a:cubicBezTo>
                  <a:pt x="1802233" y="276630"/>
                  <a:pt x="1809149" y="298635"/>
                  <a:pt x="1811035" y="302407"/>
                </a:cubicBezTo>
                <a:cubicBezTo>
                  <a:pt x="1812921" y="306180"/>
                  <a:pt x="1828639" y="328184"/>
                  <a:pt x="1829896" y="330699"/>
                </a:cubicBezTo>
                <a:cubicBezTo>
                  <a:pt x="1831154" y="333214"/>
                  <a:pt x="1829267" y="336357"/>
                  <a:pt x="1829896" y="340130"/>
                </a:cubicBezTo>
                <a:cubicBezTo>
                  <a:pt x="1830525" y="343902"/>
                  <a:pt x="1838698" y="382254"/>
                  <a:pt x="1839327" y="387284"/>
                </a:cubicBezTo>
                <a:cubicBezTo>
                  <a:pt x="1839956" y="392313"/>
                  <a:pt x="1838698" y="412432"/>
                  <a:pt x="1839327" y="415576"/>
                </a:cubicBezTo>
                <a:cubicBezTo>
                  <a:pt x="1839956" y="418719"/>
                  <a:pt x="1848129" y="423120"/>
                  <a:pt x="1848758" y="434437"/>
                </a:cubicBezTo>
                <a:cubicBezTo>
                  <a:pt x="1849386" y="445754"/>
                  <a:pt x="1849386" y="573382"/>
                  <a:pt x="1848758" y="585328"/>
                </a:cubicBezTo>
                <a:cubicBezTo>
                  <a:pt x="1848129" y="597273"/>
                  <a:pt x="1840584" y="611105"/>
                  <a:pt x="1839327" y="613620"/>
                </a:cubicBezTo>
                <a:cubicBezTo>
                  <a:pt x="1838070" y="616135"/>
                  <a:pt x="1831154" y="621165"/>
                  <a:pt x="1829896" y="623051"/>
                </a:cubicBezTo>
                <a:cubicBezTo>
                  <a:pt x="1828639" y="624937"/>
                  <a:pt x="1821723" y="639397"/>
                  <a:pt x="1820465" y="641912"/>
                </a:cubicBezTo>
                <a:cubicBezTo>
                  <a:pt x="1819208" y="644427"/>
                  <a:pt x="1812292" y="658259"/>
                  <a:pt x="1811035" y="660774"/>
                </a:cubicBezTo>
                <a:cubicBezTo>
                  <a:pt x="1809777" y="663288"/>
                  <a:pt x="1803490" y="676492"/>
                  <a:pt x="1801604" y="679635"/>
                </a:cubicBezTo>
                <a:cubicBezTo>
                  <a:pt x="1799718" y="682779"/>
                  <a:pt x="1787144" y="703526"/>
                  <a:pt x="1782743" y="707927"/>
                </a:cubicBezTo>
                <a:cubicBezTo>
                  <a:pt x="1778342" y="712328"/>
                  <a:pt x="1740619" y="742506"/>
                  <a:pt x="1735589" y="745650"/>
                </a:cubicBezTo>
                <a:cubicBezTo>
                  <a:pt x="1730559" y="748793"/>
                  <a:pt x="1711069" y="753194"/>
                  <a:pt x="1707297" y="755081"/>
                </a:cubicBezTo>
                <a:cubicBezTo>
                  <a:pt x="1703525" y="756967"/>
                  <a:pt x="1682777" y="772684"/>
                  <a:pt x="1679005" y="773942"/>
                </a:cubicBezTo>
                <a:cubicBezTo>
                  <a:pt x="1675233" y="775199"/>
                  <a:pt x="1653857" y="773313"/>
                  <a:pt x="1650713" y="773942"/>
                </a:cubicBezTo>
                <a:cubicBezTo>
                  <a:pt x="1647569" y="774570"/>
                  <a:pt x="1636881" y="781486"/>
                  <a:pt x="1631852" y="783373"/>
                </a:cubicBezTo>
                <a:cubicBezTo>
                  <a:pt x="1626822" y="785259"/>
                  <a:pt x="1579668" y="800348"/>
                  <a:pt x="1575268" y="802234"/>
                </a:cubicBezTo>
                <a:cubicBezTo>
                  <a:pt x="1570867" y="804120"/>
                  <a:pt x="1572124" y="811036"/>
                  <a:pt x="1565837" y="811665"/>
                </a:cubicBezTo>
                <a:cubicBezTo>
                  <a:pt x="1559549" y="812294"/>
                  <a:pt x="1492277" y="812294"/>
                  <a:pt x="1480961" y="811665"/>
                </a:cubicBezTo>
                <a:cubicBezTo>
                  <a:pt x="1469644" y="811036"/>
                  <a:pt x="1405515" y="803491"/>
                  <a:pt x="1396084" y="802234"/>
                </a:cubicBezTo>
                <a:cubicBezTo>
                  <a:pt x="1386654" y="800976"/>
                  <a:pt x="1345787" y="794061"/>
                  <a:pt x="1339500" y="792803"/>
                </a:cubicBezTo>
                <a:cubicBezTo>
                  <a:pt x="1333213" y="791546"/>
                  <a:pt x="1309322" y="785259"/>
                  <a:pt x="1301777" y="783373"/>
                </a:cubicBezTo>
                <a:cubicBezTo>
                  <a:pt x="1294233" y="781486"/>
                  <a:pt x="1236391" y="767655"/>
                  <a:pt x="1226332" y="764512"/>
                </a:cubicBezTo>
                <a:cubicBezTo>
                  <a:pt x="1216272" y="761368"/>
                  <a:pt x="1160317" y="739992"/>
                  <a:pt x="1150886" y="736219"/>
                </a:cubicBezTo>
                <a:cubicBezTo>
                  <a:pt x="1141455" y="732447"/>
                  <a:pt x="1093673" y="711071"/>
                  <a:pt x="1084871" y="707927"/>
                </a:cubicBezTo>
                <a:cubicBezTo>
                  <a:pt x="1076069" y="704784"/>
                  <a:pt x="1029544" y="692209"/>
                  <a:pt x="1018856" y="689066"/>
                </a:cubicBezTo>
                <a:cubicBezTo>
                  <a:pt x="1008168" y="685922"/>
                  <a:pt x="933980" y="662660"/>
                  <a:pt x="924550" y="660774"/>
                </a:cubicBezTo>
                <a:cubicBezTo>
                  <a:pt x="915119" y="658887"/>
                  <a:pt x="881168" y="661402"/>
                  <a:pt x="877396" y="660774"/>
                </a:cubicBezTo>
                <a:cubicBezTo>
                  <a:pt x="873624" y="660145"/>
                  <a:pt x="870480" y="652601"/>
                  <a:pt x="867965" y="651343"/>
                </a:cubicBezTo>
                <a:cubicBezTo>
                  <a:pt x="865450" y="650086"/>
                  <a:pt x="842817" y="643798"/>
                  <a:pt x="839673" y="641912"/>
                </a:cubicBezTo>
                <a:cubicBezTo>
                  <a:pt x="836530" y="640026"/>
                  <a:pt x="822698" y="624937"/>
                  <a:pt x="820812" y="623051"/>
                </a:cubicBezTo>
                <a:cubicBezTo>
                  <a:pt x="818926" y="621165"/>
                  <a:pt x="812010" y="616135"/>
                  <a:pt x="811381" y="613620"/>
                </a:cubicBezTo>
                <a:cubicBezTo>
                  <a:pt x="810752" y="611105"/>
                  <a:pt x="810124" y="588471"/>
                  <a:pt x="811381" y="585328"/>
                </a:cubicBezTo>
                <a:cubicBezTo>
                  <a:pt x="812639" y="582184"/>
                  <a:pt x="828356" y="568353"/>
                  <a:pt x="830243" y="566467"/>
                </a:cubicBezTo>
                <a:cubicBezTo>
                  <a:pt x="832129" y="564580"/>
                  <a:pt x="837158" y="558922"/>
                  <a:pt x="839673" y="557036"/>
                </a:cubicBezTo>
                <a:cubicBezTo>
                  <a:pt x="842188" y="555150"/>
                  <a:pt x="862307" y="541318"/>
                  <a:pt x="867965" y="538175"/>
                </a:cubicBezTo>
                <a:cubicBezTo>
                  <a:pt x="873624" y="535031"/>
                  <a:pt x="915748" y="513026"/>
                  <a:pt x="924550" y="509883"/>
                </a:cubicBezTo>
                <a:cubicBezTo>
                  <a:pt x="933352" y="506739"/>
                  <a:pt x="991193" y="492278"/>
                  <a:pt x="999995" y="491021"/>
                </a:cubicBezTo>
                <a:cubicBezTo>
                  <a:pt x="1008797" y="489764"/>
                  <a:pt x="1048406" y="491650"/>
                  <a:pt x="1056579" y="491021"/>
                </a:cubicBezTo>
                <a:cubicBezTo>
                  <a:pt x="1064753" y="490392"/>
                  <a:pt x="1113164" y="482847"/>
                  <a:pt x="1122594" y="481590"/>
                </a:cubicBezTo>
                <a:cubicBezTo>
                  <a:pt x="1132025" y="480333"/>
                  <a:pt x="1176663" y="472788"/>
                  <a:pt x="1198040" y="472160"/>
                </a:cubicBezTo>
                <a:cubicBezTo>
                  <a:pt x="1219416" y="471531"/>
                  <a:pt x="1418089" y="471531"/>
                  <a:pt x="1443238" y="472160"/>
                </a:cubicBezTo>
                <a:cubicBezTo>
                  <a:pt x="1468386" y="472788"/>
                  <a:pt x="1561436" y="480333"/>
                  <a:pt x="1575268" y="481590"/>
                </a:cubicBezTo>
                <a:cubicBezTo>
                  <a:pt x="1589099" y="482847"/>
                  <a:pt x="1640654" y="489135"/>
                  <a:pt x="1650713" y="491021"/>
                </a:cubicBezTo>
                <a:cubicBezTo>
                  <a:pt x="1660772" y="492907"/>
                  <a:pt x="1717357" y="507996"/>
                  <a:pt x="1726159" y="509883"/>
                </a:cubicBezTo>
                <a:cubicBezTo>
                  <a:pt x="1734961" y="511769"/>
                  <a:pt x="1777084" y="518056"/>
                  <a:pt x="1782743" y="519313"/>
                </a:cubicBezTo>
                <a:cubicBezTo>
                  <a:pt x="1788401" y="520571"/>
                  <a:pt x="1807263" y="527486"/>
                  <a:pt x="1811035" y="528744"/>
                </a:cubicBezTo>
                <a:cubicBezTo>
                  <a:pt x="1814807" y="530001"/>
                  <a:pt x="1836183" y="536917"/>
                  <a:pt x="1839327" y="538175"/>
                </a:cubicBezTo>
                <a:cubicBezTo>
                  <a:pt x="1842471" y="539432"/>
                  <a:pt x="1856302" y="546348"/>
                  <a:pt x="1858188" y="547605"/>
                </a:cubicBezTo>
                <a:cubicBezTo>
                  <a:pt x="1860074" y="548862"/>
                  <a:pt x="1866990" y="554521"/>
                  <a:pt x="1867619" y="557036"/>
                </a:cubicBezTo>
                <a:cubicBezTo>
                  <a:pt x="1868248" y="559551"/>
                  <a:pt x="1869505" y="582184"/>
                  <a:pt x="1867619" y="585328"/>
                </a:cubicBezTo>
                <a:cubicBezTo>
                  <a:pt x="1865733" y="588471"/>
                  <a:pt x="1843099" y="602303"/>
                  <a:pt x="1839327" y="604190"/>
                </a:cubicBezTo>
                <a:cubicBezTo>
                  <a:pt x="1835555" y="606076"/>
                  <a:pt x="1814807" y="611105"/>
                  <a:pt x="1811035" y="613620"/>
                </a:cubicBezTo>
                <a:cubicBezTo>
                  <a:pt x="1807263" y="616135"/>
                  <a:pt x="1787772" y="638768"/>
                  <a:pt x="1782743" y="641912"/>
                </a:cubicBezTo>
                <a:cubicBezTo>
                  <a:pt x="1777713" y="645055"/>
                  <a:pt x="1742505" y="657630"/>
                  <a:pt x="1735589" y="660774"/>
                </a:cubicBezTo>
                <a:cubicBezTo>
                  <a:pt x="1728673" y="663917"/>
                  <a:pt x="1686550" y="686551"/>
                  <a:pt x="1679005" y="689066"/>
                </a:cubicBezTo>
                <a:cubicBezTo>
                  <a:pt x="1671461" y="691580"/>
                  <a:pt x="1629966" y="695981"/>
                  <a:pt x="1622421" y="698496"/>
                </a:cubicBezTo>
                <a:cubicBezTo>
                  <a:pt x="1614876" y="701011"/>
                  <a:pt x="1573381" y="723645"/>
                  <a:pt x="1565837" y="726789"/>
                </a:cubicBezTo>
                <a:cubicBezTo>
                  <a:pt x="1558292" y="729932"/>
                  <a:pt x="1517426" y="742506"/>
                  <a:pt x="1509253" y="745650"/>
                </a:cubicBezTo>
                <a:cubicBezTo>
                  <a:pt x="1501079" y="748793"/>
                  <a:pt x="1452669" y="771427"/>
                  <a:pt x="1443238" y="773942"/>
                </a:cubicBezTo>
                <a:cubicBezTo>
                  <a:pt x="1433807" y="776456"/>
                  <a:pt x="1377223" y="782115"/>
                  <a:pt x="1367792" y="783373"/>
                </a:cubicBezTo>
                <a:cubicBezTo>
                  <a:pt x="1358361" y="784630"/>
                  <a:pt x="1321896" y="792175"/>
                  <a:pt x="1301777" y="792803"/>
                </a:cubicBezTo>
                <a:cubicBezTo>
                  <a:pt x="1281658" y="793432"/>
                  <a:pt x="1087386" y="791546"/>
                  <a:pt x="1066010" y="792803"/>
                </a:cubicBezTo>
                <a:cubicBezTo>
                  <a:pt x="1044634" y="794061"/>
                  <a:pt x="989307" y="809779"/>
                  <a:pt x="981134" y="811665"/>
                </a:cubicBezTo>
                <a:cubicBezTo>
                  <a:pt x="972960" y="813551"/>
                  <a:pt x="950955" y="820467"/>
                  <a:pt x="943411" y="821095"/>
                </a:cubicBezTo>
                <a:cubicBezTo>
                  <a:pt x="935866" y="821724"/>
                  <a:pt x="872366" y="821724"/>
                  <a:pt x="867965" y="821095"/>
                </a:cubicBezTo>
                <a:cubicBezTo>
                  <a:pt x="863564" y="820467"/>
                  <a:pt x="874881" y="812294"/>
                  <a:pt x="877396" y="811665"/>
                </a:cubicBezTo>
                <a:cubicBezTo>
                  <a:pt x="879911" y="811037"/>
                  <a:pt x="900658" y="813551"/>
                  <a:pt x="905688" y="811665"/>
                </a:cubicBezTo>
                <a:cubicBezTo>
                  <a:pt x="910718" y="809779"/>
                  <a:pt x="946555" y="785887"/>
                  <a:pt x="952842" y="783373"/>
                </a:cubicBezTo>
                <a:cubicBezTo>
                  <a:pt x="959129" y="780858"/>
                  <a:pt x="993079" y="776456"/>
                  <a:pt x="999995" y="773942"/>
                </a:cubicBezTo>
                <a:cubicBezTo>
                  <a:pt x="1006911" y="771427"/>
                  <a:pt x="1047777" y="748793"/>
                  <a:pt x="1056579" y="745650"/>
                </a:cubicBezTo>
                <a:cubicBezTo>
                  <a:pt x="1065381" y="742506"/>
                  <a:pt x="1123223" y="728674"/>
                  <a:pt x="1132025" y="726789"/>
                </a:cubicBezTo>
                <a:cubicBezTo>
                  <a:pt x="1140827" y="724902"/>
                  <a:pt x="1179178" y="719872"/>
                  <a:pt x="1188609" y="717358"/>
                </a:cubicBezTo>
                <a:cubicBezTo>
                  <a:pt x="1198040" y="714843"/>
                  <a:pt x="1260282" y="692209"/>
                  <a:pt x="1273485" y="689066"/>
                </a:cubicBezTo>
                <a:cubicBezTo>
                  <a:pt x="1286688" y="685922"/>
                  <a:pt x="1370936" y="672090"/>
                  <a:pt x="1386653" y="670204"/>
                </a:cubicBezTo>
                <a:cubicBezTo>
                  <a:pt x="1402371" y="668318"/>
                  <a:pt x="1491020" y="662031"/>
                  <a:pt x="1509253" y="660774"/>
                </a:cubicBezTo>
                <a:cubicBezTo>
                  <a:pt x="1527485" y="659516"/>
                  <a:pt x="1621163" y="651972"/>
                  <a:pt x="1660144" y="651343"/>
                </a:cubicBezTo>
                <a:cubicBezTo>
                  <a:pt x="1699124" y="650715"/>
                  <a:pt x="2062520" y="651972"/>
                  <a:pt x="2093956" y="651343"/>
                </a:cubicBezTo>
                <a:cubicBezTo>
                  <a:pt x="2125391" y="650714"/>
                  <a:pt x="2127278" y="641912"/>
                  <a:pt x="2131679" y="641912"/>
                </a:cubicBezTo>
                <a:cubicBezTo>
                  <a:pt x="2136080" y="641912"/>
                  <a:pt x="2159971" y="650086"/>
                  <a:pt x="2159971" y="651343"/>
                </a:cubicBezTo>
                <a:cubicBezTo>
                  <a:pt x="2159971" y="652601"/>
                  <a:pt x="2136708" y="659516"/>
                  <a:pt x="2131679" y="660774"/>
                </a:cubicBezTo>
                <a:cubicBezTo>
                  <a:pt x="2126649" y="662031"/>
                  <a:pt x="2091441" y="668318"/>
                  <a:pt x="2084525" y="670204"/>
                </a:cubicBezTo>
                <a:cubicBezTo>
                  <a:pt x="2077609" y="672090"/>
                  <a:pt x="2034228" y="687179"/>
                  <a:pt x="2027941" y="689066"/>
                </a:cubicBezTo>
                <a:cubicBezTo>
                  <a:pt x="2021654" y="690951"/>
                  <a:pt x="1996505" y="696610"/>
                  <a:pt x="1990218" y="698496"/>
                </a:cubicBezTo>
                <a:cubicBezTo>
                  <a:pt x="1983931" y="700382"/>
                  <a:pt x="1940549" y="715471"/>
                  <a:pt x="1933634" y="717358"/>
                </a:cubicBezTo>
                <a:cubicBezTo>
                  <a:pt x="1926718" y="719244"/>
                  <a:pt x="1893396" y="724274"/>
                  <a:pt x="1886480" y="726789"/>
                </a:cubicBezTo>
                <a:cubicBezTo>
                  <a:pt x="1879564" y="729303"/>
                  <a:pt x="1837441" y="751937"/>
                  <a:pt x="1829896" y="755081"/>
                </a:cubicBezTo>
                <a:cubicBezTo>
                  <a:pt x="1822352" y="758224"/>
                  <a:pt x="1780857" y="771427"/>
                  <a:pt x="1773312" y="773942"/>
                </a:cubicBezTo>
                <a:cubicBezTo>
                  <a:pt x="1765768" y="776456"/>
                  <a:pt x="1724901" y="789660"/>
                  <a:pt x="1716728" y="792803"/>
                </a:cubicBezTo>
                <a:cubicBezTo>
                  <a:pt x="1708554" y="795947"/>
                  <a:pt x="1658886" y="817952"/>
                  <a:pt x="1650713" y="821095"/>
                </a:cubicBezTo>
                <a:cubicBezTo>
                  <a:pt x="1642540" y="824239"/>
                  <a:pt x="1601045" y="837442"/>
                  <a:pt x="1594129" y="839957"/>
                </a:cubicBezTo>
                <a:cubicBezTo>
                  <a:pt x="1587213" y="842472"/>
                  <a:pt x="1552634" y="856932"/>
                  <a:pt x="1546975" y="858818"/>
                </a:cubicBezTo>
                <a:cubicBezTo>
                  <a:pt x="1541317" y="860704"/>
                  <a:pt x="1513654" y="866363"/>
                  <a:pt x="1509253" y="868249"/>
                </a:cubicBezTo>
                <a:cubicBezTo>
                  <a:pt x="1504852" y="870135"/>
                  <a:pt x="1484733" y="885224"/>
                  <a:pt x="1480961" y="887110"/>
                </a:cubicBezTo>
                <a:cubicBezTo>
                  <a:pt x="1477188" y="888996"/>
                  <a:pt x="1455812" y="895913"/>
                  <a:pt x="1452668" y="896541"/>
                </a:cubicBezTo>
                <a:cubicBezTo>
                  <a:pt x="1449525" y="897170"/>
                  <a:pt x="1436950" y="895913"/>
                  <a:pt x="1433807" y="896541"/>
                </a:cubicBezTo>
                <a:cubicBezTo>
                  <a:pt x="1430663" y="897170"/>
                  <a:pt x="1408030" y="904714"/>
                  <a:pt x="1405515" y="905971"/>
                </a:cubicBezTo>
                <a:cubicBezTo>
                  <a:pt x="1403000" y="907228"/>
                  <a:pt x="1394827" y="914773"/>
                  <a:pt x="1396084" y="915402"/>
                </a:cubicBezTo>
                <a:cubicBezTo>
                  <a:pt x="1397342" y="916030"/>
                  <a:pt x="1421861" y="914773"/>
                  <a:pt x="1424376" y="915402"/>
                </a:cubicBezTo>
                <a:cubicBezTo>
                  <a:pt x="1426891" y="916030"/>
                  <a:pt x="1432550" y="924204"/>
                  <a:pt x="1433807" y="924833"/>
                </a:cubicBezTo>
                <a:cubicBezTo>
                  <a:pt x="1435064" y="925462"/>
                  <a:pt x="1441981" y="924204"/>
                  <a:pt x="1443238" y="924833"/>
                </a:cubicBezTo>
                <a:cubicBezTo>
                  <a:pt x="1444495" y="925462"/>
                  <a:pt x="1450782" y="933006"/>
                  <a:pt x="1452668" y="934264"/>
                </a:cubicBezTo>
                <a:cubicBezTo>
                  <a:pt x="1454554" y="935521"/>
                  <a:pt x="1470273" y="939922"/>
                  <a:pt x="1471530" y="943694"/>
                </a:cubicBezTo>
                <a:cubicBezTo>
                  <a:pt x="1472787" y="947466"/>
                  <a:pt x="1472159" y="986446"/>
                  <a:pt x="1471530" y="990848"/>
                </a:cubicBezTo>
                <a:cubicBezTo>
                  <a:pt x="1470901" y="995249"/>
                  <a:pt x="1462728" y="1007194"/>
                  <a:pt x="1462099" y="1009709"/>
                </a:cubicBezTo>
                <a:cubicBezTo>
                  <a:pt x="1461470" y="1012224"/>
                  <a:pt x="1462728" y="1026055"/>
                  <a:pt x="1462099" y="1028570"/>
                </a:cubicBezTo>
                <a:cubicBezTo>
                  <a:pt x="1461470" y="1031084"/>
                  <a:pt x="1453297" y="1045546"/>
                  <a:pt x="1452668" y="1047432"/>
                </a:cubicBezTo>
                <a:cubicBezTo>
                  <a:pt x="1452040" y="1049318"/>
                  <a:pt x="1453297" y="1055606"/>
                  <a:pt x="1452668" y="1056863"/>
                </a:cubicBezTo>
                <a:cubicBezTo>
                  <a:pt x="1452040" y="1058120"/>
                  <a:pt x="1444495" y="1065665"/>
                  <a:pt x="1443238" y="1066294"/>
                </a:cubicBezTo>
                <a:cubicBezTo>
                  <a:pt x="1441981" y="1066922"/>
                  <a:pt x="1435693" y="1065665"/>
                  <a:pt x="1433807" y="1066294"/>
                </a:cubicBezTo>
                <a:cubicBezTo>
                  <a:pt x="1431921" y="1066922"/>
                  <a:pt x="1417461" y="1075095"/>
                  <a:pt x="1414946" y="1075724"/>
                </a:cubicBezTo>
                <a:cubicBezTo>
                  <a:pt x="1412431" y="1076352"/>
                  <a:pt x="1397971" y="1075095"/>
                  <a:pt x="1396084" y="1075724"/>
                </a:cubicBezTo>
                <a:cubicBezTo>
                  <a:pt x="1394198" y="1076352"/>
                  <a:pt x="1389168" y="1084526"/>
                  <a:pt x="1386653" y="1085155"/>
                </a:cubicBezTo>
                <a:cubicBezTo>
                  <a:pt x="1384138" y="1085783"/>
                  <a:pt x="1361505" y="1084526"/>
                  <a:pt x="1358362" y="1085155"/>
                </a:cubicBezTo>
                <a:cubicBezTo>
                  <a:pt x="1355218" y="1085783"/>
                  <a:pt x="1348302" y="1093957"/>
                  <a:pt x="1339500" y="1094586"/>
                </a:cubicBezTo>
                <a:cubicBezTo>
                  <a:pt x="1330698" y="1095214"/>
                  <a:pt x="1234505" y="1093957"/>
                  <a:pt x="1226332" y="1094586"/>
                </a:cubicBezTo>
                <a:cubicBezTo>
                  <a:pt x="1218159" y="1095214"/>
                  <a:pt x="1219416" y="1104016"/>
                  <a:pt x="1216901" y="1104016"/>
                </a:cubicBezTo>
                <a:cubicBezTo>
                  <a:pt x="1214386" y="1104016"/>
                  <a:pt x="1189866" y="1096471"/>
                  <a:pt x="1188609" y="1094586"/>
                </a:cubicBezTo>
                <a:cubicBezTo>
                  <a:pt x="1187352" y="1092699"/>
                  <a:pt x="1195525" y="1079496"/>
                  <a:pt x="1198040" y="1075724"/>
                </a:cubicBezTo>
                <a:cubicBezTo>
                  <a:pt x="1200555" y="1071951"/>
                  <a:pt x="1222560" y="1043031"/>
                  <a:pt x="1226332" y="1038001"/>
                </a:cubicBezTo>
                <a:cubicBezTo>
                  <a:pt x="1230104" y="1032971"/>
                  <a:pt x="1250223" y="1004679"/>
                  <a:pt x="1254624" y="1000279"/>
                </a:cubicBezTo>
                <a:cubicBezTo>
                  <a:pt x="1259025" y="995877"/>
                  <a:pt x="1287317" y="975130"/>
                  <a:pt x="1292347" y="971987"/>
                </a:cubicBezTo>
                <a:cubicBezTo>
                  <a:pt x="1297376" y="968843"/>
                  <a:pt x="1323782" y="957526"/>
                  <a:pt x="1330069" y="953126"/>
                </a:cubicBezTo>
                <a:cubicBezTo>
                  <a:pt x="1336356" y="948724"/>
                  <a:pt x="1379738" y="911001"/>
                  <a:pt x="1386653" y="905971"/>
                </a:cubicBezTo>
                <a:cubicBezTo>
                  <a:pt x="1393569" y="900941"/>
                  <a:pt x="1426891" y="882081"/>
                  <a:pt x="1433807" y="877680"/>
                </a:cubicBezTo>
                <a:cubicBezTo>
                  <a:pt x="1440723" y="873278"/>
                  <a:pt x="1482218" y="844987"/>
                  <a:pt x="1490391" y="839957"/>
                </a:cubicBezTo>
                <a:cubicBezTo>
                  <a:pt x="1498565" y="834927"/>
                  <a:pt x="1548233" y="806006"/>
                  <a:pt x="1556406" y="802234"/>
                </a:cubicBezTo>
                <a:cubicBezTo>
                  <a:pt x="1564579" y="798461"/>
                  <a:pt x="1606703" y="785887"/>
                  <a:pt x="1612990" y="783373"/>
                </a:cubicBezTo>
                <a:cubicBezTo>
                  <a:pt x="1619277" y="780858"/>
                  <a:pt x="1646312" y="766398"/>
                  <a:pt x="1650713" y="764512"/>
                </a:cubicBezTo>
                <a:cubicBezTo>
                  <a:pt x="1655114" y="762626"/>
                  <a:pt x="1675233" y="756338"/>
                  <a:pt x="1679005" y="755081"/>
                </a:cubicBezTo>
                <a:cubicBezTo>
                  <a:pt x="1682777" y="753823"/>
                  <a:pt x="1704782" y="746278"/>
                  <a:pt x="1707297" y="745650"/>
                </a:cubicBezTo>
                <a:cubicBezTo>
                  <a:pt x="1709812" y="745021"/>
                  <a:pt x="1714841" y="746278"/>
                  <a:pt x="1716728" y="745650"/>
                </a:cubicBezTo>
                <a:cubicBezTo>
                  <a:pt x="1718614" y="745021"/>
                  <a:pt x="1734332" y="736848"/>
                  <a:pt x="1735589" y="736219"/>
                </a:cubicBezTo>
                <a:quadBezTo>
                  <a:pt x="1736847" y="735591"/>
                  <a:pt x="1735589" y="736219"/>
                </a:quadBezTo>
                <a:cubicBezTo>
                  <a:pt x="1734332" y="736848"/>
                  <a:pt x="1719871" y="744392"/>
                  <a:pt x="1716728" y="745650"/>
                </a:cubicBezTo>
                <a:cubicBezTo>
                  <a:pt x="1713584" y="746907"/>
                  <a:pt x="1692208" y="753194"/>
                  <a:pt x="1688436" y="755081"/>
                </a:cubicBezTo>
                <a:cubicBezTo>
                  <a:pt x="1684664" y="756967"/>
                  <a:pt x="1664545" y="771427"/>
                  <a:pt x="1660144" y="773942"/>
                </a:cubicBezTo>
                <a:cubicBezTo>
                  <a:pt x="1655743" y="776456"/>
                  <a:pt x="1626822" y="790917"/>
                  <a:pt x="1622421" y="792803"/>
                </a:cubicBezTo>
                <a:cubicBezTo>
                  <a:pt x="1618020" y="794689"/>
                  <a:pt x="1601673" y="802234"/>
                  <a:pt x="1594129" y="802234"/>
                </a:cubicBezTo>
                <a:cubicBezTo>
                  <a:pt x="1586584" y="802234"/>
                  <a:pt x="1518055" y="791546"/>
                  <a:pt x="1509253" y="792803"/>
                </a:cubicBezTo>
                <a:cubicBezTo>
                  <a:pt x="1500451" y="794061"/>
                  <a:pt x="1470901" y="816694"/>
                  <a:pt x="1462099" y="821095"/>
                </a:cubicBezTo>
                <a:cubicBezTo>
                  <a:pt x="1453297" y="825496"/>
                  <a:pt x="1386654" y="855046"/>
                  <a:pt x="1377223" y="858818"/>
                </a:cubicBezTo>
                <a:cubicBezTo>
                  <a:pt x="1367792" y="862590"/>
                  <a:pt x="1326926" y="875165"/>
                  <a:pt x="1320639" y="877680"/>
                </a:cubicBezTo>
                <a:cubicBezTo>
                  <a:pt x="1314352" y="880194"/>
                  <a:pt x="1288574" y="894655"/>
                  <a:pt x="1282916" y="896541"/>
                </a:cubicBezTo>
                <a:cubicBezTo>
                  <a:pt x="1277257" y="898427"/>
                  <a:pt x="1240163" y="904714"/>
                  <a:pt x="1235762" y="905971"/>
                </a:cubicBezTo>
                <a:cubicBezTo>
                  <a:pt x="1231361" y="907228"/>
                  <a:pt x="1220045" y="914145"/>
                  <a:pt x="1216901" y="915402"/>
                </a:cubicBezTo>
                <a:cubicBezTo>
                  <a:pt x="1213757" y="916659"/>
                  <a:pt x="1192381" y="924204"/>
                  <a:pt x="1188609" y="924833"/>
                </a:cubicBezTo>
                <a:cubicBezTo>
                  <a:pt x="1184837" y="925462"/>
                  <a:pt x="1164089" y="924204"/>
                  <a:pt x="1160317" y="924833"/>
                </a:cubicBezTo>
                <a:cubicBezTo>
                  <a:pt x="1156545" y="925462"/>
                  <a:pt x="1135168" y="933006"/>
                  <a:pt x="1132025" y="934264"/>
                </a:cubicBezTo>
                <a:cubicBezTo>
                  <a:pt x="1128881" y="935521"/>
                  <a:pt x="1115050" y="943694"/>
                  <a:pt x="1113163" y="943694"/>
                </a:cubicBezTo>
                <a:cubicBezTo>
                  <a:pt x="1111277" y="943694"/>
                  <a:pt x="1104990" y="934264"/>
                  <a:pt x="1103733" y="934264"/>
                </a:cubicBezTo>
                <a:cubicBezTo>
                  <a:pt x="1102475" y="934264"/>
                  <a:pt x="1094302" y="944951"/>
                  <a:pt x="1094302" y="943694"/>
                </a:cubicBezTo>
                <a:cubicBezTo>
                  <a:pt x="1094302" y="942437"/>
                  <a:pt x="1103104" y="917917"/>
                  <a:pt x="1103733" y="915402"/>
                </a:cubicBezTo>
                <a:cubicBezTo>
                  <a:pt x="1104362" y="912887"/>
                  <a:pt x="1104362" y="907857"/>
                  <a:pt x="1103733" y="905971"/>
                </a:cubicBezTo>
                <a:cubicBezTo>
                  <a:pt x="1103104" y="904085"/>
                  <a:pt x="1093673" y="888996"/>
                  <a:pt x="1094302" y="887110"/>
                </a:cubicBezTo>
                <a:cubicBezTo>
                  <a:pt x="1094931" y="885224"/>
                  <a:pt x="1110649" y="878937"/>
                  <a:pt x="1113163" y="877680"/>
                </a:cubicBezTo>
                <a:cubicBezTo>
                  <a:pt x="1115678" y="876422"/>
                  <a:pt x="1130139" y="869506"/>
                  <a:pt x="1132025" y="868249"/>
                </a:cubicBezTo>
                <a:cubicBezTo>
                  <a:pt x="1133911" y="866991"/>
                  <a:pt x="1140827" y="859446"/>
                  <a:pt x="1141456" y="858818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" name=""/>
          <p:cNvSpPr/>
          <p:nvPr/>
        </p:nvSpPr>
        <p:spPr>
          <a:xfrm>
            <a:off x="84617" y="3961209"/>
            <a:ext cx="2306082" cy="1321594"/>
          </a:xfrm>
          <a:custGeom>
            <a:avLst/>
            <a:gdLst>
              <a:gd name="connsiteX0" fmla="*/ 2141109 w 2306082"/>
              <a:gd name="connsiteY0" fmla="*/ 94932 h 1321594"/>
              <a:gd name="connsiteX1" fmla="*/ 2009079 w 2306082"/>
              <a:gd name="connsiteY1" fmla="*/ 160947 h 1321594"/>
              <a:gd name="connsiteX2" fmla="*/ 1914772 w 2306082"/>
              <a:gd name="connsiteY2" fmla="*/ 226962 h 1321594"/>
              <a:gd name="connsiteX3" fmla="*/ 1867619 w 2306082"/>
              <a:gd name="connsiteY3" fmla="*/ 245823 h 1321594"/>
              <a:gd name="connsiteX4" fmla="*/ 1848758 w 2306082"/>
              <a:gd name="connsiteY4" fmla="*/ 264684 h 1321594"/>
              <a:gd name="connsiteX5" fmla="*/ 1829896 w 2306082"/>
              <a:gd name="connsiteY5" fmla="*/ 283546 h 1321594"/>
              <a:gd name="connsiteX6" fmla="*/ 1773312 w 2306082"/>
              <a:gd name="connsiteY6" fmla="*/ 330699 h 1321594"/>
              <a:gd name="connsiteX7" fmla="*/ 1716728 w 2306082"/>
              <a:gd name="connsiteY7" fmla="*/ 358992 h 1321594"/>
              <a:gd name="connsiteX8" fmla="*/ 1679005 w 2306082"/>
              <a:gd name="connsiteY8" fmla="*/ 387284 h 1321594"/>
              <a:gd name="connsiteX9" fmla="*/ 1660144 w 2306082"/>
              <a:gd name="connsiteY9" fmla="*/ 406145 h 1321594"/>
              <a:gd name="connsiteX10" fmla="*/ 1622421 w 2306082"/>
              <a:gd name="connsiteY10" fmla="*/ 443868 h 1321594"/>
              <a:gd name="connsiteX11" fmla="*/ 1603559 w 2306082"/>
              <a:gd name="connsiteY11" fmla="*/ 462729 h 1321594"/>
              <a:gd name="connsiteX12" fmla="*/ 1575268 w 2306082"/>
              <a:gd name="connsiteY12" fmla="*/ 491021 h 1321594"/>
              <a:gd name="connsiteX13" fmla="*/ 1546975 w 2306082"/>
              <a:gd name="connsiteY13" fmla="*/ 519313 h 1321594"/>
              <a:gd name="connsiteX14" fmla="*/ 1518683 w 2306082"/>
              <a:gd name="connsiteY14" fmla="*/ 538175 h 1321594"/>
              <a:gd name="connsiteX15" fmla="*/ 1499822 w 2306082"/>
              <a:gd name="connsiteY15" fmla="*/ 566467 h 1321594"/>
              <a:gd name="connsiteX16" fmla="*/ 1471530 w 2306082"/>
              <a:gd name="connsiteY16" fmla="*/ 585328 h 1321594"/>
              <a:gd name="connsiteX17" fmla="*/ 1452668 w 2306082"/>
              <a:gd name="connsiteY17" fmla="*/ 604190 h 1321594"/>
              <a:gd name="connsiteX18" fmla="*/ 1405515 w 2306082"/>
              <a:gd name="connsiteY18" fmla="*/ 660774 h 1321594"/>
              <a:gd name="connsiteX19" fmla="*/ 1348931 w 2306082"/>
              <a:gd name="connsiteY19" fmla="*/ 707927 h 1321594"/>
              <a:gd name="connsiteX20" fmla="*/ 1320639 w 2306082"/>
              <a:gd name="connsiteY20" fmla="*/ 745650 h 1321594"/>
              <a:gd name="connsiteX21" fmla="*/ 1301777 w 2306082"/>
              <a:gd name="connsiteY21" fmla="*/ 764512 h 1321594"/>
              <a:gd name="connsiteX22" fmla="*/ 1282916 w 2306082"/>
              <a:gd name="connsiteY22" fmla="*/ 792803 h 1321594"/>
              <a:gd name="connsiteX23" fmla="*/ 1254624 w 2306082"/>
              <a:gd name="connsiteY23" fmla="*/ 811665 h 1321594"/>
              <a:gd name="connsiteX24" fmla="*/ 1226332 w 2306082"/>
              <a:gd name="connsiteY24" fmla="*/ 849388 h 1321594"/>
              <a:gd name="connsiteX25" fmla="*/ 1207471 w 2306082"/>
              <a:gd name="connsiteY25" fmla="*/ 868249 h 1321594"/>
              <a:gd name="connsiteX26" fmla="*/ 1188609 w 2306082"/>
              <a:gd name="connsiteY26" fmla="*/ 887110 h 1321594"/>
              <a:gd name="connsiteX27" fmla="*/ 1150886 w 2306082"/>
              <a:gd name="connsiteY27" fmla="*/ 915402 h 1321594"/>
              <a:gd name="connsiteX28" fmla="*/ 1132025 w 2306082"/>
              <a:gd name="connsiteY28" fmla="*/ 934264 h 1321594"/>
              <a:gd name="connsiteX29" fmla="*/ 1113163 w 2306082"/>
              <a:gd name="connsiteY29" fmla="*/ 962556 h 1321594"/>
              <a:gd name="connsiteX30" fmla="*/ 1075441 w 2306082"/>
              <a:gd name="connsiteY30" fmla="*/ 990848 h 1321594"/>
              <a:gd name="connsiteX31" fmla="*/ 1047149 w 2306082"/>
              <a:gd name="connsiteY31" fmla="*/ 1019140 h 1321594"/>
              <a:gd name="connsiteX32" fmla="*/ 1018856 w 2306082"/>
              <a:gd name="connsiteY32" fmla="*/ 1038001 h 1321594"/>
              <a:gd name="connsiteX33" fmla="*/ 1009426 w 2306082"/>
              <a:gd name="connsiteY33" fmla="*/ 1047432 h 1321594"/>
              <a:gd name="connsiteX34" fmla="*/ 981134 w 2306082"/>
              <a:gd name="connsiteY34" fmla="*/ 1056863 h 1321594"/>
              <a:gd name="connsiteX35" fmla="*/ 971703 w 2306082"/>
              <a:gd name="connsiteY35" fmla="*/ 1066294 h 1321594"/>
              <a:gd name="connsiteX36" fmla="*/ 962272 w 2306082"/>
              <a:gd name="connsiteY36" fmla="*/ 1075724 h 1321594"/>
              <a:gd name="connsiteX37" fmla="*/ 952842 w 2306082"/>
              <a:gd name="connsiteY37" fmla="*/ 1075724 h 1321594"/>
              <a:gd name="connsiteX38" fmla="*/ 943411 w 2306082"/>
              <a:gd name="connsiteY38" fmla="*/ 1085155 h 1321594"/>
              <a:gd name="connsiteX39" fmla="*/ 924550 w 2306082"/>
              <a:gd name="connsiteY39" fmla="*/ 1094586 h 1321594"/>
              <a:gd name="connsiteX40" fmla="*/ 915119 w 2306082"/>
              <a:gd name="connsiteY40" fmla="*/ 1104016 h 1321594"/>
              <a:gd name="connsiteX41" fmla="*/ 858535 w 2306082"/>
              <a:gd name="connsiteY41" fmla="*/ 1094586 h 1321594"/>
              <a:gd name="connsiteX42" fmla="*/ 849104 w 2306082"/>
              <a:gd name="connsiteY42" fmla="*/ 1094586 h 1321594"/>
              <a:gd name="connsiteX43" fmla="*/ 839673 w 2306082"/>
              <a:gd name="connsiteY43" fmla="*/ 1085155 h 1321594"/>
              <a:gd name="connsiteX44" fmla="*/ 830243 w 2306082"/>
              <a:gd name="connsiteY44" fmla="*/ 1075724 h 1321594"/>
              <a:gd name="connsiteX45" fmla="*/ 820812 w 2306082"/>
              <a:gd name="connsiteY45" fmla="*/ 1075724 h 1321594"/>
              <a:gd name="connsiteX46" fmla="*/ 811381 w 2306082"/>
              <a:gd name="connsiteY46" fmla="*/ 1038001 h 1321594"/>
              <a:gd name="connsiteX47" fmla="*/ 792520 w 2306082"/>
              <a:gd name="connsiteY47" fmla="*/ 990848 h 1321594"/>
              <a:gd name="connsiteX48" fmla="*/ 773659 w 2306082"/>
              <a:gd name="connsiteY48" fmla="*/ 971987 h 1321594"/>
              <a:gd name="connsiteX49" fmla="*/ 764228 w 2306082"/>
              <a:gd name="connsiteY49" fmla="*/ 962556 h 1321594"/>
              <a:gd name="connsiteX50" fmla="*/ 735936 w 2306082"/>
              <a:gd name="connsiteY50" fmla="*/ 924833 h 1321594"/>
              <a:gd name="connsiteX51" fmla="*/ 726505 w 2306082"/>
              <a:gd name="connsiteY51" fmla="*/ 905971 h 1321594"/>
              <a:gd name="connsiteX52" fmla="*/ 717074 w 2306082"/>
              <a:gd name="connsiteY52" fmla="*/ 887110 h 1321594"/>
              <a:gd name="connsiteX53" fmla="*/ 688782 w 2306082"/>
              <a:gd name="connsiteY53" fmla="*/ 858818 h 1321594"/>
              <a:gd name="connsiteX54" fmla="*/ 679352 w 2306082"/>
              <a:gd name="connsiteY54" fmla="*/ 849388 h 1321594"/>
              <a:gd name="connsiteX55" fmla="*/ 651059 w 2306082"/>
              <a:gd name="connsiteY55" fmla="*/ 811665 h 1321594"/>
              <a:gd name="connsiteX56" fmla="*/ 641629 w 2306082"/>
              <a:gd name="connsiteY56" fmla="*/ 792803 h 1321594"/>
              <a:gd name="connsiteX57" fmla="*/ 632198 w 2306082"/>
              <a:gd name="connsiteY57" fmla="*/ 773942 h 1321594"/>
              <a:gd name="connsiteX58" fmla="*/ 613337 w 2306082"/>
              <a:gd name="connsiteY58" fmla="*/ 745650 h 1321594"/>
              <a:gd name="connsiteX59" fmla="*/ 585045 w 2306082"/>
              <a:gd name="connsiteY59" fmla="*/ 698496 h 1321594"/>
              <a:gd name="connsiteX60" fmla="*/ 547322 w 2306082"/>
              <a:gd name="connsiteY60" fmla="*/ 651343 h 1321594"/>
              <a:gd name="connsiteX61" fmla="*/ 528460 w 2306082"/>
              <a:gd name="connsiteY61" fmla="*/ 613620 h 1321594"/>
              <a:gd name="connsiteX62" fmla="*/ 509599 w 2306082"/>
              <a:gd name="connsiteY62" fmla="*/ 585328 h 1321594"/>
              <a:gd name="connsiteX63" fmla="*/ 500168 w 2306082"/>
              <a:gd name="connsiteY63" fmla="*/ 566467 h 1321594"/>
              <a:gd name="connsiteX64" fmla="*/ 490738 w 2306082"/>
              <a:gd name="connsiteY64" fmla="*/ 538175 h 1321594"/>
              <a:gd name="connsiteX65" fmla="*/ 490738 w 2306082"/>
              <a:gd name="connsiteY65" fmla="*/ 528744 h 1321594"/>
              <a:gd name="connsiteX66" fmla="*/ 481307 w 2306082"/>
              <a:gd name="connsiteY66" fmla="*/ 500452 h 1321594"/>
              <a:gd name="connsiteX67" fmla="*/ 481307 w 2306082"/>
              <a:gd name="connsiteY67" fmla="*/ 491021 h 1321594"/>
              <a:gd name="connsiteX68" fmla="*/ 471876 w 2306082"/>
              <a:gd name="connsiteY68" fmla="*/ 472160 h 1321594"/>
              <a:gd name="connsiteX69" fmla="*/ 490738 w 2306082"/>
              <a:gd name="connsiteY69" fmla="*/ 368422 h 1321594"/>
              <a:gd name="connsiteX70" fmla="*/ 509599 w 2306082"/>
              <a:gd name="connsiteY70" fmla="*/ 349561 h 1321594"/>
              <a:gd name="connsiteX71" fmla="*/ 519030 w 2306082"/>
              <a:gd name="connsiteY71" fmla="*/ 330699 h 1321594"/>
              <a:gd name="connsiteX72" fmla="*/ 528460 w 2306082"/>
              <a:gd name="connsiteY72" fmla="*/ 321269 h 1321594"/>
              <a:gd name="connsiteX73" fmla="*/ 528460 w 2306082"/>
              <a:gd name="connsiteY73" fmla="*/ 302407 h 1321594"/>
              <a:gd name="connsiteX74" fmla="*/ 547322 w 2306082"/>
              <a:gd name="connsiteY74" fmla="*/ 292977 h 1321594"/>
              <a:gd name="connsiteX75" fmla="*/ 566183 w 2306082"/>
              <a:gd name="connsiteY75" fmla="*/ 274115 h 1321594"/>
              <a:gd name="connsiteX76" fmla="*/ 594475 w 2306082"/>
              <a:gd name="connsiteY76" fmla="*/ 255254 h 1321594"/>
              <a:gd name="connsiteX77" fmla="*/ 603906 w 2306082"/>
              <a:gd name="connsiteY77" fmla="*/ 245823 h 1321594"/>
              <a:gd name="connsiteX78" fmla="*/ 622767 w 2306082"/>
              <a:gd name="connsiteY78" fmla="*/ 236393 h 1321594"/>
              <a:gd name="connsiteX79" fmla="*/ 641629 w 2306082"/>
              <a:gd name="connsiteY79" fmla="*/ 217531 h 1321594"/>
              <a:gd name="connsiteX80" fmla="*/ 660490 w 2306082"/>
              <a:gd name="connsiteY80" fmla="*/ 208100 h 1321594"/>
              <a:gd name="connsiteX81" fmla="*/ 707644 w 2306082"/>
              <a:gd name="connsiteY81" fmla="*/ 189239 h 1321594"/>
              <a:gd name="connsiteX82" fmla="*/ 707644 w 2306082"/>
              <a:gd name="connsiteY82" fmla="*/ 170378 h 1321594"/>
              <a:gd name="connsiteX83" fmla="*/ 735936 w 2306082"/>
              <a:gd name="connsiteY83" fmla="*/ 151516 h 1321594"/>
              <a:gd name="connsiteX84" fmla="*/ 764228 w 2306082"/>
              <a:gd name="connsiteY84" fmla="*/ 142086 h 1321594"/>
              <a:gd name="connsiteX85" fmla="*/ 783089 w 2306082"/>
              <a:gd name="connsiteY85" fmla="*/ 132655 h 1321594"/>
              <a:gd name="connsiteX86" fmla="*/ 811381 w 2306082"/>
              <a:gd name="connsiteY86" fmla="*/ 132655 h 1321594"/>
              <a:gd name="connsiteX87" fmla="*/ 830243 w 2306082"/>
              <a:gd name="connsiteY87" fmla="*/ 113793 h 1321594"/>
              <a:gd name="connsiteX88" fmla="*/ 886827 w 2306082"/>
              <a:gd name="connsiteY88" fmla="*/ 104363 h 1321594"/>
              <a:gd name="connsiteX89" fmla="*/ 924550 w 2306082"/>
              <a:gd name="connsiteY89" fmla="*/ 94932 h 1321594"/>
              <a:gd name="connsiteX90" fmla="*/ 971703 w 2306082"/>
              <a:gd name="connsiteY90" fmla="*/ 85502 h 1321594"/>
              <a:gd name="connsiteX91" fmla="*/ 990564 w 2306082"/>
              <a:gd name="connsiteY91" fmla="*/ 76071 h 1321594"/>
              <a:gd name="connsiteX92" fmla="*/ 1047149 w 2306082"/>
              <a:gd name="connsiteY92" fmla="*/ 66640 h 1321594"/>
              <a:gd name="connsiteX93" fmla="*/ 1094302 w 2306082"/>
              <a:gd name="connsiteY93" fmla="*/ 66640 h 1321594"/>
              <a:gd name="connsiteX94" fmla="*/ 1141456 w 2306082"/>
              <a:gd name="connsiteY94" fmla="*/ 47779 h 1321594"/>
              <a:gd name="connsiteX95" fmla="*/ 1264055 w 2306082"/>
              <a:gd name="connsiteY95" fmla="*/ 47779 h 1321594"/>
              <a:gd name="connsiteX96" fmla="*/ 1282916 w 2306082"/>
              <a:gd name="connsiteY96" fmla="*/ 38348 h 1321594"/>
              <a:gd name="connsiteX97" fmla="*/ 1575268 w 2306082"/>
              <a:gd name="connsiteY97" fmla="*/ 38348 h 1321594"/>
              <a:gd name="connsiteX98" fmla="*/ 1584698 w 2306082"/>
              <a:gd name="connsiteY98" fmla="*/ 47779 h 1321594"/>
              <a:gd name="connsiteX99" fmla="*/ 1594129 w 2306082"/>
              <a:gd name="connsiteY99" fmla="*/ 47779 h 1321594"/>
              <a:gd name="connsiteX100" fmla="*/ 1603559 w 2306082"/>
              <a:gd name="connsiteY100" fmla="*/ 57209 h 1321594"/>
              <a:gd name="connsiteX101" fmla="*/ 1612990 w 2306082"/>
              <a:gd name="connsiteY101" fmla="*/ 57209 h 1321594"/>
              <a:gd name="connsiteX102" fmla="*/ 1622421 w 2306082"/>
              <a:gd name="connsiteY102" fmla="*/ 66640 h 1321594"/>
              <a:gd name="connsiteX103" fmla="*/ 1641282 w 2306082"/>
              <a:gd name="connsiteY103" fmla="*/ 94932 h 1321594"/>
              <a:gd name="connsiteX104" fmla="*/ 1650713 w 2306082"/>
              <a:gd name="connsiteY104" fmla="*/ 113793 h 1321594"/>
              <a:gd name="connsiteX105" fmla="*/ 1660144 w 2306082"/>
              <a:gd name="connsiteY105" fmla="*/ 123224 h 1321594"/>
              <a:gd name="connsiteX106" fmla="*/ 1688436 w 2306082"/>
              <a:gd name="connsiteY106" fmla="*/ 170378 h 1321594"/>
              <a:gd name="connsiteX107" fmla="*/ 1697866 w 2306082"/>
              <a:gd name="connsiteY107" fmla="*/ 189239 h 1321594"/>
              <a:gd name="connsiteX108" fmla="*/ 1697866 w 2306082"/>
              <a:gd name="connsiteY108" fmla="*/ 198670 h 1321594"/>
              <a:gd name="connsiteX109" fmla="*/ 1707297 w 2306082"/>
              <a:gd name="connsiteY109" fmla="*/ 208100 h 1321594"/>
              <a:gd name="connsiteX110" fmla="*/ 1707297 w 2306082"/>
              <a:gd name="connsiteY110" fmla="*/ 226962 h 1321594"/>
              <a:gd name="connsiteX111" fmla="*/ 1726159 w 2306082"/>
              <a:gd name="connsiteY111" fmla="*/ 245823 h 1321594"/>
              <a:gd name="connsiteX112" fmla="*/ 1735589 w 2306082"/>
              <a:gd name="connsiteY112" fmla="*/ 264684 h 1321594"/>
              <a:gd name="connsiteX113" fmla="*/ 1745020 w 2306082"/>
              <a:gd name="connsiteY113" fmla="*/ 292977 h 1321594"/>
              <a:gd name="connsiteX114" fmla="*/ 1754451 w 2306082"/>
              <a:gd name="connsiteY114" fmla="*/ 311838 h 1321594"/>
              <a:gd name="connsiteX115" fmla="*/ 1763881 w 2306082"/>
              <a:gd name="connsiteY115" fmla="*/ 340130 h 1321594"/>
              <a:gd name="connsiteX116" fmla="*/ 1763881 w 2306082"/>
              <a:gd name="connsiteY116" fmla="*/ 443868 h 1321594"/>
              <a:gd name="connsiteX117" fmla="*/ 1745020 w 2306082"/>
              <a:gd name="connsiteY117" fmla="*/ 462729 h 1321594"/>
              <a:gd name="connsiteX118" fmla="*/ 1735589 w 2306082"/>
              <a:gd name="connsiteY118" fmla="*/ 481590 h 1321594"/>
              <a:gd name="connsiteX119" fmla="*/ 1707297 w 2306082"/>
              <a:gd name="connsiteY119" fmla="*/ 509883 h 1321594"/>
              <a:gd name="connsiteX120" fmla="*/ 1669574 w 2306082"/>
              <a:gd name="connsiteY120" fmla="*/ 528744 h 1321594"/>
              <a:gd name="connsiteX121" fmla="*/ 1612990 w 2306082"/>
              <a:gd name="connsiteY121" fmla="*/ 557036 h 1321594"/>
              <a:gd name="connsiteX122" fmla="*/ 1584698 w 2306082"/>
              <a:gd name="connsiteY122" fmla="*/ 575897 h 1321594"/>
              <a:gd name="connsiteX123" fmla="*/ 1537545 w 2306082"/>
              <a:gd name="connsiteY123" fmla="*/ 594759 h 1321594"/>
              <a:gd name="connsiteX124" fmla="*/ 1490391 w 2306082"/>
              <a:gd name="connsiteY124" fmla="*/ 613620 h 1321594"/>
              <a:gd name="connsiteX125" fmla="*/ 1443238 w 2306082"/>
              <a:gd name="connsiteY125" fmla="*/ 632481 h 1321594"/>
              <a:gd name="connsiteX126" fmla="*/ 1367792 w 2306082"/>
              <a:gd name="connsiteY126" fmla="*/ 651343 h 1321594"/>
              <a:gd name="connsiteX127" fmla="*/ 1311208 w 2306082"/>
              <a:gd name="connsiteY127" fmla="*/ 660774 h 1321594"/>
              <a:gd name="connsiteX128" fmla="*/ 1235762 w 2306082"/>
              <a:gd name="connsiteY128" fmla="*/ 689066 h 1321594"/>
              <a:gd name="connsiteX129" fmla="*/ 1179178 w 2306082"/>
              <a:gd name="connsiteY129" fmla="*/ 689066 h 1321594"/>
              <a:gd name="connsiteX130" fmla="*/ 1094302 w 2306082"/>
              <a:gd name="connsiteY130" fmla="*/ 698496 h 1321594"/>
              <a:gd name="connsiteX131" fmla="*/ 981134 w 2306082"/>
              <a:gd name="connsiteY131" fmla="*/ 707927 h 1321594"/>
              <a:gd name="connsiteX132" fmla="*/ 556753 w 2306082"/>
              <a:gd name="connsiteY132" fmla="*/ 707927 h 1321594"/>
              <a:gd name="connsiteX133" fmla="*/ 490738 w 2306082"/>
              <a:gd name="connsiteY133" fmla="*/ 698496 h 1321594"/>
              <a:gd name="connsiteX134" fmla="*/ 368139 w 2306082"/>
              <a:gd name="connsiteY134" fmla="*/ 698496 h 1321594"/>
              <a:gd name="connsiteX135" fmla="*/ 330416 w 2306082"/>
              <a:gd name="connsiteY135" fmla="*/ 689066 h 1321594"/>
              <a:gd name="connsiteX136" fmla="*/ 283262 w 2306082"/>
              <a:gd name="connsiteY136" fmla="*/ 679635 h 1321594"/>
              <a:gd name="connsiteX137" fmla="*/ 236109 w 2306082"/>
              <a:gd name="connsiteY137" fmla="*/ 670204 h 1321594"/>
              <a:gd name="connsiteX138" fmla="*/ 141802 w 2306082"/>
              <a:gd name="connsiteY138" fmla="*/ 651343 h 1321594"/>
              <a:gd name="connsiteX139" fmla="*/ 113510 w 2306082"/>
              <a:gd name="connsiteY139" fmla="*/ 651343 h 1321594"/>
              <a:gd name="connsiteX140" fmla="*/ 85218 w 2306082"/>
              <a:gd name="connsiteY140" fmla="*/ 641912 h 1321594"/>
              <a:gd name="connsiteX141" fmla="*/ 66357 w 2306082"/>
              <a:gd name="connsiteY141" fmla="*/ 632481 h 1321594"/>
              <a:gd name="connsiteX142" fmla="*/ 56926 w 2306082"/>
              <a:gd name="connsiteY142" fmla="*/ 632481 h 1321594"/>
              <a:gd name="connsiteX143" fmla="*/ 47495 w 2306082"/>
              <a:gd name="connsiteY143" fmla="*/ 623051 h 1321594"/>
              <a:gd name="connsiteX144" fmla="*/ 47495 w 2306082"/>
              <a:gd name="connsiteY144" fmla="*/ 594759 h 1321594"/>
              <a:gd name="connsiteX145" fmla="*/ 56926 w 2306082"/>
              <a:gd name="connsiteY145" fmla="*/ 575897 h 1321594"/>
              <a:gd name="connsiteX146" fmla="*/ 66357 w 2306082"/>
              <a:gd name="connsiteY146" fmla="*/ 547605 h 1321594"/>
              <a:gd name="connsiteX147" fmla="*/ 75787 w 2306082"/>
              <a:gd name="connsiteY147" fmla="*/ 528744 h 1321594"/>
              <a:gd name="connsiteX148" fmla="*/ 104079 w 2306082"/>
              <a:gd name="connsiteY148" fmla="*/ 509883 h 1321594"/>
              <a:gd name="connsiteX149" fmla="*/ 122941 w 2306082"/>
              <a:gd name="connsiteY149" fmla="*/ 491021 h 1321594"/>
              <a:gd name="connsiteX150" fmla="*/ 151233 w 2306082"/>
              <a:gd name="connsiteY150" fmla="*/ 472160 h 1321594"/>
              <a:gd name="connsiteX151" fmla="*/ 188956 w 2306082"/>
              <a:gd name="connsiteY151" fmla="*/ 453299 h 1321594"/>
              <a:gd name="connsiteX152" fmla="*/ 245540 w 2306082"/>
              <a:gd name="connsiteY152" fmla="*/ 434437 h 1321594"/>
              <a:gd name="connsiteX153" fmla="*/ 283262 w 2306082"/>
              <a:gd name="connsiteY153" fmla="*/ 425006 h 1321594"/>
              <a:gd name="connsiteX154" fmla="*/ 320985 w 2306082"/>
              <a:gd name="connsiteY154" fmla="*/ 406145 h 1321594"/>
              <a:gd name="connsiteX155" fmla="*/ 387000 w 2306082"/>
              <a:gd name="connsiteY155" fmla="*/ 396714 h 1321594"/>
              <a:gd name="connsiteX156" fmla="*/ 481307 w 2306082"/>
              <a:gd name="connsiteY156" fmla="*/ 368422 h 1321594"/>
              <a:gd name="connsiteX157" fmla="*/ 575614 w 2306082"/>
              <a:gd name="connsiteY157" fmla="*/ 358992 h 1321594"/>
              <a:gd name="connsiteX158" fmla="*/ 660490 w 2306082"/>
              <a:gd name="connsiteY158" fmla="*/ 349561 h 1321594"/>
              <a:gd name="connsiteX159" fmla="*/ 858535 w 2306082"/>
              <a:gd name="connsiteY159" fmla="*/ 349561 h 1321594"/>
              <a:gd name="connsiteX160" fmla="*/ 962272 w 2306082"/>
              <a:gd name="connsiteY160" fmla="*/ 340130 h 1321594"/>
              <a:gd name="connsiteX161" fmla="*/ 1943065 w 2306082"/>
              <a:gd name="connsiteY161" fmla="*/ 340130 h 1321594"/>
              <a:gd name="connsiteX162" fmla="*/ 1990218 w 2306082"/>
              <a:gd name="connsiteY162" fmla="*/ 349561 h 1321594"/>
              <a:gd name="connsiteX163" fmla="*/ 2046802 w 2306082"/>
              <a:gd name="connsiteY163" fmla="*/ 358992 h 1321594"/>
              <a:gd name="connsiteX164" fmla="*/ 2122248 w 2306082"/>
              <a:gd name="connsiteY164" fmla="*/ 358992 h 1321594"/>
              <a:gd name="connsiteX165" fmla="*/ 2141109 w 2306082"/>
              <a:gd name="connsiteY165" fmla="*/ 368422 h 1321594"/>
              <a:gd name="connsiteX166" fmla="*/ 2159971 w 2306082"/>
              <a:gd name="connsiteY166" fmla="*/ 377853 h 1321594"/>
              <a:gd name="connsiteX167" fmla="*/ 2178832 w 2306082"/>
              <a:gd name="connsiteY167" fmla="*/ 387284 h 1321594"/>
              <a:gd name="connsiteX168" fmla="*/ 2188263 w 2306082"/>
              <a:gd name="connsiteY168" fmla="*/ 387284 h 1321594"/>
              <a:gd name="connsiteX169" fmla="*/ 2197693 w 2306082"/>
              <a:gd name="connsiteY169" fmla="*/ 396714 h 1321594"/>
              <a:gd name="connsiteX170" fmla="*/ 2197693 w 2306082"/>
              <a:gd name="connsiteY170" fmla="*/ 434437 h 1321594"/>
              <a:gd name="connsiteX171" fmla="*/ 2188263 w 2306082"/>
              <a:gd name="connsiteY171" fmla="*/ 453299 h 1321594"/>
              <a:gd name="connsiteX172" fmla="*/ 2178832 w 2306082"/>
              <a:gd name="connsiteY172" fmla="*/ 462729 h 1321594"/>
              <a:gd name="connsiteX173" fmla="*/ 2169401 w 2306082"/>
              <a:gd name="connsiteY173" fmla="*/ 472160 h 1321594"/>
              <a:gd name="connsiteX174" fmla="*/ 2141109 w 2306082"/>
              <a:gd name="connsiteY174" fmla="*/ 491021 h 1321594"/>
              <a:gd name="connsiteX175" fmla="*/ 2131679 w 2306082"/>
              <a:gd name="connsiteY175" fmla="*/ 491021 h 1321594"/>
              <a:gd name="connsiteX176" fmla="*/ 2093956 w 2306082"/>
              <a:gd name="connsiteY176" fmla="*/ 538175 h 1321594"/>
              <a:gd name="connsiteX177" fmla="*/ 2075094 w 2306082"/>
              <a:gd name="connsiteY177" fmla="*/ 547605 h 1321594"/>
              <a:gd name="connsiteX178" fmla="*/ 2037371 w 2306082"/>
              <a:gd name="connsiteY178" fmla="*/ 575897 h 1321594"/>
              <a:gd name="connsiteX179" fmla="*/ 2009079 w 2306082"/>
              <a:gd name="connsiteY179" fmla="*/ 585328 h 1321594"/>
              <a:gd name="connsiteX180" fmla="*/ 1952495 w 2306082"/>
              <a:gd name="connsiteY180" fmla="*/ 613620 h 1321594"/>
              <a:gd name="connsiteX181" fmla="*/ 1924203 w 2306082"/>
              <a:gd name="connsiteY181" fmla="*/ 632481 h 1321594"/>
              <a:gd name="connsiteX182" fmla="*/ 1858188 w 2306082"/>
              <a:gd name="connsiteY182" fmla="*/ 651343 h 1321594"/>
              <a:gd name="connsiteX183" fmla="*/ 1811035 w 2306082"/>
              <a:gd name="connsiteY183" fmla="*/ 660774 h 1321594"/>
              <a:gd name="connsiteX184" fmla="*/ 1735589 w 2306082"/>
              <a:gd name="connsiteY184" fmla="*/ 689066 h 1321594"/>
              <a:gd name="connsiteX185" fmla="*/ 1612990 w 2306082"/>
              <a:gd name="connsiteY185" fmla="*/ 717358 h 1321594"/>
              <a:gd name="connsiteX186" fmla="*/ 1556406 w 2306082"/>
              <a:gd name="connsiteY186" fmla="*/ 736219 h 1321594"/>
              <a:gd name="connsiteX187" fmla="*/ 1452668 w 2306082"/>
              <a:gd name="connsiteY187" fmla="*/ 745650 h 1321594"/>
              <a:gd name="connsiteX188" fmla="*/ 764228 w 2306082"/>
              <a:gd name="connsiteY188" fmla="*/ 745650 h 1321594"/>
              <a:gd name="connsiteX189" fmla="*/ 651059 w 2306082"/>
              <a:gd name="connsiteY189" fmla="*/ 726789 h 1321594"/>
              <a:gd name="connsiteX190" fmla="*/ 509599 w 2306082"/>
              <a:gd name="connsiteY190" fmla="*/ 698496 h 1321594"/>
              <a:gd name="connsiteX191" fmla="*/ 453015 w 2306082"/>
              <a:gd name="connsiteY191" fmla="*/ 689066 h 1321594"/>
              <a:gd name="connsiteX192" fmla="*/ 387000 w 2306082"/>
              <a:gd name="connsiteY192" fmla="*/ 679635 h 1321594"/>
              <a:gd name="connsiteX193" fmla="*/ 320985 w 2306082"/>
              <a:gd name="connsiteY193" fmla="*/ 670204 h 1321594"/>
              <a:gd name="connsiteX194" fmla="*/ 273832 w 2306082"/>
              <a:gd name="connsiteY194" fmla="*/ 660774 h 1321594"/>
              <a:gd name="connsiteX195" fmla="*/ 217248 w 2306082"/>
              <a:gd name="connsiteY195" fmla="*/ 632481 h 1321594"/>
              <a:gd name="connsiteX196" fmla="*/ 198386 w 2306082"/>
              <a:gd name="connsiteY196" fmla="*/ 632481 h 1321594"/>
              <a:gd name="connsiteX197" fmla="*/ 160663 w 2306082"/>
              <a:gd name="connsiteY197" fmla="*/ 613620 h 1321594"/>
              <a:gd name="connsiteX198" fmla="*/ 122941 w 2306082"/>
              <a:gd name="connsiteY198" fmla="*/ 594759 h 1321594"/>
              <a:gd name="connsiteX199" fmla="*/ 113510 w 2306082"/>
              <a:gd name="connsiteY199" fmla="*/ 585328 h 1321594"/>
              <a:gd name="connsiteX200" fmla="*/ 94649 w 2306082"/>
              <a:gd name="connsiteY200" fmla="*/ 566467 h 1321594"/>
              <a:gd name="connsiteX201" fmla="*/ 85218 w 2306082"/>
              <a:gd name="connsiteY201" fmla="*/ 557036 h 1321594"/>
              <a:gd name="connsiteX202" fmla="*/ 85218 w 2306082"/>
              <a:gd name="connsiteY202" fmla="*/ 509883 h 1321594"/>
              <a:gd name="connsiteX203" fmla="*/ 94649 w 2306082"/>
              <a:gd name="connsiteY203" fmla="*/ 481590 h 1321594"/>
              <a:gd name="connsiteX204" fmla="*/ 104079 w 2306082"/>
              <a:gd name="connsiteY204" fmla="*/ 453299 h 1321594"/>
              <a:gd name="connsiteX205" fmla="*/ 122941 w 2306082"/>
              <a:gd name="connsiteY205" fmla="*/ 434437 h 1321594"/>
              <a:gd name="connsiteX206" fmla="*/ 141802 w 2306082"/>
              <a:gd name="connsiteY206" fmla="*/ 425006 h 1321594"/>
              <a:gd name="connsiteX207" fmla="*/ 170094 w 2306082"/>
              <a:gd name="connsiteY207" fmla="*/ 396714 h 1321594"/>
              <a:gd name="connsiteX208" fmla="*/ 245540 w 2306082"/>
              <a:gd name="connsiteY208" fmla="*/ 377853 h 1321594"/>
              <a:gd name="connsiteX209" fmla="*/ 320985 w 2306082"/>
              <a:gd name="connsiteY209" fmla="*/ 349561 h 1321594"/>
              <a:gd name="connsiteX210" fmla="*/ 443584 w 2306082"/>
              <a:gd name="connsiteY210" fmla="*/ 292977 h 1321594"/>
              <a:gd name="connsiteX211" fmla="*/ 509599 w 2306082"/>
              <a:gd name="connsiteY211" fmla="*/ 264684 h 1321594"/>
              <a:gd name="connsiteX212" fmla="*/ 566183 w 2306082"/>
              <a:gd name="connsiteY212" fmla="*/ 245823 h 1321594"/>
              <a:gd name="connsiteX213" fmla="*/ 641629 w 2306082"/>
              <a:gd name="connsiteY213" fmla="*/ 217531 h 1321594"/>
              <a:gd name="connsiteX214" fmla="*/ 698213 w 2306082"/>
              <a:gd name="connsiteY214" fmla="*/ 198670 h 1321594"/>
              <a:gd name="connsiteX215" fmla="*/ 783089 w 2306082"/>
              <a:gd name="connsiteY215" fmla="*/ 179808 h 1321594"/>
              <a:gd name="connsiteX216" fmla="*/ 839673 w 2306082"/>
              <a:gd name="connsiteY216" fmla="*/ 170378 h 1321594"/>
              <a:gd name="connsiteX217" fmla="*/ 905688 w 2306082"/>
              <a:gd name="connsiteY217" fmla="*/ 160947 h 1321594"/>
              <a:gd name="connsiteX218" fmla="*/ 990564 w 2306082"/>
              <a:gd name="connsiteY218" fmla="*/ 151516 h 1321594"/>
              <a:gd name="connsiteX219" fmla="*/ 1103733 w 2306082"/>
              <a:gd name="connsiteY219" fmla="*/ 142086 h 1321594"/>
              <a:gd name="connsiteX220" fmla="*/ 1443238 w 2306082"/>
              <a:gd name="connsiteY220" fmla="*/ 142086 h 1321594"/>
              <a:gd name="connsiteX221" fmla="*/ 1528114 w 2306082"/>
              <a:gd name="connsiteY221" fmla="*/ 151516 h 1321594"/>
              <a:gd name="connsiteX222" fmla="*/ 1641282 w 2306082"/>
              <a:gd name="connsiteY222" fmla="*/ 151516 h 1321594"/>
              <a:gd name="connsiteX223" fmla="*/ 1716728 w 2306082"/>
              <a:gd name="connsiteY223" fmla="*/ 160947 h 1321594"/>
              <a:gd name="connsiteX224" fmla="*/ 1763881 w 2306082"/>
              <a:gd name="connsiteY224" fmla="*/ 160947 h 1321594"/>
              <a:gd name="connsiteX225" fmla="*/ 1820465 w 2306082"/>
              <a:gd name="connsiteY225" fmla="*/ 170378 h 1321594"/>
              <a:gd name="connsiteX226" fmla="*/ 1858188 w 2306082"/>
              <a:gd name="connsiteY226" fmla="*/ 170378 h 1321594"/>
              <a:gd name="connsiteX227" fmla="*/ 1895911 w 2306082"/>
              <a:gd name="connsiteY227" fmla="*/ 179808 h 1321594"/>
              <a:gd name="connsiteX228" fmla="*/ 1914772 w 2306082"/>
              <a:gd name="connsiteY228" fmla="*/ 179808 h 1321594"/>
              <a:gd name="connsiteX229" fmla="*/ 1943065 w 2306082"/>
              <a:gd name="connsiteY229" fmla="*/ 189239 h 1321594"/>
              <a:gd name="connsiteX230" fmla="*/ 1961926 w 2306082"/>
              <a:gd name="connsiteY230" fmla="*/ 198670 h 1321594"/>
              <a:gd name="connsiteX231" fmla="*/ 1971356 w 2306082"/>
              <a:gd name="connsiteY231" fmla="*/ 208100 h 1321594"/>
              <a:gd name="connsiteX232" fmla="*/ 1971356 w 2306082"/>
              <a:gd name="connsiteY232" fmla="*/ 226962 h 1321594"/>
              <a:gd name="connsiteX233" fmla="*/ 1961926 w 2306082"/>
              <a:gd name="connsiteY233" fmla="*/ 236393 h 1321594"/>
              <a:gd name="connsiteX234" fmla="*/ 1952495 w 2306082"/>
              <a:gd name="connsiteY234" fmla="*/ 255254 h 1321594"/>
              <a:gd name="connsiteX235" fmla="*/ 1924203 w 2306082"/>
              <a:gd name="connsiteY235" fmla="*/ 264684 h 1321594"/>
              <a:gd name="connsiteX236" fmla="*/ 1895911 w 2306082"/>
              <a:gd name="connsiteY236" fmla="*/ 292977 h 1321594"/>
              <a:gd name="connsiteX237" fmla="*/ 1877050 w 2306082"/>
              <a:gd name="connsiteY237" fmla="*/ 330699 h 1321594"/>
              <a:gd name="connsiteX238" fmla="*/ 1848758 w 2306082"/>
              <a:gd name="connsiteY238" fmla="*/ 349561 h 1321594"/>
              <a:gd name="connsiteX239" fmla="*/ 1801604 w 2306082"/>
              <a:gd name="connsiteY239" fmla="*/ 368422 h 1321594"/>
              <a:gd name="connsiteX240" fmla="*/ 1754451 w 2306082"/>
              <a:gd name="connsiteY240" fmla="*/ 387284 h 1321594"/>
              <a:gd name="connsiteX241" fmla="*/ 1707297 w 2306082"/>
              <a:gd name="connsiteY241" fmla="*/ 415576 h 1321594"/>
              <a:gd name="connsiteX242" fmla="*/ 1679005 w 2306082"/>
              <a:gd name="connsiteY242" fmla="*/ 434437 h 1321594"/>
              <a:gd name="connsiteX243" fmla="*/ 1622421 w 2306082"/>
              <a:gd name="connsiteY243" fmla="*/ 453299 h 1321594"/>
              <a:gd name="connsiteX244" fmla="*/ 1584698 w 2306082"/>
              <a:gd name="connsiteY244" fmla="*/ 472160 h 1321594"/>
              <a:gd name="connsiteX245" fmla="*/ 1537545 w 2306082"/>
              <a:gd name="connsiteY245" fmla="*/ 491021 h 1321594"/>
              <a:gd name="connsiteX246" fmla="*/ 1471530 w 2306082"/>
              <a:gd name="connsiteY246" fmla="*/ 509883 h 1321594"/>
              <a:gd name="connsiteX247" fmla="*/ 1367792 w 2306082"/>
              <a:gd name="connsiteY247" fmla="*/ 538175 h 1321594"/>
              <a:gd name="connsiteX248" fmla="*/ 1311208 w 2306082"/>
              <a:gd name="connsiteY248" fmla="*/ 557036 h 1321594"/>
              <a:gd name="connsiteX249" fmla="*/ 1245193 w 2306082"/>
              <a:gd name="connsiteY249" fmla="*/ 566467 h 1321594"/>
              <a:gd name="connsiteX250" fmla="*/ 1179178 w 2306082"/>
              <a:gd name="connsiteY250" fmla="*/ 566467 h 1321594"/>
              <a:gd name="connsiteX251" fmla="*/ 1122594 w 2306082"/>
              <a:gd name="connsiteY251" fmla="*/ 575897 h 1321594"/>
              <a:gd name="connsiteX252" fmla="*/ 849104 w 2306082"/>
              <a:gd name="connsiteY252" fmla="*/ 575897 h 1321594"/>
              <a:gd name="connsiteX253" fmla="*/ 792520 w 2306082"/>
              <a:gd name="connsiteY253" fmla="*/ 557036 h 1321594"/>
              <a:gd name="connsiteX254" fmla="*/ 801951 w 2306082"/>
              <a:gd name="connsiteY254" fmla="*/ 575897 h 1321594"/>
              <a:gd name="connsiteX255" fmla="*/ 773659 w 2306082"/>
              <a:gd name="connsiteY255" fmla="*/ 566467 h 1321594"/>
              <a:gd name="connsiteX256" fmla="*/ 754797 w 2306082"/>
              <a:gd name="connsiteY256" fmla="*/ 566467 h 1321594"/>
              <a:gd name="connsiteX257" fmla="*/ 745366 w 2306082"/>
              <a:gd name="connsiteY257" fmla="*/ 557036 h 1321594"/>
              <a:gd name="connsiteX258" fmla="*/ 745366 w 2306082"/>
              <a:gd name="connsiteY258" fmla="*/ 519313 h 1321594"/>
              <a:gd name="connsiteX259" fmla="*/ 764228 w 2306082"/>
              <a:gd name="connsiteY259" fmla="*/ 500452 h 1321594"/>
              <a:gd name="connsiteX260" fmla="*/ 783089 w 2306082"/>
              <a:gd name="connsiteY260" fmla="*/ 481590 h 1321594"/>
              <a:gd name="connsiteX261" fmla="*/ 811381 w 2306082"/>
              <a:gd name="connsiteY261" fmla="*/ 462729 h 1321594"/>
              <a:gd name="connsiteX262" fmla="*/ 839673 w 2306082"/>
              <a:gd name="connsiteY262" fmla="*/ 443868 h 1321594"/>
              <a:gd name="connsiteX263" fmla="*/ 877396 w 2306082"/>
              <a:gd name="connsiteY263" fmla="*/ 425006 h 1321594"/>
              <a:gd name="connsiteX264" fmla="*/ 905688 w 2306082"/>
              <a:gd name="connsiteY264" fmla="*/ 406145 h 1321594"/>
              <a:gd name="connsiteX265" fmla="*/ 924550 w 2306082"/>
              <a:gd name="connsiteY265" fmla="*/ 425006 h 1321594"/>
              <a:gd name="connsiteX266" fmla="*/ 981134 w 2306082"/>
              <a:gd name="connsiteY266" fmla="*/ 406145 h 1321594"/>
              <a:gd name="connsiteX267" fmla="*/ 1018856 w 2306082"/>
              <a:gd name="connsiteY267" fmla="*/ 396714 h 1321594"/>
              <a:gd name="connsiteX268" fmla="*/ 1075441 w 2306082"/>
              <a:gd name="connsiteY268" fmla="*/ 377853 h 1321594"/>
              <a:gd name="connsiteX269" fmla="*/ 1122594 w 2306082"/>
              <a:gd name="connsiteY269" fmla="*/ 368422 h 1321594"/>
              <a:gd name="connsiteX270" fmla="*/ 1235762 w 2306082"/>
              <a:gd name="connsiteY270" fmla="*/ 330699 h 1321594"/>
              <a:gd name="connsiteX271" fmla="*/ 1301777 w 2306082"/>
              <a:gd name="connsiteY271" fmla="*/ 311838 h 1321594"/>
              <a:gd name="connsiteX272" fmla="*/ 1358362 w 2306082"/>
              <a:gd name="connsiteY272" fmla="*/ 292977 h 1321594"/>
              <a:gd name="connsiteX273" fmla="*/ 1424376 w 2306082"/>
              <a:gd name="connsiteY273" fmla="*/ 283546 h 1321594"/>
              <a:gd name="connsiteX274" fmla="*/ 1490391 w 2306082"/>
              <a:gd name="connsiteY274" fmla="*/ 264684 h 1321594"/>
              <a:gd name="connsiteX275" fmla="*/ 1546975 w 2306082"/>
              <a:gd name="connsiteY275" fmla="*/ 245823 h 1321594"/>
              <a:gd name="connsiteX276" fmla="*/ 1603559 w 2306082"/>
              <a:gd name="connsiteY276" fmla="*/ 236393 h 1321594"/>
              <a:gd name="connsiteX277" fmla="*/ 1650713 w 2306082"/>
              <a:gd name="connsiteY277" fmla="*/ 226962 h 1321594"/>
              <a:gd name="connsiteX278" fmla="*/ 1697866 w 2306082"/>
              <a:gd name="connsiteY278" fmla="*/ 217531 h 1321594"/>
              <a:gd name="connsiteX279" fmla="*/ 1754451 w 2306082"/>
              <a:gd name="connsiteY279" fmla="*/ 236393 h 1321594"/>
              <a:gd name="connsiteX280" fmla="*/ 2027941 w 2306082"/>
              <a:gd name="connsiteY280" fmla="*/ 236393 h 1321594"/>
              <a:gd name="connsiteX281" fmla="*/ 2046802 w 2306082"/>
              <a:gd name="connsiteY281" fmla="*/ 245823 h 1321594"/>
              <a:gd name="connsiteX282" fmla="*/ 2065664 w 2306082"/>
              <a:gd name="connsiteY282" fmla="*/ 245823 h 1321594"/>
              <a:gd name="connsiteX283" fmla="*/ 2075094 w 2306082"/>
              <a:gd name="connsiteY283" fmla="*/ 255254 h 1321594"/>
              <a:gd name="connsiteX284" fmla="*/ 2084525 w 2306082"/>
              <a:gd name="connsiteY284" fmla="*/ 264684 h 1321594"/>
              <a:gd name="connsiteX285" fmla="*/ 2084525 w 2306082"/>
              <a:gd name="connsiteY285" fmla="*/ 340130 h 1321594"/>
              <a:gd name="connsiteX286" fmla="*/ 2065664 w 2306082"/>
              <a:gd name="connsiteY286" fmla="*/ 358992 h 1321594"/>
              <a:gd name="connsiteX287" fmla="*/ 2056233 w 2306082"/>
              <a:gd name="connsiteY287" fmla="*/ 387284 h 1321594"/>
              <a:gd name="connsiteX288" fmla="*/ 2037371 w 2306082"/>
              <a:gd name="connsiteY288" fmla="*/ 415576 h 1321594"/>
              <a:gd name="connsiteX289" fmla="*/ 2018510 w 2306082"/>
              <a:gd name="connsiteY289" fmla="*/ 443868 h 1321594"/>
              <a:gd name="connsiteX290" fmla="*/ 2009079 w 2306082"/>
              <a:gd name="connsiteY290" fmla="*/ 472160 h 1321594"/>
              <a:gd name="connsiteX291" fmla="*/ 1990218 w 2306082"/>
              <a:gd name="connsiteY291" fmla="*/ 509883 h 1321594"/>
              <a:gd name="connsiteX292" fmla="*/ 1961926 w 2306082"/>
              <a:gd name="connsiteY292" fmla="*/ 547605 h 1321594"/>
              <a:gd name="connsiteX293" fmla="*/ 1952495 w 2306082"/>
              <a:gd name="connsiteY293" fmla="*/ 575897 h 1321594"/>
              <a:gd name="connsiteX294" fmla="*/ 1933634 w 2306082"/>
              <a:gd name="connsiteY294" fmla="*/ 604190 h 1321594"/>
              <a:gd name="connsiteX295" fmla="*/ 1924203 w 2306082"/>
              <a:gd name="connsiteY295" fmla="*/ 623051 h 1321594"/>
              <a:gd name="connsiteX296" fmla="*/ 1905342 w 2306082"/>
              <a:gd name="connsiteY296" fmla="*/ 651343 h 1321594"/>
              <a:gd name="connsiteX297" fmla="*/ 1886480 w 2306082"/>
              <a:gd name="connsiteY297" fmla="*/ 670204 h 1321594"/>
              <a:gd name="connsiteX298" fmla="*/ 1858188 w 2306082"/>
              <a:gd name="connsiteY298" fmla="*/ 698496 h 1321594"/>
              <a:gd name="connsiteX299" fmla="*/ 1829896 w 2306082"/>
              <a:gd name="connsiteY299" fmla="*/ 726789 h 1321594"/>
              <a:gd name="connsiteX300" fmla="*/ 1811035 w 2306082"/>
              <a:gd name="connsiteY300" fmla="*/ 736219 h 1321594"/>
              <a:gd name="connsiteX301" fmla="*/ 1792174 w 2306082"/>
              <a:gd name="connsiteY301" fmla="*/ 755081 h 1321594"/>
              <a:gd name="connsiteX302" fmla="*/ 1773312 w 2306082"/>
              <a:gd name="connsiteY302" fmla="*/ 764512 h 1321594"/>
              <a:gd name="connsiteX303" fmla="*/ 1763881 w 2306082"/>
              <a:gd name="connsiteY303" fmla="*/ 764512 h 1321594"/>
              <a:gd name="connsiteX304" fmla="*/ 1754451 w 2306082"/>
              <a:gd name="connsiteY304" fmla="*/ 773942 h 1321594"/>
              <a:gd name="connsiteX305" fmla="*/ 1735589 w 2306082"/>
              <a:gd name="connsiteY305" fmla="*/ 783373 h 1321594"/>
              <a:gd name="connsiteX306" fmla="*/ 1726159 w 2306082"/>
              <a:gd name="connsiteY306" fmla="*/ 792803 h 1321594"/>
              <a:gd name="connsiteX307" fmla="*/ 1707297 w 2306082"/>
              <a:gd name="connsiteY307" fmla="*/ 783373 h 1321594"/>
              <a:gd name="connsiteX308" fmla="*/ 1707297 w 2306082"/>
              <a:gd name="connsiteY308" fmla="*/ 679635 h 1321594"/>
              <a:gd name="connsiteX309" fmla="*/ 1716728 w 2306082"/>
              <a:gd name="connsiteY309" fmla="*/ 660774 h 1321594"/>
              <a:gd name="connsiteX310" fmla="*/ 1735589 w 2306082"/>
              <a:gd name="connsiteY310" fmla="*/ 651343 h 1321594"/>
              <a:gd name="connsiteX311" fmla="*/ 1745020 w 2306082"/>
              <a:gd name="connsiteY311" fmla="*/ 623051 h 1321594"/>
              <a:gd name="connsiteX312" fmla="*/ 1754451 w 2306082"/>
              <a:gd name="connsiteY312" fmla="*/ 594759 h 1321594"/>
              <a:gd name="connsiteX313" fmla="*/ 1773312 w 2306082"/>
              <a:gd name="connsiteY313" fmla="*/ 566467 h 1321594"/>
              <a:gd name="connsiteX314" fmla="*/ 1782743 w 2306082"/>
              <a:gd name="connsiteY314" fmla="*/ 557036 h 1321594"/>
              <a:gd name="connsiteX315" fmla="*/ 1792174 w 2306082"/>
              <a:gd name="connsiteY315" fmla="*/ 538175 h 1321594"/>
              <a:gd name="connsiteX316" fmla="*/ 1811035 w 2306082"/>
              <a:gd name="connsiteY316" fmla="*/ 509883 h 1321594"/>
              <a:gd name="connsiteX317" fmla="*/ 1829896 w 2306082"/>
              <a:gd name="connsiteY317" fmla="*/ 491021 h 1321594"/>
              <a:gd name="connsiteX318" fmla="*/ 1829896 w 2306082"/>
              <a:gd name="connsiteY318" fmla="*/ 481590 h 1321594"/>
              <a:gd name="connsiteX319" fmla="*/ 1858188 w 2306082"/>
              <a:gd name="connsiteY319" fmla="*/ 472160 h 1321594"/>
              <a:gd name="connsiteX320" fmla="*/ 1858188 w 2306082"/>
              <a:gd name="connsiteY320" fmla="*/ 443868 h 1321594"/>
              <a:gd name="connsiteX321" fmla="*/ 1877050 w 2306082"/>
              <a:gd name="connsiteY321" fmla="*/ 434437 h 1321594"/>
              <a:gd name="connsiteX322" fmla="*/ 1886480 w 2306082"/>
              <a:gd name="connsiteY322" fmla="*/ 415576 h 1321594"/>
              <a:gd name="connsiteX323" fmla="*/ 1905342 w 2306082"/>
              <a:gd name="connsiteY323" fmla="*/ 406145 h 1321594"/>
              <a:gd name="connsiteX324" fmla="*/ 1933634 w 2306082"/>
              <a:gd name="connsiteY324" fmla="*/ 415576 h 1321594"/>
              <a:gd name="connsiteX325" fmla="*/ 1943065 w 2306082"/>
              <a:gd name="connsiteY325" fmla="*/ 434437 h 1321594"/>
              <a:gd name="connsiteX326" fmla="*/ 1943065 w 2306082"/>
              <a:gd name="connsiteY326" fmla="*/ 472160 h 1321594"/>
              <a:gd name="connsiteX327" fmla="*/ 1933634 w 2306082"/>
              <a:gd name="connsiteY327" fmla="*/ 500452 h 1321594"/>
              <a:gd name="connsiteX328" fmla="*/ 1924203 w 2306082"/>
              <a:gd name="connsiteY328" fmla="*/ 519313 h 1321594"/>
              <a:gd name="connsiteX329" fmla="*/ 1905342 w 2306082"/>
              <a:gd name="connsiteY329" fmla="*/ 547605 h 1321594"/>
              <a:gd name="connsiteX330" fmla="*/ 1886480 w 2306082"/>
              <a:gd name="connsiteY330" fmla="*/ 585328 h 1321594"/>
              <a:gd name="connsiteX331" fmla="*/ 1848758 w 2306082"/>
              <a:gd name="connsiteY331" fmla="*/ 651343 h 1321594"/>
              <a:gd name="connsiteX332" fmla="*/ 1801604 w 2306082"/>
              <a:gd name="connsiteY332" fmla="*/ 717358 h 1321594"/>
              <a:gd name="connsiteX333" fmla="*/ 1763881 w 2306082"/>
              <a:gd name="connsiteY333" fmla="*/ 755081 h 1321594"/>
              <a:gd name="connsiteX334" fmla="*/ 1735589 w 2306082"/>
              <a:gd name="connsiteY334" fmla="*/ 792803 h 1321594"/>
              <a:gd name="connsiteX335" fmla="*/ 1697866 w 2306082"/>
              <a:gd name="connsiteY335" fmla="*/ 821095 h 1321594"/>
              <a:gd name="connsiteX336" fmla="*/ 1679005 w 2306082"/>
              <a:gd name="connsiteY336" fmla="*/ 858818 h 1321594"/>
              <a:gd name="connsiteX337" fmla="*/ 1660144 w 2306082"/>
              <a:gd name="connsiteY337" fmla="*/ 887110 h 1321594"/>
              <a:gd name="connsiteX338" fmla="*/ 1622421 w 2306082"/>
              <a:gd name="connsiteY338" fmla="*/ 924833 h 1321594"/>
              <a:gd name="connsiteX339" fmla="*/ 1584698 w 2306082"/>
              <a:gd name="connsiteY339" fmla="*/ 962556 h 1321594"/>
              <a:gd name="connsiteX340" fmla="*/ 1546975 w 2306082"/>
              <a:gd name="connsiteY340" fmla="*/ 1000279 h 1321594"/>
              <a:gd name="connsiteX341" fmla="*/ 1499822 w 2306082"/>
              <a:gd name="connsiteY341" fmla="*/ 1038001 h 1321594"/>
              <a:gd name="connsiteX342" fmla="*/ 1443238 w 2306082"/>
              <a:gd name="connsiteY342" fmla="*/ 1066294 h 1321594"/>
              <a:gd name="connsiteX343" fmla="*/ 1414946 w 2306082"/>
              <a:gd name="connsiteY343" fmla="*/ 1085155 h 1321594"/>
              <a:gd name="connsiteX344" fmla="*/ 1377223 w 2306082"/>
              <a:gd name="connsiteY344" fmla="*/ 1104016 h 1321594"/>
              <a:gd name="connsiteX345" fmla="*/ 1339500 w 2306082"/>
              <a:gd name="connsiteY345" fmla="*/ 1122877 h 1321594"/>
              <a:gd name="connsiteX346" fmla="*/ 1301777 w 2306082"/>
              <a:gd name="connsiteY346" fmla="*/ 1141739 h 1321594"/>
              <a:gd name="connsiteX347" fmla="*/ 1273485 w 2306082"/>
              <a:gd name="connsiteY347" fmla="*/ 1151170 h 1321594"/>
              <a:gd name="connsiteX348" fmla="*/ 1226332 w 2306082"/>
              <a:gd name="connsiteY348" fmla="*/ 1170032 h 1321594"/>
              <a:gd name="connsiteX349" fmla="*/ 1198040 w 2306082"/>
              <a:gd name="connsiteY349" fmla="*/ 1170032 h 1321594"/>
              <a:gd name="connsiteX350" fmla="*/ 1169748 w 2306082"/>
              <a:gd name="connsiteY350" fmla="*/ 1179462 h 1321594"/>
              <a:gd name="connsiteX351" fmla="*/ 990564 w 2306082"/>
              <a:gd name="connsiteY351" fmla="*/ 1179462 h 1321594"/>
              <a:gd name="connsiteX352" fmla="*/ 962272 w 2306082"/>
              <a:gd name="connsiteY352" fmla="*/ 1170032 h 1321594"/>
              <a:gd name="connsiteX353" fmla="*/ 943411 w 2306082"/>
              <a:gd name="connsiteY353" fmla="*/ 1160600 h 1321594"/>
              <a:gd name="connsiteX354" fmla="*/ 924550 w 2306082"/>
              <a:gd name="connsiteY354" fmla="*/ 1151170 h 1321594"/>
              <a:gd name="connsiteX355" fmla="*/ 905688 w 2306082"/>
              <a:gd name="connsiteY355" fmla="*/ 1141739 h 1321594"/>
              <a:gd name="connsiteX356" fmla="*/ 896257 w 2306082"/>
              <a:gd name="connsiteY356" fmla="*/ 1132308 h 1321594"/>
              <a:gd name="connsiteX357" fmla="*/ 877396 w 2306082"/>
              <a:gd name="connsiteY357" fmla="*/ 1113447 h 1321594"/>
              <a:gd name="connsiteX358" fmla="*/ 858535 w 2306082"/>
              <a:gd name="connsiteY358" fmla="*/ 1085155 h 1321594"/>
              <a:gd name="connsiteX359" fmla="*/ 858535 w 2306082"/>
              <a:gd name="connsiteY359" fmla="*/ 1075724 h 1321594"/>
              <a:gd name="connsiteX360" fmla="*/ 849104 w 2306082"/>
              <a:gd name="connsiteY360" fmla="*/ 1066294 h 1321594"/>
              <a:gd name="connsiteX361" fmla="*/ 830243 w 2306082"/>
              <a:gd name="connsiteY361" fmla="*/ 1038001 h 1321594"/>
              <a:gd name="connsiteX362" fmla="*/ 830243 w 2306082"/>
              <a:gd name="connsiteY362" fmla="*/ 981417 h 1321594"/>
              <a:gd name="connsiteX363" fmla="*/ 849104 w 2306082"/>
              <a:gd name="connsiteY363" fmla="*/ 953126 h 1321594"/>
              <a:gd name="connsiteX364" fmla="*/ 849104 w 2306082"/>
              <a:gd name="connsiteY364" fmla="*/ 934264 h 1321594"/>
              <a:gd name="connsiteX365" fmla="*/ 877396 w 2306082"/>
              <a:gd name="connsiteY365" fmla="*/ 905971 h 1321594"/>
              <a:gd name="connsiteX366" fmla="*/ 896257 w 2306082"/>
              <a:gd name="connsiteY366" fmla="*/ 887110 h 1321594"/>
              <a:gd name="connsiteX367" fmla="*/ 924550 w 2306082"/>
              <a:gd name="connsiteY367" fmla="*/ 868249 h 1321594"/>
              <a:gd name="connsiteX368" fmla="*/ 971703 w 2306082"/>
              <a:gd name="connsiteY368" fmla="*/ 849388 h 1321594"/>
              <a:gd name="connsiteX369" fmla="*/ 999995 w 2306082"/>
              <a:gd name="connsiteY369" fmla="*/ 830526 h 1321594"/>
              <a:gd name="connsiteX370" fmla="*/ 1047149 w 2306082"/>
              <a:gd name="connsiteY370" fmla="*/ 811665 h 1321594"/>
              <a:gd name="connsiteX371" fmla="*/ 1094302 w 2306082"/>
              <a:gd name="connsiteY371" fmla="*/ 811665 h 1321594"/>
              <a:gd name="connsiteX372" fmla="*/ 1141456 w 2306082"/>
              <a:gd name="connsiteY372" fmla="*/ 792803 h 1321594"/>
              <a:gd name="connsiteX373" fmla="*/ 1179178 w 2306082"/>
              <a:gd name="connsiteY373" fmla="*/ 783373 h 1321594"/>
              <a:gd name="connsiteX374" fmla="*/ 1216901 w 2306082"/>
              <a:gd name="connsiteY374" fmla="*/ 773942 h 1321594"/>
              <a:gd name="connsiteX375" fmla="*/ 1480961 w 2306082"/>
              <a:gd name="connsiteY375" fmla="*/ 773942 h 1321594"/>
              <a:gd name="connsiteX376" fmla="*/ 1490391 w 2306082"/>
              <a:gd name="connsiteY376" fmla="*/ 783373 h 1321594"/>
              <a:gd name="connsiteX377" fmla="*/ 1499822 w 2306082"/>
              <a:gd name="connsiteY377" fmla="*/ 792803 h 1321594"/>
              <a:gd name="connsiteX378" fmla="*/ 1499822 w 2306082"/>
              <a:gd name="connsiteY378" fmla="*/ 830526 h 1321594"/>
              <a:gd name="connsiteX379" fmla="*/ 1480961 w 2306082"/>
              <a:gd name="connsiteY379" fmla="*/ 849388 h 1321594"/>
              <a:gd name="connsiteX380" fmla="*/ 1443238 w 2306082"/>
              <a:gd name="connsiteY380" fmla="*/ 877680 h 1321594"/>
              <a:gd name="connsiteX381" fmla="*/ 1405515 w 2306082"/>
              <a:gd name="connsiteY381" fmla="*/ 896541 h 1321594"/>
              <a:gd name="connsiteX382" fmla="*/ 1396084 w 2306082"/>
              <a:gd name="connsiteY382" fmla="*/ 915402 h 1321594"/>
              <a:gd name="connsiteX383" fmla="*/ 1367792 w 2306082"/>
              <a:gd name="connsiteY383" fmla="*/ 934264 h 1321594"/>
              <a:gd name="connsiteX384" fmla="*/ 1339500 w 2306082"/>
              <a:gd name="connsiteY384" fmla="*/ 953126 h 1321594"/>
              <a:gd name="connsiteX385" fmla="*/ 1311208 w 2306082"/>
              <a:gd name="connsiteY385" fmla="*/ 971987 h 1321594"/>
              <a:gd name="connsiteX386" fmla="*/ 1292347 w 2306082"/>
              <a:gd name="connsiteY386" fmla="*/ 981417 h 1321594"/>
              <a:gd name="connsiteX387" fmla="*/ 1273485 w 2306082"/>
              <a:gd name="connsiteY387" fmla="*/ 1000279 h 1321594"/>
              <a:gd name="connsiteX388" fmla="*/ 1245193 w 2306082"/>
              <a:gd name="connsiteY388" fmla="*/ 1019140 h 1321594"/>
              <a:gd name="connsiteX389" fmla="*/ 1207471 w 2306082"/>
              <a:gd name="connsiteY389" fmla="*/ 1038001 h 1321594"/>
              <a:gd name="connsiteX390" fmla="*/ 1188609 w 2306082"/>
              <a:gd name="connsiteY390" fmla="*/ 1047432 h 1321594"/>
              <a:gd name="connsiteX391" fmla="*/ 1179178 w 2306082"/>
              <a:gd name="connsiteY391" fmla="*/ 1047432 h 1321594"/>
              <a:gd name="connsiteX392" fmla="*/ 1160317 w 2306082"/>
              <a:gd name="connsiteY392" fmla="*/ 1056863 h 1321594"/>
              <a:gd name="connsiteX393" fmla="*/ 1028287 w 2306082"/>
              <a:gd name="connsiteY393" fmla="*/ 1056863 h 1321594"/>
              <a:gd name="connsiteX394" fmla="*/ 999995 w 2306082"/>
              <a:gd name="connsiteY394" fmla="*/ 1038001 h 1321594"/>
              <a:gd name="connsiteX395" fmla="*/ 981134 w 2306082"/>
              <a:gd name="connsiteY395" fmla="*/ 1038001 h 1321594"/>
              <a:gd name="connsiteX396" fmla="*/ 990564 w 2306082"/>
              <a:gd name="connsiteY396" fmla="*/ 1047432 h 1321594"/>
              <a:gd name="connsiteX397" fmla="*/ 981134 w 2306082"/>
              <a:gd name="connsiteY397" fmla="*/ 1056863 h 1321594"/>
              <a:gd name="connsiteX398" fmla="*/ 981134 w 2306082"/>
              <a:gd name="connsiteY398" fmla="*/ 1047432 h 1321594"/>
              <a:gd name="connsiteX399" fmla="*/ 971703 w 2306082"/>
              <a:gd name="connsiteY399" fmla="*/ 1038001 h 1321594"/>
              <a:gd name="connsiteX400" fmla="*/ 962272 w 2306082"/>
              <a:gd name="connsiteY400" fmla="*/ 1028570 h 1321594"/>
              <a:gd name="connsiteX401" fmla="*/ 962272 w 2306082"/>
              <a:gd name="connsiteY401" fmla="*/ 971987 h 1321594"/>
              <a:gd name="connsiteX402" fmla="*/ 971703 w 2306082"/>
              <a:gd name="connsiteY402" fmla="*/ 943694 h 1321594"/>
              <a:gd name="connsiteX403" fmla="*/ 990564 w 2306082"/>
              <a:gd name="connsiteY403" fmla="*/ 924833 h 1321594"/>
              <a:gd name="connsiteX404" fmla="*/ 1009426 w 2306082"/>
              <a:gd name="connsiteY404" fmla="*/ 905971 h 1321594"/>
              <a:gd name="connsiteX405" fmla="*/ 1028287 w 2306082"/>
              <a:gd name="connsiteY405" fmla="*/ 896541 h 1321594"/>
              <a:gd name="connsiteX406" fmla="*/ 1056579 w 2306082"/>
              <a:gd name="connsiteY406" fmla="*/ 887110 h 1321594"/>
              <a:gd name="connsiteX407" fmla="*/ 1094302 w 2306082"/>
              <a:gd name="connsiteY407" fmla="*/ 877680 h 1321594"/>
              <a:gd name="connsiteX408" fmla="*/ 1113163 w 2306082"/>
              <a:gd name="connsiteY408" fmla="*/ 858818 h 1321594"/>
              <a:gd name="connsiteX409" fmla="*/ 1169748 w 2306082"/>
              <a:gd name="connsiteY409" fmla="*/ 858818 h 1321594"/>
              <a:gd name="connsiteX410" fmla="*/ 1216901 w 2306082"/>
              <a:gd name="connsiteY410" fmla="*/ 839957 h 1321594"/>
              <a:gd name="connsiteX411" fmla="*/ 1282916 w 2306082"/>
              <a:gd name="connsiteY411" fmla="*/ 821095 h 1321594"/>
              <a:gd name="connsiteX412" fmla="*/ 1330069 w 2306082"/>
              <a:gd name="connsiteY412" fmla="*/ 802234 h 1321594"/>
              <a:gd name="connsiteX413" fmla="*/ 1641282 w 2306082"/>
              <a:gd name="connsiteY413" fmla="*/ 811665 h 1321594"/>
              <a:gd name="connsiteX414" fmla="*/ 1641282 w 2306082"/>
              <a:gd name="connsiteY414" fmla="*/ 830526 h 1321594"/>
              <a:gd name="connsiteX415" fmla="*/ 1631852 w 2306082"/>
              <a:gd name="connsiteY415" fmla="*/ 849388 h 1321594"/>
              <a:gd name="connsiteX416" fmla="*/ 1612990 w 2306082"/>
              <a:gd name="connsiteY416" fmla="*/ 868249 h 1321594"/>
              <a:gd name="connsiteX417" fmla="*/ 1603559 w 2306082"/>
              <a:gd name="connsiteY417" fmla="*/ 877680 h 1321594"/>
              <a:gd name="connsiteX418" fmla="*/ 1584698 w 2306082"/>
              <a:gd name="connsiteY418" fmla="*/ 896541 h 1321594"/>
              <a:gd name="connsiteX419" fmla="*/ 1575268 w 2306082"/>
              <a:gd name="connsiteY419" fmla="*/ 905971 h 1321594"/>
              <a:gd name="connsiteX420" fmla="*/ 1528114 w 2306082"/>
              <a:gd name="connsiteY420" fmla="*/ 934264 h 1321594"/>
              <a:gd name="connsiteX421" fmla="*/ 1480961 w 2306082"/>
              <a:gd name="connsiteY421" fmla="*/ 953126 h 1321594"/>
              <a:gd name="connsiteX422" fmla="*/ 1433807 w 2306082"/>
              <a:gd name="connsiteY422" fmla="*/ 981417 h 1321594"/>
              <a:gd name="connsiteX423" fmla="*/ 1396084 w 2306082"/>
              <a:gd name="connsiteY423" fmla="*/ 1000279 h 1321594"/>
              <a:gd name="connsiteX424" fmla="*/ 1339500 w 2306082"/>
              <a:gd name="connsiteY424" fmla="*/ 1028570 h 1321594"/>
              <a:gd name="connsiteX425" fmla="*/ 1292347 w 2306082"/>
              <a:gd name="connsiteY425" fmla="*/ 1038001 h 1321594"/>
              <a:gd name="connsiteX426" fmla="*/ 1245193 w 2306082"/>
              <a:gd name="connsiteY426" fmla="*/ 1047432 h 1321594"/>
              <a:gd name="connsiteX427" fmla="*/ 1188609 w 2306082"/>
              <a:gd name="connsiteY427" fmla="*/ 1056863 h 1321594"/>
              <a:gd name="connsiteX428" fmla="*/ 1132025 w 2306082"/>
              <a:gd name="connsiteY428" fmla="*/ 1066294 h 1321594"/>
              <a:gd name="connsiteX429" fmla="*/ 1009426 w 2306082"/>
              <a:gd name="connsiteY429" fmla="*/ 1066294 h 1321594"/>
              <a:gd name="connsiteX430" fmla="*/ 971703 w 2306082"/>
              <a:gd name="connsiteY430" fmla="*/ 1085155 h 1321594"/>
              <a:gd name="connsiteX431" fmla="*/ 943411 w 2306082"/>
              <a:gd name="connsiteY431" fmla="*/ 1094586 h 1321594"/>
              <a:gd name="connsiteX432" fmla="*/ 915119 w 2306082"/>
              <a:gd name="connsiteY432" fmla="*/ 1085155 h 1321594"/>
              <a:gd name="connsiteX433" fmla="*/ 867965 w 2306082"/>
              <a:gd name="connsiteY433" fmla="*/ 1075724 h 1321594"/>
              <a:gd name="connsiteX434" fmla="*/ 830243 w 2306082"/>
              <a:gd name="connsiteY434" fmla="*/ 1056863 h 1321594"/>
              <a:gd name="connsiteX435" fmla="*/ 792520 w 2306082"/>
              <a:gd name="connsiteY435" fmla="*/ 1038001 h 1321594"/>
              <a:gd name="connsiteX436" fmla="*/ 745366 w 2306082"/>
              <a:gd name="connsiteY436" fmla="*/ 1019140 h 1321594"/>
              <a:gd name="connsiteX437" fmla="*/ 688782 w 2306082"/>
              <a:gd name="connsiteY437" fmla="*/ 981417 h 1321594"/>
              <a:gd name="connsiteX438" fmla="*/ 632198 w 2306082"/>
              <a:gd name="connsiteY438" fmla="*/ 934264 h 1321594"/>
              <a:gd name="connsiteX439" fmla="*/ 603906 w 2306082"/>
              <a:gd name="connsiteY439" fmla="*/ 915402 h 1321594"/>
              <a:gd name="connsiteX440" fmla="*/ 556753 w 2306082"/>
              <a:gd name="connsiteY440" fmla="*/ 877680 h 1321594"/>
              <a:gd name="connsiteX441" fmla="*/ 537891 w 2306082"/>
              <a:gd name="connsiteY441" fmla="*/ 849388 h 1321594"/>
              <a:gd name="connsiteX442" fmla="*/ 537891 w 2306082"/>
              <a:gd name="connsiteY442" fmla="*/ 830526 h 1321594"/>
              <a:gd name="connsiteX443" fmla="*/ 528460 w 2306082"/>
              <a:gd name="connsiteY443" fmla="*/ 811665 h 1321594"/>
              <a:gd name="connsiteX444" fmla="*/ 528460 w 2306082"/>
              <a:gd name="connsiteY444" fmla="*/ 764512 h 1321594"/>
              <a:gd name="connsiteX445" fmla="*/ 537891 w 2306082"/>
              <a:gd name="connsiteY445" fmla="*/ 736219 h 1321594"/>
              <a:gd name="connsiteX446" fmla="*/ 556753 w 2306082"/>
              <a:gd name="connsiteY446" fmla="*/ 689066 h 1321594"/>
              <a:gd name="connsiteX447" fmla="*/ 575614 w 2306082"/>
              <a:gd name="connsiteY447" fmla="*/ 651343 h 1321594"/>
              <a:gd name="connsiteX448" fmla="*/ 594475 w 2306082"/>
              <a:gd name="connsiteY448" fmla="*/ 632481 h 1321594"/>
              <a:gd name="connsiteX449" fmla="*/ 613337 w 2306082"/>
              <a:gd name="connsiteY449" fmla="*/ 604190 h 1321594"/>
              <a:gd name="connsiteX450" fmla="*/ 641629 w 2306082"/>
              <a:gd name="connsiteY450" fmla="*/ 575897 h 1321594"/>
              <a:gd name="connsiteX451" fmla="*/ 660490 w 2306082"/>
              <a:gd name="connsiteY451" fmla="*/ 557036 h 1321594"/>
              <a:gd name="connsiteX452" fmla="*/ 688782 w 2306082"/>
              <a:gd name="connsiteY452" fmla="*/ 538175 h 1321594"/>
              <a:gd name="connsiteX453" fmla="*/ 745366 w 2306082"/>
              <a:gd name="connsiteY453" fmla="*/ 509883 h 1321594"/>
              <a:gd name="connsiteX454" fmla="*/ 811381 w 2306082"/>
              <a:gd name="connsiteY454" fmla="*/ 472160 h 1321594"/>
              <a:gd name="connsiteX455" fmla="*/ 867965 w 2306082"/>
              <a:gd name="connsiteY455" fmla="*/ 453299 h 1321594"/>
              <a:gd name="connsiteX456" fmla="*/ 1386653 w 2306082"/>
              <a:gd name="connsiteY456" fmla="*/ 453299 h 1321594"/>
              <a:gd name="connsiteX457" fmla="*/ 1443238 w 2306082"/>
              <a:gd name="connsiteY457" fmla="*/ 443868 h 1321594"/>
              <a:gd name="connsiteX458" fmla="*/ 1546975 w 2306082"/>
              <a:gd name="connsiteY458" fmla="*/ 443868 h 1321594"/>
              <a:gd name="connsiteX459" fmla="*/ 1565837 w 2306082"/>
              <a:gd name="connsiteY459" fmla="*/ 453299 h 1321594"/>
              <a:gd name="connsiteX460" fmla="*/ 1556406 w 2306082"/>
              <a:gd name="connsiteY460" fmla="*/ 472160 h 1321594"/>
              <a:gd name="connsiteX461" fmla="*/ 1575268 w 2306082"/>
              <a:gd name="connsiteY461" fmla="*/ 491021 h 1321594"/>
              <a:gd name="connsiteX462" fmla="*/ 1594129 w 2306082"/>
              <a:gd name="connsiteY462" fmla="*/ 500452 h 1321594"/>
              <a:gd name="connsiteX463" fmla="*/ 1660144 w 2306082"/>
              <a:gd name="connsiteY463" fmla="*/ 509883 h 1321594"/>
              <a:gd name="connsiteX464" fmla="*/ 1612990 w 2306082"/>
              <a:gd name="connsiteY464" fmla="*/ 509883 h 1321594"/>
              <a:gd name="connsiteX465" fmla="*/ 1584698 w 2306082"/>
              <a:gd name="connsiteY465" fmla="*/ 519313 h 1321594"/>
              <a:gd name="connsiteX466" fmla="*/ 1556406 w 2306082"/>
              <a:gd name="connsiteY466" fmla="*/ 528744 h 1321594"/>
              <a:gd name="connsiteX467" fmla="*/ 1528114 w 2306082"/>
              <a:gd name="connsiteY467" fmla="*/ 538175 h 1321594"/>
              <a:gd name="connsiteX468" fmla="*/ 1499822 w 2306082"/>
              <a:gd name="connsiteY468" fmla="*/ 547605 h 1321594"/>
              <a:gd name="connsiteX469" fmla="*/ 1462099 w 2306082"/>
              <a:gd name="connsiteY469" fmla="*/ 547605 h 1321594"/>
              <a:gd name="connsiteX470" fmla="*/ 1424376 w 2306082"/>
              <a:gd name="connsiteY470" fmla="*/ 557036 h 1321594"/>
              <a:gd name="connsiteX471" fmla="*/ 1320639 w 2306082"/>
              <a:gd name="connsiteY471" fmla="*/ 557036 h 1321594"/>
              <a:gd name="connsiteX472" fmla="*/ 1235762 w 2306082"/>
              <a:gd name="connsiteY472" fmla="*/ 566467 h 1321594"/>
              <a:gd name="connsiteX473" fmla="*/ 1018856 w 2306082"/>
              <a:gd name="connsiteY473" fmla="*/ 566467 h 1321594"/>
              <a:gd name="connsiteX474" fmla="*/ 933980 w 2306082"/>
              <a:gd name="connsiteY474" fmla="*/ 547605 h 1321594"/>
              <a:gd name="connsiteX475" fmla="*/ 820812 w 2306082"/>
              <a:gd name="connsiteY475" fmla="*/ 528744 h 1321594"/>
              <a:gd name="connsiteX476" fmla="*/ 735936 w 2306082"/>
              <a:gd name="connsiteY476" fmla="*/ 519313 h 1321594"/>
              <a:gd name="connsiteX477" fmla="*/ 679352 w 2306082"/>
              <a:gd name="connsiteY477" fmla="*/ 519313 h 1321594"/>
              <a:gd name="connsiteX478" fmla="*/ 603906 w 2306082"/>
              <a:gd name="connsiteY478" fmla="*/ 509883 h 1321594"/>
              <a:gd name="connsiteX479" fmla="*/ 519030 w 2306082"/>
              <a:gd name="connsiteY479" fmla="*/ 509883 h 1321594"/>
              <a:gd name="connsiteX480" fmla="*/ 434154 w 2306082"/>
              <a:gd name="connsiteY480" fmla="*/ 491021 h 1321594"/>
              <a:gd name="connsiteX481" fmla="*/ 311554 w 2306082"/>
              <a:gd name="connsiteY481" fmla="*/ 453299 h 1321594"/>
              <a:gd name="connsiteX482" fmla="*/ 226678 w 2306082"/>
              <a:gd name="connsiteY482" fmla="*/ 434437 h 1321594"/>
              <a:gd name="connsiteX483" fmla="*/ 170094 w 2306082"/>
              <a:gd name="connsiteY483" fmla="*/ 406145 h 1321594"/>
              <a:gd name="connsiteX484" fmla="*/ 122941 w 2306082"/>
              <a:gd name="connsiteY484" fmla="*/ 387284 h 1321594"/>
              <a:gd name="connsiteX485" fmla="*/ 94649 w 2306082"/>
              <a:gd name="connsiteY485" fmla="*/ 377853 h 1321594"/>
              <a:gd name="connsiteX486" fmla="*/ 66357 w 2306082"/>
              <a:gd name="connsiteY486" fmla="*/ 368422 h 1321594"/>
              <a:gd name="connsiteX487" fmla="*/ 47495 w 2306082"/>
              <a:gd name="connsiteY487" fmla="*/ 358992 h 1321594"/>
              <a:gd name="connsiteX488" fmla="*/ 28634 w 2306082"/>
              <a:gd name="connsiteY488" fmla="*/ 349561 h 1321594"/>
              <a:gd name="connsiteX489" fmla="*/ 19203 w 2306082"/>
              <a:gd name="connsiteY489" fmla="*/ 340130 h 1321594"/>
              <a:gd name="connsiteX490" fmla="*/ 9772 w 2306082"/>
              <a:gd name="connsiteY490" fmla="*/ 340130 h 1321594"/>
              <a:gd name="connsiteX491" fmla="*/ 342 w 2306082"/>
              <a:gd name="connsiteY491" fmla="*/ 330699 h 1321594"/>
              <a:gd name="connsiteX492" fmla="*/ 342 w 2306082"/>
              <a:gd name="connsiteY492" fmla="*/ 274115 h 1321594"/>
              <a:gd name="connsiteX493" fmla="*/ 19203 w 2306082"/>
              <a:gd name="connsiteY493" fmla="*/ 264684 h 1321594"/>
              <a:gd name="connsiteX494" fmla="*/ 19203 w 2306082"/>
              <a:gd name="connsiteY494" fmla="*/ 245823 h 1321594"/>
              <a:gd name="connsiteX495" fmla="*/ 38064 w 2306082"/>
              <a:gd name="connsiteY495" fmla="*/ 236393 h 1321594"/>
              <a:gd name="connsiteX496" fmla="*/ 56926 w 2306082"/>
              <a:gd name="connsiteY496" fmla="*/ 226962 h 1321594"/>
              <a:gd name="connsiteX497" fmla="*/ 94649 w 2306082"/>
              <a:gd name="connsiteY497" fmla="*/ 198670 h 1321594"/>
              <a:gd name="connsiteX498" fmla="*/ 132371 w 2306082"/>
              <a:gd name="connsiteY498" fmla="*/ 170378 h 1321594"/>
              <a:gd name="connsiteX499" fmla="*/ 160663 w 2306082"/>
              <a:gd name="connsiteY499" fmla="*/ 170378 h 1321594"/>
              <a:gd name="connsiteX500" fmla="*/ 170094 w 2306082"/>
              <a:gd name="connsiteY500" fmla="*/ 160947 h 1321594"/>
              <a:gd name="connsiteX501" fmla="*/ 198386 w 2306082"/>
              <a:gd name="connsiteY501" fmla="*/ 151516 h 1321594"/>
              <a:gd name="connsiteX502" fmla="*/ 226678 w 2306082"/>
              <a:gd name="connsiteY502" fmla="*/ 142086 h 1321594"/>
              <a:gd name="connsiteX503" fmla="*/ 254970 w 2306082"/>
              <a:gd name="connsiteY503" fmla="*/ 132655 h 1321594"/>
              <a:gd name="connsiteX504" fmla="*/ 311554 w 2306082"/>
              <a:gd name="connsiteY504" fmla="*/ 132655 h 1321594"/>
              <a:gd name="connsiteX505" fmla="*/ 358708 w 2306082"/>
              <a:gd name="connsiteY505" fmla="*/ 123224 h 1321594"/>
              <a:gd name="connsiteX506" fmla="*/ 434154 w 2306082"/>
              <a:gd name="connsiteY506" fmla="*/ 132655 h 1321594"/>
              <a:gd name="connsiteX507" fmla="*/ 424723 w 2306082"/>
              <a:gd name="connsiteY507" fmla="*/ 132655 h 1321594"/>
              <a:gd name="connsiteX508" fmla="*/ 415292 w 2306082"/>
              <a:gd name="connsiteY508" fmla="*/ 123224 h 1321594"/>
              <a:gd name="connsiteX509" fmla="*/ 434154 w 2306082"/>
              <a:gd name="connsiteY509" fmla="*/ 123224 h 1321594"/>
              <a:gd name="connsiteX510" fmla="*/ 462446 w 2306082"/>
              <a:gd name="connsiteY510" fmla="*/ 113793 h 1321594"/>
              <a:gd name="connsiteX511" fmla="*/ 481307 w 2306082"/>
              <a:gd name="connsiteY511" fmla="*/ 94932 h 1321594"/>
              <a:gd name="connsiteX512" fmla="*/ 490738 w 2306082"/>
              <a:gd name="connsiteY512" fmla="*/ 85502 h 1321594"/>
              <a:gd name="connsiteX513" fmla="*/ 641629 w 2306082"/>
              <a:gd name="connsiteY513" fmla="*/ 85502 h 1321594"/>
              <a:gd name="connsiteX514" fmla="*/ 651059 w 2306082"/>
              <a:gd name="connsiteY514" fmla="*/ 94932 h 1321594"/>
              <a:gd name="connsiteX515" fmla="*/ 660490 w 2306082"/>
              <a:gd name="connsiteY515" fmla="*/ 104363 h 1321594"/>
              <a:gd name="connsiteX516" fmla="*/ 773659 w 2306082"/>
              <a:gd name="connsiteY516" fmla="*/ 104363 h 1321594"/>
              <a:gd name="connsiteX517" fmla="*/ 839673 w 2306082"/>
              <a:gd name="connsiteY517" fmla="*/ 113793 h 1321594"/>
              <a:gd name="connsiteX518" fmla="*/ 867965 w 2306082"/>
              <a:gd name="connsiteY518" fmla="*/ 123224 h 1321594"/>
              <a:gd name="connsiteX519" fmla="*/ 896257 w 2306082"/>
              <a:gd name="connsiteY519" fmla="*/ 123224 h 1321594"/>
              <a:gd name="connsiteX520" fmla="*/ 933980 w 2306082"/>
              <a:gd name="connsiteY520" fmla="*/ 132655 h 1321594"/>
              <a:gd name="connsiteX521" fmla="*/ 1433807 w 2306082"/>
              <a:gd name="connsiteY521" fmla="*/ 132655 h 1321594"/>
              <a:gd name="connsiteX522" fmla="*/ 1499822 w 2306082"/>
              <a:gd name="connsiteY522" fmla="*/ 123224 h 1321594"/>
              <a:gd name="connsiteX523" fmla="*/ 1556406 w 2306082"/>
              <a:gd name="connsiteY523" fmla="*/ 113793 h 1321594"/>
              <a:gd name="connsiteX524" fmla="*/ 1631852 w 2306082"/>
              <a:gd name="connsiteY524" fmla="*/ 104363 h 1321594"/>
              <a:gd name="connsiteX525" fmla="*/ 1679005 w 2306082"/>
              <a:gd name="connsiteY525" fmla="*/ 104363 h 1321594"/>
              <a:gd name="connsiteX526" fmla="*/ 1735589 w 2306082"/>
              <a:gd name="connsiteY526" fmla="*/ 94932 h 1321594"/>
              <a:gd name="connsiteX527" fmla="*/ 1801604 w 2306082"/>
              <a:gd name="connsiteY527" fmla="*/ 94932 h 1321594"/>
              <a:gd name="connsiteX528" fmla="*/ 1848758 w 2306082"/>
              <a:gd name="connsiteY528" fmla="*/ 85502 h 1321594"/>
              <a:gd name="connsiteX529" fmla="*/ 1914772 w 2306082"/>
              <a:gd name="connsiteY529" fmla="*/ 66640 h 1321594"/>
              <a:gd name="connsiteX530" fmla="*/ 1999649 w 2306082"/>
              <a:gd name="connsiteY530" fmla="*/ 66640 h 1321594"/>
              <a:gd name="connsiteX531" fmla="*/ 2056233 w 2306082"/>
              <a:gd name="connsiteY531" fmla="*/ 47779 h 1321594"/>
              <a:gd name="connsiteX532" fmla="*/ 2103386 w 2306082"/>
              <a:gd name="connsiteY532" fmla="*/ 47779 h 1321594"/>
              <a:gd name="connsiteX533" fmla="*/ 2141109 w 2306082"/>
              <a:gd name="connsiteY533" fmla="*/ 38348 h 1321594"/>
              <a:gd name="connsiteX534" fmla="*/ 2169401 w 2306082"/>
              <a:gd name="connsiteY534" fmla="*/ 28917 h 1321594"/>
              <a:gd name="connsiteX535" fmla="*/ 2216555 w 2306082"/>
              <a:gd name="connsiteY535" fmla="*/ 28917 h 1321594"/>
              <a:gd name="connsiteX536" fmla="*/ 2254277 w 2306082"/>
              <a:gd name="connsiteY536" fmla="*/ 19487 h 1321594"/>
              <a:gd name="connsiteX537" fmla="*/ 2263708 w 2306082"/>
              <a:gd name="connsiteY537" fmla="*/ 10056 h 1321594"/>
              <a:gd name="connsiteX538" fmla="*/ 2273139 w 2306082"/>
              <a:gd name="connsiteY538" fmla="*/ 19487 h 1321594"/>
              <a:gd name="connsiteX539" fmla="*/ 2282570 w 2306082"/>
              <a:gd name="connsiteY539" fmla="*/ 28917 h 1321594"/>
              <a:gd name="connsiteX540" fmla="*/ 2292000 w 2306082"/>
              <a:gd name="connsiteY540" fmla="*/ 19487 h 1321594"/>
              <a:gd name="connsiteX541" fmla="*/ 2301431 w 2306082"/>
              <a:gd name="connsiteY541" fmla="*/ 10056 h 1321594"/>
              <a:gd name="connsiteX542" fmla="*/ 2292000 w 2306082"/>
              <a:gd name="connsiteY542" fmla="*/ 10056 h 1321594"/>
              <a:gd name="connsiteX543" fmla="*/ 2282570 w 2306082"/>
              <a:gd name="connsiteY543" fmla="*/ 19487 h 1321594"/>
              <a:gd name="connsiteX544" fmla="*/ 2282570 w 2306082"/>
              <a:gd name="connsiteY544" fmla="*/ 28917 h 1321594"/>
              <a:gd name="connsiteX545" fmla="*/ 2273139 w 2306082"/>
              <a:gd name="connsiteY545" fmla="*/ 38348 h 1321594"/>
              <a:gd name="connsiteX546" fmla="*/ 2273139 w 2306082"/>
              <a:gd name="connsiteY546" fmla="*/ 57209 h 1321594"/>
              <a:gd name="connsiteX547" fmla="*/ 2263708 w 2306082"/>
              <a:gd name="connsiteY547" fmla="*/ 66640 h 1321594"/>
              <a:gd name="connsiteX548" fmla="*/ 2254277 w 2306082"/>
              <a:gd name="connsiteY548" fmla="*/ 76071 h 1321594"/>
              <a:gd name="connsiteX549" fmla="*/ 2244847 w 2306082"/>
              <a:gd name="connsiteY549" fmla="*/ 85502 h 1321594"/>
              <a:gd name="connsiteX550" fmla="*/ 2235416 w 2306082"/>
              <a:gd name="connsiteY550" fmla="*/ 113793 h 1321594"/>
              <a:gd name="connsiteX551" fmla="*/ 2225986 w 2306082"/>
              <a:gd name="connsiteY551" fmla="*/ 123224 h 1321594"/>
              <a:gd name="connsiteX552" fmla="*/ 2216555 w 2306082"/>
              <a:gd name="connsiteY552" fmla="*/ 142086 h 1321594"/>
              <a:gd name="connsiteX553" fmla="*/ 2207124 w 2306082"/>
              <a:gd name="connsiteY553" fmla="*/ 151516 h 1321594"/>
              <a:gd name="connsiteX554" fmla="*/ 2207124 w 2306082"/>
              <a:gd name="connsiteY554" fmla="*/ 179808 h 1321594"/>
              <a:gd name="connsiteX555" fmla="*/ 2197693 w 2306082"/>
              <a:gd name="connsiteY555" fmla="*/ 198670 h 1321594"/>
              <a:gd name="connsiteX556" fmla="*/ 2188263 w 2306082"/>
              <a:gd name="connsiteY556" fmla="*/ 217531 h 1321594"/>
              <a:gd name="connsiteX557" fmla="*/ 2178832 w 2306082"/>
              <a:gd name="connsiteY557" fmla="*/ 226962 h 1321594"/>
              <a:gd name="connsiteX558" fmla="*/ 2169401 w 2306082"/>
              <a:gd name="connsiteY558" fmla="*/ 245823 h 1321594"/>
              <a:gd name="connsiteX559" fmla="*/ 2169401 w 2306082"/>
              <a:gd name="connsiteY559" fmla="*/ 274115 h 1321594"/>
              <a:gd name="connsiteX560" fmla="*/ 2159971 w 2306082"/>
              <a:gd name="connsiteY560" fmla="*/ 283546 h 1321594"/>
              <a:gd name="connsiteX561" fmla="*/ 2159971 w 2306082"/>
              <a:gd name="connsiteY561" fmla="*/ 292977 h 1321594"/>
              <a:gd name="connsiteX562" fmla="*/ 2150540 w 2306082"/>
              <a:gd name="connsiteY562" fmla="*/ 302407 h 1321594"/>
              <a:gd name="connsiteX563" fmla="*/ 2150540 w 2306082"/>
              <a:gd name="connsiteY563" fmla="*/ 311838 h 1321594"/>
              <a:gd name="connsiteX564" fmla="*/ 2141109 w 2306082"/>
              <a:gd name="connsiteY564" fmla="*/ 321269 h 1321594"/>
              <a:gd name="connsiteX565" fmla="*/ 2131679 w 2306082"/>
              <a:gd name="connsiteY565" fmla="*/ 330699 h 1321594"/>
              <a:gd name="connsiteX566" fmla="*/ 2141109 w 2306082"/>
              <a:gd name="connsiteY566" fmla="*/ 349561 h 1321594"/>
              <a:gd name="connsiteX567" fmla="*/ 2141109 w 2306082"/>
              <a:gd name="connsiteY567" fmla="*/ 358992 h 1321594"/>
              <a:gd name="connsiteX568" fmla="*/ 2122248 w 2306082"/>
              <a:gd name="connsiteY568" fmla="*/ 368422 h 1321594"/>
              <a:gd name="connsiteX569" fmla="*/ 2112817 w 2306082"/>
              <a:gd name="connsiteY569" fmla="*/ 387284 h 1321594"/>
              <a:gd name="connsiteX570" fmla="*/ 2112817 w 2306082"/>
              <a:gd name="connsiteY570" fmla="*/ 406145 h 1321594"/>
              <a:gd name="connsiteX571" fmla="*/ 2103386 w 2306082"/>
              <a:gd name="connsiteY571" fmla="*/ 415576 h 1321594"/>
              <a:gd name="connsiteX572" fmla="*/ 2093956 w 2306082"/>
              <a:gd name="connsiteY572" fmla="*/ 425006 h 1321594"/>
              <a:gd name="connsiteX573" fmla="*/ 2084525 w 2306082"/>
              <a:gd name="connsiteY573" fmla="*/ 443868 h 1321594"/>
              <a:gd name="connsiteX574" fmla="*/ 2084525 w 2306082"/>
              <a:gd name="connsiteY574" fmla="*/ 453299 h 1321594"/>
              <a:gd name="connsiteX575" fmla="*/ 2075094 w 2306082"/>
              <a:gd name="connsiteY575" fmla="*/ 472160 h 1321594"/>
              <a:gd name="connsiteX576" fmla="*/ 2075094 w 2306082"/>
              <a:gd name="connsiteY576" fmla="*/ 491021 h 1321594"/>
              <a:gd name="connsiteX577" fmla="*/ 2065664 w 2306082"/>
              <a:gd name="connsiteY577" fmla="*/ 500452 h 1321594"/>
              <a:gd name="connsiteX578" fmla="*/ 2065664 w 2306082"/>
              <a:gd name="connsiteY578" fmla="*/ 519313 h 1321594"/>
              <a:gd name="connsiteX579" fmla="*/ 2056233 w 2306082"/>
              <a:gd name="connsiteY579" fmla="*/ 528744 h 1321594"/>
              <a:gd name="connsiteX580" fmla="*/ 2056233 w 2306082"/>
              <a:gd name="connsiteY580" fmla="*/ 538175 h 1321594"/>
              <a:gd name="connsiteX581" fmla="*/ 2046802 w 2306082"/>
              <a:gd name="connsiteY581" fmla="*/ 557036 h 1321594"/>
              <a:gd name="connsiteX582" fmla="*/ 2027941 w 2306082"/>
              <a:gd name="connsiteY582" fmla="*/ 623051 h 1321594"/>
              <a:gd name="connsiteX583" fmla="*/ 2018510 w 2306082"/>
              <a:gd name="connsiteY583" fmla="*/ 641912 h 1321594"/>
              <a:gd name="connsiteX584" fmla="*/ 2018510 w 2306082"/>
              <a:gd name="connsiteY584" fmla="*/ 651343 h 1321594"/>
              <a:gd name="connsiteX585" fmla="*/ 2009079 w 2306082"/>
              <a:gd name="connsiteY585" fmla="*/ 679635 h 1321594"/>
              <a:gd name="connsiteX586" fmla="*/ 2009079 w 2306082"/>
              <a:gd name="connsiteY586" fmla="*/ 905971 h 1321594"/>
              <a:gd name="connsiteX587" fmla="*/ 2018510 w 2306082"/>
              <a:gd name="connsiteY587" fmla="*/ 943694 h 1321594"/>
              <a:gd name="connsiteX588" fmla="*/ 2018510 w 2306082"/>
              <a:gd name="connsiteY588" fmla="*/ 1000279 h 1321594"/>
              <a:gd name="connsiteX589" fmla="*/ 2027941 w 2306082"/>
              <a:gd name="connsiteY589" fmla="*/ 1019140 h 1321594"/>
              <a:gd name="connsiteX590" fmla="*/ 2027941 w 2306082"/>
              <a:gd name="connsiteY590" fmla="*/ 1104016 h 1321594"/>
              <a:gd name="connsiteX591" fmla="*/ 2009079 w 2306082"/>
              <a:gd name="connsiteY591" fmla="*/ 1113447 h 1321594"/>
              <a:gd name="connsiteX592" fmla="*/ 2009079 w 2306082"/>
              <a:gd name="connsiteY592" fmla="*/ 1122877 h 1321594"/>
              <a:gd name="connsiteX593" fmla="*/ 1990218 w 2306082"/>
              <a:gd name="connsiteY593" fmla="*/ 1132308 h 1321594"/>
              <a:gd name="connsiteX594" fmla="*/ 1980787 w 2306082"/>
              <a:gd name="connsiteY594" fmla="*/ 1141739 h 1321594"/>
              <a:gd name="connsiteX595" fmla="*/ 1961926 w 2306082"/>
              <a:gd name="connsiteY595" fmla="*/ 1151170 h 1321594"/>
              <a:gd name="connsiteX596" fmla="*/ 1943065 w 2306082"/>
              <a:gd name="connsiteY596" fmla="*/ 1160600 h 1321594"/>
              <a:gd name="connsiteX597" fmla="*/ 1905342 w 2306082"/>
              <a:gd name="connsiteY597" fmla="*/ 1170032 h 1321594"/>
              <a:gd name="connsiteX598" fmla="*/ 1895911 w 2306082"/>
              <a:gd name="connsiteY598" fmla="*/ 1170032 h 1321594"/>
              <a:gd name="connsiteX599" fmla="*/ 1858188 w 2306082"/>
              <a:gd name="connsiteY599" fmla="*/ 1188893 h 1321594"/>
              <a:gd name="connsiteX600" fmla="*/ 1839327 w 2306082"/>
              <a:gd name="connsiteY600" fmla="*/ 1198323 h 1321594"/>
              <a:gd name="connsiteX601" fmla="*/ 1792174 w 2306082"/>
              <a:gd name="connsiteY601" fmla="*/ 1207754 h 1321594"/>
              <a:gd name="connsiteX602" fmla="*/ 1763881 w 2306082"/>
              <a:gd name="connsiteY602" fmla="*/ 1207754 h 1321594"/>
              <a:gd name="connsiteX603" fmla="*/ 1735589 w 2306082"/>
              <a:gd name="connsiteY603" fmla="*/ 1226615 h 1321594"/>
              <a:gd name="connsiteX604" fmla="*/ 1726159 w 2306082"/>
              <a:gd name="connsiteY604" fmla="*/ 1226615 h 1321594"/>
              <a:gd name="connsiteX605" fmla="*/ 1697866 w 2306082"/>
              <a:gd name="connsiteY605" fmla="*/ 1236046 h 1321594"/>
              <a:gd name="connsiteX606" fmla="*/ 1679005 w 2306082"/>
              <a:gd name="connsiteY606" fmla="*/ 1236046 h 1321594"/>
              <a:gd name="connsiteX607" fmla="*/ 1660144 w 2306082"/>
              <a:gd name="connsiteY607" fmla="*/ 1245476 h 1321594"/>
              <a:gd name="connsiteX608" fmla="*/ 1641282 w 2306082"/>
              <a:gd name="connsiteY608" fmla="*/ 1245476 h 1321594"/>
              <a:gd name="connsiteX609" fmla="*/ 1622421 w 2306082"/>
              <a:gd name="connsiteY609" fmla="*/ 1254907 h 1321594"/>
              <a:gd name="connsiteX610" fmla="*/ 1594129 w 2306082"/>
              <a:gd name="connsiteY610" fmla="*/ 1264338 h 1321594"/>
              <a:gd name="connsiteX611" fmla="*/ 1565837 w 2306082"/>
              <a:gd name="connsiteY611" fmla="*/ 1273769 h 1321594"/>
              <a:gd name="connsiteX612" fmla="*/ 1537545 w 2306082"/>
              <a:gd name="connsiteY612" fmla="*/ 1283200 h 1321594"/>
              <a:gd name="connsiteX613" fmla="*/ 1518683 w 2306082"/>
              <a:gd name="connsiteY613" fmla="*/ 1283200 h 1321594"/>
              <a:gd name="connsiteX614" fmla="*/ 1490391 w 2306082"/>
              <a:gd name="connsiteY614" fmla="*/ 1292630 h 1321594"/>
              <a:gd name="connsiteX615" fmla="*/ 1471530 w 2306082"/>
              <a:gd name="connsiteY615" fmla="*/ 1292630 h 1321594"/>
              <a:gd name="connsiteX616" fmla="*/ 1452668 w 2306082"/>
              <a:gd name="connsiteY616" fmla="*/ 1302061 h 1321594"/>
              <a:gd name="connsiteX617" fmla="*/ 1377223 w 2306082"/>
              <a:gd name="connsiteY617" fmla="*/ 1302061 h 1321594"/>
              <a:gd name="connsiteX618" fmla="*/ 1311208 w 2306082"/>
              <a:gd name="connsiteY618" fmla="*/ 1311492 h 1321594"/>
              <a:gd name="connsiteX619" fmla="*/ 1056579 w 2306082"/>
              <a:gd name="connsiteY619" fmla="*/ 1311492 h 1321594"/>
              <a:gd name="connsiteX620" fmla="*/ 999995 w 2306082"/>
              <a:gd name="connsiteY620" fmla="*/ 1320922 h 1321594"/>
              <a:gd name="connsiteX621" fmla="*/ 924550 w 2306082"/>
              <a:gd name="connsiteY621" fmla="*/ 1320922 h 1321594"/>
              <a:gd name="connsiteX622" fmla="*/ 877396 w 2306082"/>
              <a:gd name="connsiteY622" fmla="*/ 1311492 h 1321594"/>
              <a:gd name="connsiteX623" fmla="*/ 849104 w 2306082"/>
              <a:gd name="connsiteY623" fmla="*/ 1311492 h 1321594"/>
              <a:gd name="connsiteX624" fmla="*/ 811381 w 2306082"/>
              <a:gd name="connsiteY624" fmla="*/ 1302061 h 1321594"/>
              <a:gd name="connsiteX625" fmla="*/ 783089 w 2306082"/>
              <a:gd name="connsiteY625" fmla="*/ 1292630 h 1321594"/>
              <a:gd name="connsiteX626" fmla="*/ 745366 w 2306082"/>
              <a:gd name="connsiteY626" fmla="*/ 1292630 h 1321594"/>
              <a:gd name="connsiteX627" fmla="*/ 735936 w 2306082"/>
              <a:gd name="connsiteY627" fmla="*/ 1283200 h 1321594"/>
              <a:gd name="connsiteX628" fmla="*/ 679352 w 2306082"/>
              <a:gd name="connsiteY628" fmla="*/ 1283200 h 1321594"/>
              <a:gd name="connsiteX629" fmla="*/ 651059 w 2306082"/>
              <a:gd name="connsiteY629" fmla="*/ 1273769 h 1321594"/>
              <a:gd name="connsiteX630" fmla="*/ 603906 w 2306082"/>
              <a:gd name="connsiteY630" fmla="*/ 1273769 h 1321594"/>
              <a:gd name="connsiteX631" fmla="*/ 594475 w 2306082"/>
              <a:gd name="connsiteY631" fmla="*/ 1264338 h 1321594"/>
              <a:gd name="connsiteX632" fmla="*/ 575614 w 2306082"/>
              <a:gd name="connsiteY632" fmla="*/ 1264338 h 1321594"/>
              <a:gd name="connsiteX633" fmla="*/ 566183 w 2306082"/>
              <a:gd name="connsiteY633" fmla="*/ 1254907 h 1321594"/>
              <a:gd name="connsiteX634" fmla="*/ 556753 w 2306082"/>
              <a:gd name="connsiteY634" fmla="*/ 1254907 h 1321594"/>
              <a:gd name="connsiteX635" fmla="*/ 537891 w 2306082"/>
              <a:gd name="connsiteY635" fmla="*/ 1245476 h 1321594"/>
              <a:gd name="connsiteX636" fmla="*/ 528460 w 2306082"/>
              <a:gd name="connsiteY636" fmla="*/ 1245476 h 1321594"/>
              <a:gd name="connsiteX637" fmla="*/ 519030 w 2306082"/>
              <a:gd name="connsiteY637" fmla="*/ 1236046 h 1321594"/>
              <a:gd name="connsiteX638" fmla="*/ 519030 w 2306082"/>
              <a:gd name="connsiteY638" fmla="*/ 1226615 h 1321594"/>
              <a:gd name="connsiteX639" fmla="*/ 500168 w 2306082"/>
              <a:gd name="connsiteY639" fmla="*/ 1217184 h 1321594"/>
              <a:gd name="connsiteX640" fmla="*/ 490738 w 2306082"/>
              <a:gd name="connsiteY640" fmla="*/ 1217184 h 1321594"/>
              <a:gd name="connsiteX641" fmla="*/ 481307 w 2306082"/>
              <a:gd name="connsiteY641" fmla="*/ 1198323 h 1321594"/>
              <a:gd name="connsiteX642" fmla="*/ 462446 w 2306082"/>
              <a:gd name="connsiteY642" fmla="*/ 1198323 h 1321594"/>
              <a:gd name="connsiteX643" fmla="*/ 453015 w 2306082"/>
              <a:gd name="connsiteY643" fmla="*/ 1188893 h 1321594"/>
              <a:gd name="connsiteX644" fmla="*/ 443584 w 2306082"/>
              <a:gd name="connsiteY644" fmla="*/ 1179462 h 1321594"/>
              <a:gd name="connsiteX645" fmla="*/ 424723 w 2306082"/>
              <a:gd name="connsiteY645" fmla="*/ 1170032 h 1321594"/>
              <a:gd name="connsiteX646" fmla="*/ 415292 w 2306082"/>
              <a:gd name="connsiteY646" fmla="*/ 1179462 h 1321594"/>
              <a:gd name="connsiteX647" fmla="*/ 387000 w 2306082"/>
              <a:gd name="connsiteY647" fmla="*/ 1179462 h 1321594"/>
              <a:gd name="connsiteX648" fmla="*/ 377569 w 2306082"/>
              <a:gd name="connsiteY648" fmla="*/ 1170032 h 1321594"/>
              <a:gd name="connsiteX649" fmla="*/ 368139 w 2306082"/>
              <a:gd name="connsiteY649" fmla="*/ 1151170 h 1321594"/>
              <a:gd name="connsiteX650" fmla="*/ 349277 w 2306082"/>
              <a:gd name="connsiteY650" fmla="*/ 1151170 h 1321594"/>
              <a:gd name="connsiteX651" fmla="*/ 339847 w 2306082"/>
              <a:gd name="connsiteY651" fmla="*/ 1141739 h 1321594"/>
              <a:gd name="connsiteX652" fmla="*/ 320985 w 2306082"/>
              <a:gd name="connsiteY652" fmla="*/ 1132308 h 1321594"/>
              <a:gd name="connsiteX653" fmla="*/ 302124 w 2306082"/>
              <a:gd name="connsiteY653" fmla="*/ 1113447 h 1321594"/>
              <a:gd name="connsiteX654" fmla="*/ 292693 w 2306082"/>
              <a:gd name="connsiteY654" fmla="*/ 1094586 h 1321594"/>
              <a:gd name="connsiteX655" fmla="*/ 273832 w 2306082"/>
              <a:gd name="connsiteY655" fmla="*/ 1094586 h 1321594"/>
              <a:gd name="connsiteX656" fmla="*/ 264401 w 2306082"/>
              <a:gd name="connsiteY656" fmla="*/ 1075724 h 1321594"/>
              <a:gd name="connsiteX657" fmla="*/ 254970 w 2306082"/>
              <a:gd name="connsiteY657" fmla="*/ 1066294 h 1321594"/>
              <a:gd name="connsiteX658" fmla="*/ 236109 w 2306082"/>
              <a:gd name="connsiteY658" fmla="*/ 1038001 h 1321594"/>
              <a:gd name="connsiteX659" fmla="*/ 226678 w 2306082"/>
              <a:gd name="connsiteY659" fmla="*/ 1028570 h 1321594"/>
              <a:gd name="connsiteX660" fmla="*/ 226678 w 2306082"/>
              <a:gd name="connsiteY660" fmla="*/ 990848 h 1321594"/>
              <a:gd name="connsiteX661" fmla="*/ 207817 w 2306082"/>
              <a:gd name="connsiteY661" fmla="*/ 962556 h 1321594"/>
              <a:gd name="connsiteX662" fmla="*/ 188956 w 2306082"/>
              <a:gd name="connsiteY662" fmla="*/ 943694 h 1321594"/>
              <a:gd name="connsiteX663" fmla="*/ 188956 w 2306082"/>
              <a:gd name="connsiteY663" fmla="*/ 924833 h 1321594"/>
              <a:gd name="connsiteX664" fmla="*/ 179525 w 2306082"/>
              <a:gd name="connsiteY664" fmla="*/ 915402 h 1321594"/>
              <a:gd name="connsiteX665" fmla="*/ 188956 w 2306082"/>
              <a:gd name="connsiteY665" fmla="*/ 896541 h 1321594"/>
              <a:gd name="connsiteX666" fmla="*/ 198386 w 2306082"/>
              <a:gd name="connsiteY666" fmla="*/ 887110 h 1321594"/>
              <a:gd name="connsiteX667" fmla="*/ 179525 w 2306082"/>
              <a:gd name="connsiteY667" fmla="*/ 877680 h 1321594"/>
              <a:gd name="connsiteX668" fmla="*/ 170094 w 2306082"/>
              <a:gd name="connsiteY668" fmla="*/ 868249 h 1321594"/>
              <a:gd name="connsiteX669" fmla="*/ 179525 w 2306082"/>
              <a:gd name="connsiteY669" fmla="*/ 792803 h 1321594"/>
              <a:gd name="connsiteX670" fmla="*/ 188956 w 2306082"/>
              <a:gd name="connsiteY670" fmla="*/ 783373 h 1321594"/>
              <a:gd name="connsiteX671" fmla="*/ 188956 w 2306082"/>
              <a:gd name="connsiteY671" fmla="*/ 707927 h 1321594"/>
              <a:gd name="connsiteX672" fmla="*/ 198386 w 2306082"/>
              <a:gd name="connsiteY672" fmla="*/ 679635 h 1321594"/>
              <a:gd name="connsiteX673" fmla="*/ 198386 w 2306082"/>
              <a:gd name="connsiteY673" fmla="*/ 641912 h 1321594"/>
              <a:gd name="connsiteX674" fmla="*/ 207817 w 2306082"/>
              <a:gd name="connsiteY674" fmla="*/ 623051 h 1321594"/>
              <a:gd name="connsiteX675" fmla="*/ 217248 w 2306082"/>
              <a:gd name="connsiteY675" fmla="*/ 604190 h 1321594"/>
              <a:gd name="connsiteX676" fmla="*/ 217248 w 2306082"/>
              <a:gd name="connsiteY676" fmla="*/ 585328 h 1321594"/>
              <a:gd name="connsiteX677" fmla="*/ 236109 w 2306082"/>
              <a:gd name="connsiteY677" fmla="*/ 557036 h 1321594"/>
              <a:gd name="connsiteX678" fmla="*/ 245540 w 2306082"/>
              <a:gd name="connsiteY678" fmla="*/ 538175 h 1321594"/>
              <a:gd name="connsiteX679" fmla="*/ 254970 w 2306082"/>
              <a:gd name="connsiteY679" fmla="*/ 519313 h 1321594"/>
              <a:gd name="connsiteX680" fmla="*/ 254970 w 2306082"/>
              <a:gd name="connsiteY680" fmla="*/ 509883 h 1321594"/>
              <a:gd name="connsiteX681" fmla="*/ 264401 w 2306082"/>
              <a:gd name="connsiteY681" fmla="*/ 491021 h 1321594"/>
              <a:gd name="connsiteX682" fmla="*/ 273832 w 2306082"/>
              <a:gd name="connsiteY682" fmla="*/ 481590 h 1321594"/>
              <a:gd name="connsiteX683" fmla="*/ 273832 w 2306082"/>
              <a:gd name="connsiteY683" fmla="*/ 472160 h 1321594"/>
              <a:gd name="connsiteX684" fmla="*/ 292693 w 2306082"/>
              <a:gd name="connsiteY684" fmla="*/ 453299 h 1321594"/>
              <a:gd name="connsiteX685" fmla="*/ 311554 w 2306082"/>
              <a:gd name="connsiteY685" fmla="*/ 434437 h 1321594"/>
              <a:gd name="connsiteX686" fmla="*/ 320985 w 2306082"/>
              <a:gd name="connsiteY686" fmla="*/ 415576 h 1321594"/>
              <a:gd name="connsiteX687" fmla="*/ 330416 w 2306082"/>
              <a:gd name="connsiteY687" fmla="*/ 406145 h 1321594"/>
              <a:gd name="connsiteX688" fmla="*/ 339847 w 2306082"/>
              <a:gd name="connsiteY688" fmla="*/ 396714 h 1321594"/>
              <a:gd name="connsiteX689" fmla="*/ 339847 w 2306082"/>
              <a:gd name="connsiteY689" fmla="*/ 377853 h 1321594"/>
              <a:gd name="connsiteX690" fmla="*/ 358708 w 2306082"/>
              <a:gd name="connsiteY690" fmla="*/ 368422 h 1321594"/>
              <a:gd name="connsiteX691" fmla="*/ 368139 w 2306082"/>
              <a:gd name="connsiteY691" fmla="*/ 358992 h 1321594"/>
              <a:gd name="connsiteX692" fmla="*/ 377569 w 2306082"/>
              <a:gd name="connsiteY692" fmla="*/ 340130 h 1321594"/>
              <a:gd name="connsiteX693" fmla="*/ 387000 w 2306082"/>
              <a:gd name="connsiteY693" fmla="*/ 330699 h 1321594"/>
              <a:gd name="connsiteX694" fmla="*/ 415292 w 2306082"/>
              <a:gd name="connsiteY694" fmla="*/ 311838 h 1321594"/>
              <a:gd name="connsiteX695" fmla="*/ 424723 w 2306082"/>
              <a:gd name="connsiteY695" fmla="*/ 302407 h 1321594"/>
              <a:gd name="connsiteX696" fmla="*/ 434154 w 2306082"/>
              <a:gd name="connsiteY696" fmla="*/ 311838 h 1321594"/>
              <a:gd name="connsiteX697" fmla="*/ 443584 w 2306082"/>
              <a:gd name="connsiteY697" fmla="*/ 311838 h 1321594"/>
              <a:gd name="connsiteX698" fmla="*/ 462446 w 2306082"/>
              <a:gd name="connsiteY698" fmla="*/ 302407 h 1321594"/>
              <a:gd name="connsiteX699" fmla="*/ 481307 w 2306082"/>
              <a:gd name="connsiteY699" fmla="*/ 283546 h 1321594"/>
              <a:gd name="connsiteX700" fmla="*/ 490738 w 2306082"/>
              <a:gd name="connsiteY700" fmla="*/ 264684 h 1321594"/>
              <a:gd name="connsiteX701" fmla="*/ 500168 w 2306082"/>
              <a:gd name="connsiteY701" fmla="*/ 255254 h 1321594"/>
              <a:gd name="connsiteX702" fmla="*/ 519030 w 2306082"/>
              <a:gd name="connsiteY702" fmla="*/ 255254 h 1321594"/>
              <a:gd name="connsiteX703" fmla="*/ 528460 w 2306082"/>
              <a:gd name="connsiteY703" fmla="*/ 245823 h 1321594"/>
              <a:gd name="connsiteX704" fmla="*/ 537891 w 2306082"/>
              <a:gd name="connsiteY704" fmla="*/ 236393 h 1321594"/>
              <a:gd name="connsiteX705" fmla="*/ 556753 w 2306082"/>
              <a:gd name="connsiteY705" fmla="*/ 226962 h 1321594"/>
              <a:gd name="connsiteX706" fmla="*/ 575614 w 2306082"/>
              <a:gd name="connsiteY706" fmla="*/ 217531 h 1321594"/>
              <a:gd name="connsiteX707" fmla="*/ 594475 w 2306082"/>
              <a:gd name="connsiteY707" fmla="*/ 217531 h 1321594"/>
              <a:gd name="connsiteX708" fmla="*/ 603906 w 2306082"/>
              <a:gd name="connsiteY708" fmla="*/ 208100 h 1321594"/>
              <a:gd name="connsiteX709" fmla="*/ 613337 w 2306082"/>
              <a:gd name="connsiteY709" fmla="*/ 208100 h 1321594"/>
              <a:gd name="connsiteX710" fmla="*/ 632198 w 2306082"/>
              <a:gd name="connsiteY710" fmla="*/ 189239 h 1321594"/>
              <a:gd name="connsiteX711" fmla="*/ 641629 w 2306082"/>
              <a:gd name="connsiteY711" fmla="*/ 189239 h 1321594"/>
              <a:gd name="connsiteX712" fmla="*/ 660490 w 2306082"/>
              <a:gd name="connsiteY712" fmla="*/ 179808 h 1321594"/>
              <a:gd name="connsiteX713" fmla="*/ 669921 w 2306082"/>
              <a:gd name="connsiteY713" fmla="*/ 179808 h 1321594"/>
              <a:gd name="connsiteX714" fmla="*/ 698213 w 2306082"/>
              <a:gd name="connsiteY714" fmla="*/ 170378 h 1321594"/>
              <a:gd name="connsiteX715" fmla="*/ 707644 w 2306082"/>
              <a:gd name="connsiteY715" fmla="*/ 160947 h 1321594"/>
              <a:gd name="connsiteX716" fmla="*/ 754797 w 2306082"/>
              <a:gd name="connsiteY716" fmla="*/ 151516 h 1321594"/>
              <a:gd name="connsiteX717" fmla="*/ 764228 w 2306082"/>
              <a:gd name="connsiteY717" fmla="*/ 151516 h 1321594"/>
              <a:gd name="connsiteX718" fmla="*/ 773659 w 2306082"/>
              <a:gd name="connsiteY718" fmla="*/ 132655 h 1321594"/>
              <a:gd name="connsiteX719" fmla="*/ 792520 w 2306082"/>
              <a:gd name="connsiteY719" fmla="*/ 132655 h 1321594"/>
              <a:gd name="connsiteX720" fmla="*/ 801951 w 2306082"/>
              <a:gd name="connsiteY720" fmla="*/ 123224 h 1321594"/>
              <a:gd name="connsiteX721" fmla="*/ 820812 w 2306082"/>
              <a:gd name="connsiteY721" fmla="*/ 123224 h 1321594"/>
              <a:gd name="connsiteX722" fmla="*/ 839673 w 2306082"/>
              <a:gd name="connsiteY722" fmla="*/ 113793 h 1321594"/>
              <a:gd name="connsiteX723" fmla="*/ 867965 w 2306082"/>
              <a:gd name="connsiteY723" fmla="*/ 104363 h 1321594"/>
              <a:gd name="connsiteX724" fmla="*/ 896257 w 2306082"/>
              <a:gd name="connsiteY724" fmla="*/ 85502 h 1321594"/>
              <a:gd name="connsiteX725" fmla="*/ 915119 w 2306082"/>
              <a:gd name="connsiteY725" fmla="*/ 66640 h 1321594"/>
              <a:gd name="connsiteX726" fmla="*/ 933980 w 2306082"/>
              <a:gd name="connsiteY726" fmla="*/ 66640 h 1321594"/>
              <a:gd name="connsiteX727" fmla="*/ 952842 w 2306082"/>
              <a:gd name="connsiteY727" fmla="*/ 57209 h 1321594"/>
              <a:gd name="connsiteX728" fmla="*/ 971703 w 2306082"/>
              <a:gd name="connsiteY728" fmla="*/ 47779 h 1321594"/>
              <a:gd name="connsiteX729" fmla="*/ 999995 w 2306082"/>
              <a:gd name="connsiteY729" fmla="*/ 38348 h 1321594"/>
              <a:gd name="connsiteX730" fmla="*/ 1018856 w 2306082"/>
              <a:gd name="connsiteY730" fmla="*/ 28917 h 1321594"/>
              <a:gd name="connsiteX731" fmla="*/ 1037718 w 2306082"/>
              <a:gd name="connsiteY731" fmla="*/ 19487 h 1321594"/>
              <a:gd name="connsiteX732" fmla="*/ 1066010 w 2306082"/>
              <a:gd name="connsiteY732" fmla="*/ 19487 h 1321594"/>
              <a:gd name="connsiteX733" fmla="*/ 1094302 w 2306082"/>
              <a:gd name="connsiteY733" fmla="*/ 625 h 1321594"/>
              <a:gd name="connsiteX734" fmla="*/ 1141456 w 2306082"/>
              <a:gd name="connsiteY734" fmla="*/ 625 h 1321594"/>
              <a:gd name="connsiteX735" fmla="*/ 1179178 w 2306082"/>
              <a:gd name="connsiteY735" fmla="*/ 10056 h 1321594"/>
              <a:gd name="connsiteX736" fmla="*/ 1198040 w 2306082"/>
              <a:gd name="connsiteY736" fmla="*/ 19487 h 1321594"/>
              <a:gd name="connsiteX737" fmla="*/ 1235762 w 2306082"/>
              <a:gd name="connsiteY737" fmla="*/ 19487 h 1321594"/>
              <a:gd name="connsiteX738" fmla="*/ 1264055 w 2306082"/>
              <a:gd name="connsiteY738" fmla="*/ 28917 h 1321594"/>
              <a:gd name="connsiteX739" fmla="*/ 1301777 w 2306082"/>
              <a:gd name="connsiteY739" fmla="*/ 28917 h 1321594"/>
              <a:gd name="connsiteX740" fmla="*/ 1348931 w 2306082"/>
              <a:gd name="connsiteY740" fmla="*/ 38348 h 1321594"/>
              <a:gd name="connsiteX741" fmla="*/ 1386653 w 2306082"/>
              <a:gd name="connsiteY741" fmla="*/ 47779 h 1321594"/>
              <a:gd name="connsiteX742" fmla="*/ 1405515 w 2306082"/>
              <a:gd name="connsiteY742" fmla="*/ 57209 h 1321594"/>
              <a:gd name="connsiteX743" fmla="*/ 1424376 w 2306082"/>
              <a:gd name="connsiteY743" fmla="*/ 47779 h 1321594"/>
              <a:gd name="connsiteX744" fmla="*/ 1471530 w 2306082"/>
              <a:gd name="connsiteY744" fmla="*/ 47779 h 1321594"/>
              <a:gd name="connsiteX745" fmla="*/ 1490391 w 2306082"/>
              <a:gd name="connsiteY745" fmla="*/ 57209 h 1321594"/>
              <a:gd name="connsiteX746" fmla="*/ 1518683 w 2306082"/>
              <a:gd name="connsiteY746" fmla="*/ 66640 h 1321594"/>
              <a:gd name="connsiteX747" fmla="*/ 1546975 w 2306082"/>
              <a:gd name="connsiteY747" fmla="*/ 85502 h 1321594"/>
              <a:gd name="connsiteX748" fmla="*/ 1584698 w 2306082"/>
              <a:gd name="connsiteY748" fmla="*/ 94932 h 1321594"/>
              <a:gd name="connsiteX749" fmla="*/ 1612990 w 2306082"/>
              <a:gd name="connsiteY749" fmla="*/ 104363 h 1321594"/>
              <a:gd name="connsiteX750" fmla="*/ 1631852 w 2306082"/>
              <a:gd name="connsiteY750" fmla="*/ 113793 h 1321594"/>
              <a:gd name="connsiteX751" fmla="*/ 1650713 w 2306082"/>
              <a:gd name="connsiteY751" fmla="*/ 123224 h 1321594"/>
              <a:gd name="connsiteX752" fmla="*/ 1669574 w 2306082"/>
              <a:gd name="connsiteY752" fmla="*/ 132655 h 1321594"/>
              <a:gd name="connsiteX753" fmla="*/ 1697866 w 2306082"/>
              <a:gd name="connsiteY753" fmla="*/ 151516 h 1321594"/>
              <a:gd name="connsiteX754" fmla="*/ 1707297 w 2306082"/>
              <a:gd name="connsiteY754" fmla="*/ 160947 h 1321594"/>
              <a:gd name="connsiteX755" fmla="*/ 1726159 w 2306082"/>
              <a:gd name="connsiteY755" fmla="*/ 170378 h 1321594"/>
              <a:gd name="connsiteX756" fmla="*/ 1745020 w 2306082"/>
              <a:gd name="connsiteY756" fmla="*/ 189239 h 1321594"/>
              <a:gd name="connsiteX757" fmla="*/ 1773312 w 2306082"/>
              <a:gd name="connsiteY757" fmla="*/ 208100 h 1321594"/>
              <a:gd name="connsiteX758" fmla="*/ 1773312 w 2306082"/>
              <a:gd name="connsiteY758" fmla="*/ 226962 h 1321594"/>
              <a:gd name="connsiteX759" fmla="*/ 1792174 w 2306082"/>
              <a:gd name="connsiteY759" fmla="*/ 236393 h 1321594"/>
              <a:gd name="connsiteX760" fmla="*/ 1801604 w 2306082"/>
              <a:gd name="connsiteY760" fmla="*/ 264684 h 1321594"/>
              <a:gd name="connsiteX761" fmla="*/ 1801604 w 2306082"/>
              <a:gd name="connsiteY761" fmla="*/ 274115 h 1321594"/>
              <a:gd name="connsiteX762" fmla="*/ 1811035 w 2306082"/>
              <a:gd name="connsiteY762" fmla="*/ 302407 h 1321594"/>
              <a:gd name="connsiteX763" fmla="*/ 1829896 w 2306082"/>
              <a:gd name="connsiteY763" fmla="*/ 330699 h 1321594"/>
              <a:gd name="connsiteX764" fmla="*/ 1829896 w 2306082"/>
              <a:gd name="connsiteY764" fmla="*/ 340130 h 1321594"/>
              <a:gd name="connsiteX765" fmla="*/ 1839327 w 2306082"/>
              <a:gd name="connsiteY765" fmla="*/ 387284 h 1321594"/>
              <a:gd name="connsiteX766" fmla="*/ 1839327 w 2306082"/>
              <a:gd name="connsiteY766" fmla="*/ 415576 h 1321594"/>
              <a:gd name="connsiteX767" fmla="*/ 1848758 w 2306082"/>
              <a:gd name="connsiteY767" fmla="*/ 434437 h 1321594"/>
              <a:gd name="connsiteX768" fmla="*/ 1848758 w 2306082"/>
              <a:gd name="connsiteY768" fmla="*/ 585328 h 1321594"/>
              <a:gd name="connsiteX769" fmla="*/ 1839327 w 2306082"/>
              <a:gd name="connsiteY769" fmla="*/ 613620 h 1321594"/>
              <a:gd name="connsiteX770" fmla="*/ 1829896 w 2306082"/>
              <a:gd name="connsiteY770" fmla="*/ 623051 h 1321594"/>
              <a:gd name="connsiteX771" fmla="*/ 1820465 w 2306082"/>
              <a:gd name="connsiteY771" fmla="*/ 641912 h 1321594"/>
              <a:gd name="connsiteX772" fmla="*/ 1811035 w 2306082"/>
              <a:gd name="connsiteY772" fmla="*/ 660774 h 1321594"/>
              <a:gd name="connsiteX773" fmla="*/ 1801604 w 2306082"/>
              <a:gd name="connsiteY773" fmla="*/ 679635 h 1321594"/>
              <a:gd name="connsiteX774" fmla="*/ 1782743 w 2306082"/>
              <a:gd name="connsiteY774" fmla="*/ 707927 h 1321594"/>
              <a:gd name="connsiteX775" fmla="*/ 1735589 w 2306082"/>
              <a:gd name="connsiteY775" fmla="*/ 745650 h 1321594"/>
              <a:gd name="connsiteX776" fmla="*/ 1707297 w 2306082"/>
              <a:gd name="connsiteY776" fmla="*/ 755081 h 1321594"/>
              <a:gd name="connsiteX777" fmla="*/ 1679005 w 2306082"/>
              <a:gd name="connsiteY777" fmla="*/ 773942 h 1321594"/>
              <a:gd name="connsiteX778" fmla="*/ 1650713 w 2306082"/>
              <a:gd name="connsiteY778" fmla="*/ 773942 h 1321594"/>
              <a:gd name="connsiteX779" fmla="*/ 1631852 w 2306082"/>
              <a:gd name="connsiteY779" fmla="*/ 783373 h 1321594"/>
              <a:gd name="connsiteX780" fmla="*/ 1575268 w 2306082"/>
              <a:gd name="connsiteY780" fmla="*/ 802234 h 1321594"/>
              <a:gd name="connsiteX781" fmla="*/ 1565837 w 2306082"/>
              <a:gd name="connsiteY781" fmla="*/ 811665 h 1321594"/>
              <a:gd name="connsiteX782" fmla="*/ 1480961 w 2306082"/>
              <a:gd name="connsiteY782" fmla="*/ 811665 h 1321594"/>
              <a:gd name="connsiteX783" fmla="*/ 1396084 w 2306082"/>
              <a:gd name="connsiteY783" fmla="*/ 802234 h 1321594"/>
              <a:gd name="connsiteX784" fmla="*/ 1339500 w 2306082"/>
              <a:gd name="connsiteY784" fmla="*/ 792803 h 1321594"/>
              <a:gd name="connsiteX785" fmla="*/ 1301777 w 2306082"/>
              <a:gd name="connsiteY785" fmla="*/ 783373 h 1321594"/>
              <a:gd name="connsiteX786" fmla="*/ 1226332 w 2306082"/>
              <a:gd name="connsiteY786" fmla="*/ 764512 h 1321594"/>
              <a:gd name="connsiteX787" fmla="*/ 1150886 w 2306082"/>
              <a:gd name="connsiteY787" fmla="*/ 736219 h 1321594"/>
              <a:gd name="connsiteX788" fmla="*/ 1084871 w 2306082"/>
              <a:gd name="connsiteY788" fmla="*/ 707927 h 1321594"/>
              <a:gd name="connsiteX789" fmla="*/ 1018856 w 2306082"/>
              <a:gd name="connsiteY789" fmla="*/ 689066 h 1321594"/>
              <a:gd name="connsiteX790" fmla="*/ 924550 w 2306082"/>
              <a:gd name="connsiteY790" fmla="*/ 660774 h 1321594"/>
              <a:gd name="connsiteX791" fmla="*/ 877396 w 2306082"/>
              <a:gd name="connsiteY791" fmla="*/ 660774 h 1321594"/>
              <a:gd name="connsiteX792" fmla="*/ 867965 w 2306082"/>
              <a:gd name="connsiteY792" fmla="*/ 651343 h 1321594"/>
              <a:gd name="connsiteX793" fmla="*/ 839673 w 2306082"/>
              <a:gd name="connsiteY793" fmla="*/ 641912 h 1321594"/>
              <a:gd name="connsiteX794" fmla="*/ 820812 w 2306082"/>
              <a:gd name="connsiteY794" fmla="*/ 623051 h 1321594"/>
              <a:gd name="connsiteX795" fmla="*/ 811381 w 2306082"/>
              <a:gd name="connsiteY795" fmla="*/ 613620 h 1321594"/>
              <a:gd name="connsiteX796" fmla="*/ 811381 w 2306082"/>
              <a:gd name="connsiteY796" fmla="*/ 585328 h 1321594"/>
              <a:gd name="connsiteX797" fmla="*/ 830243 w 2306082"/>
              <a:gd name="connsiteY797" fmla="*/ 566467 h 1321594"/>
              <a:gd name="connsiteX798" fmla="*/ 839673 w 2306082"/>
              <a:gd name="connsiteY798" fmla="*/ 557036 h 1321594"/>
              <a:gd name="connsiteX799" fmla="*/ 867965 w 2306082"/>
              <a:gd name="connsiteY799" fmla="*/ 538175 h 1321594"/>
              <a:gd name="connsiteX800" fmla="*/ 924550 w 2306082"/>
              <a:gd name="connsiteY800" fmla="*/ 509883 h 1321594"/>
              <a:gd name="connsiteX801" fmla="*/ 999995 w 2306082"/>
              <a:gd name="connsiteY801" fmla="*/ 491021 h 1321594"/>
              <a:gd name="connsiteX802" fmla="*/ 1056579 w 2306082"/>
              <a:gd name="connsiteY802" fmla="*/ 491021 h 1321594"/>
              <a:gd name="connsiteX803" fmla="*/ 1122594 w 2306082"/>
              <a:gd name="connsiteY803" fmla="*/ 481590 h 1321594"/>
              <a:gd name="connsiteX804" fmla="*/ 1198040 w 2306082"/>
              <a:gd name="connsiteY804" fmla="*/ 472160 h 1321594"/>
              <a:gd name="connsiteX805" fmla="*/ 1443238 w 2306082"/>
              <a:gd name="connsiteY805" fmla="*/ 472160 h 1321594"/>
              <a:gd name="connsiteX806" fmla="*/ 1575268 w 2306082"/>
              <a:gd name="connsiteY806" fmla="*/ 481590 h 1321594"/>
              <a:gd name="connsiteX807" fmla="*/ 1650713 w 2306082"/>
              <a:gd name="connsiteY807" fmla="*/ 491021 h 1321594"/>
              <a:gd name="connsiteX808" fmla="*/ 1726159 w 2306082"/>
              <a:gd name="connsiteY808" fmla="*/ 509883 h 1321594"/>
              <a:gd name="connsiteX809" fmla="*/ 1782743 w 2306082"/>
              <a:gd name="connsiteY809" fmla="*/ 519313 h 1321594"/>
              <a:gd name="connsiteX810" fmla="*/ 1811035 w 2306082"/>
              <a:gd name="connsiteY810" fmla="*/ 528744 h 1321594"/>
              <a:gd name="connsiteX811" fmla="*/ 1839327 w 2306082"/>
              <a:gd name="connsiteY811" fmla="*/ 538175 h 1321594"/>
              <a:gd name="connsiteX812" fmla="*/ 1858188 w 2306082"/>
              <a:gd name="connsiteY812" fmla="*/ 547605 h 1321594"/>
              <a:gd name="connsiteX813" fmla="*/ 1867619 w 2306082"/>
              <a:gd name="connsiteY813" fmla="*/ 557036 h 1321594"/>
              <a:gd name="connsiteX814" fmla="*/ 1867619 w 2306082"/>
              <a:gd name="connsiteY814" fmla="*/ 585328 h 1321594"/>
              <a:gd name="connsiteX815" fmla="*/ 1839327 w 2306082"/>
              <a:gd name="connsiteY815" fmla="*/ 604190 h 1321594"/>
              <a:gd name="connsiteX816" fmla="*/ 1811035 w 2306082"/>
              <a:gd name="connsiteY816" fmla="*/ 613620 h 1321594"/>
              <a:gd name="connsiteX817" fmla="*/ 1782743 w 2306082"/>
              <a:gd name="connsiteY817" fmla="*/ 641912 h 1321594"/>
              <a:gd name="connsiteX818" fmla="*/ 1735589 w 2306082"/>
              <a:gd name="connsiteY818" fmla="*/ 660774 h 1321594"/>
              <a:gd name="connsiteX819" fmla="*/ 1679005 w 2306082"/>
              <a:gd name="connsiteY819" fmla="*/ 689066 h 1321594"/>
              <a:gd name="connsiteX820" fmla="*/ 1622421 w 2306082"/>
              <a:gd name="connsiteY820" fmla="*/ 698496 h 1321594"/>
              <a:gd name="connsiteX821" fmla="*/ 1565837 w 2306082"/>
              <a:gd name="connsiteY821" fmla="*/ 726789 h 1321594"/>
              <a:gd name="connsiteX822" fmla="*/ 1509253 w 2306082"/>
              <a:gd name="connsiteY822" fmla="*/ 745650 h 1321594"/>
              <a:gd name="connsiteX823" fmla="*/ 1443238 w 2306082"/>
              <a:gd name="connsiteY823" fmla="*/ 773942 h 1321594"/>
              <a:gd name="connsiteX824" fmla="*/ 1367792 w 2306082"/>
              <a:gd name="connsiteY824" fmla="*/ 783373 h 1321594"/>
              <a:gd name="connsiteX825" fmla="*/ 1301777 w 2306082"/>
              <a:gd name="connsiteY825" fmla="*/ 792803 h 1321594"/>
              <a:gd name="connsiteX826" fmla="*/ 1066010 w 2306082"/>
              <a:gd name="connsiteY826" fmla="*/ 792803 h 1321594"/>
              <a:gd name="connsiteX827" fmla="*/ 981134 w 2306082"/>
              <a:gd name="connsiteY827" fmla="*/ 811665 h 1321594"/>
              <a:gd name="connsiteX828" fmla="*/ 943411 w 2306082"/>
              <a:gd name="connsiteY828" fmla="*/ 821095 h 1321594"/>
              <a:gd name="connsiteX829" fmla="*/ 867965 w 2306082"/>
              <a:gd name="connsiteY829" fmla="*/ 821095 h 1321594"/>
              <a:gd name="connsiteX830" fmla="*/ 877396 w 2306082"/>
              <a:gd name="connsiteY830" fmla="*/ 811665 h 1321594"/>
              <a:gd name="connsiteX831" fmla="*/ 905688 w 2306082"/>
              <a:gd name="connsiteY831" fmla="*/ 811665 h 1321594"/>
              <a:gd name="connsiteX832" fmla="*/ 952842 w 2306082"/>
              <a:gd name="connsiteY832" fmla="*/ 783373 h 1321594"/>
              <a:gd name="connsiteX833" fmla="*/ 999995 w 2306082"/>
              <a:gd name="connsiteY833" fmla="*/ 773942 h 1321594"/>
              <a:gd name="connsiteX834" fmla="*/ 1056579 w 2306082"/>
              <a:gd name="connsiteY834" fmla="*/ 745650 h 1321594"/>
              <a:gd name="connsiteX835" fmla="*/ 1132025 w 2306082"/>
              <a:gd name="connsiteY835" fmla="*/ 726789 h 1321594"/>
              <a:gd name="connsiteX836" fmla="*/ 1188609 w 2306082"/>
              <a:gd name="connsiteY836" fmla="*/ 717358 h 1321594"/>
              <a:gd name="connsiteX837" fmla="*/ 1273485 w 2306082"/>
              <a:gd name="connsiteY837" fmla="*/ 689066 h 1321594"/>
              <a:gd name="connsiteX838" fmla="*/ 1386653 w 2306082"/>
              <a:gd name="connsiteY838" fmla="*/ 670204 h 1321594"/>
              <a:gd name="connsiteX839" fmla="*/ 1509253 w 2306082"/>
              <a:gd name="connsiteY839" fmla="*/ 660774 h 1321594"/>
              <a:gd name="connsiteX840" fmla="*/ 1660144 w 2306082"/>
              <a:gd name="connsiteY840" fmla="*/ 651343 h 1321594"/>
              <a:gd name="connsiteX841" fmla="*/ 2093956 w 2306082"/>
              <a:gd name="connsiteY841" fmla="*/ 651343 h 1321594"/>
              <a:gd name="connsiteX842" fmla="*/ 2131679 w 2306082"/>
              <a:gd name="connsiteY842" fmla="*/ 641912 h 1321594"/>
              <a:gd name="connsiteX843" fmla="*/ 2159971 w 2306082"/>
              <a:gd name="connsiteY843" fmla="*/ 651343 h 1321594"/>
              <a:gd name="connsiteX844" fmla="*/ 2131679 w 2306082"/>
              <a:gd name="connsiteY844" fmla="*/ 660774 h 1321594"/>
              <a:gd name="connsiteX845" fmla="*/ 2084525 w 2306082"/>
              <a:gd name="connsiteY845" fmla="*/ 670204 h 1321594"/>
              <a:gd name="connsiteX846" fmla="*/ 2027941 w 2306082"/>
              <a:gd name="connsiteY846" fmla="*/ 689066 h 1321594"/>
              <a:gd name="connsiteX847" fmla="*/ 1990218 w 2306082"/>
              <a:gd name="connsiteY847" fmla="*/ 698496 h 1321594"/>
              <a:gd name="connsiteX848" fmla="*/ 1933634 w 2306082"/>
              <a:gd name="connsiteY848" fmla="*/ 717358 h 1321594"/>
              <a:gd name="connsiteX849" fmla="*/ 1886480 w 2306082"/>
              <a:gd name="connsiteY849" fmla="*/ 726789 h 1321594"/>
              <a:gd name="connsiteX850" fmla="*/ 1829896 w 2306082"/>
              <a:gd name="connsiteY850" fmla="*/ 755081 h 1321594"/>
              <a:gd name="connsiteX851" fmla="*/ 1773312 w 2306082"/>
              <a:gd name="connsiteY851" fmla="*/ 773942 h 1321594"/>
              <a:gd name="connsiteX852" fmla="*/ 1716728 w 2306082"/>
              <a:gd name="connsiteY852" fmla="*/ 792803 h 1321594"/>
              <a:gd name="connsiteX853" fmla="*/ 1650713 w 2306082"/>
              <a:gd name="connsiteY853" fmla="*/ 821095 h 1321594"/>
              <a:gd name="connsiteX854" fmla="*/ 1594129 w 2306082"/>
              <a:gd name="connsiteY854" fmla="*/ 839957 h 1321594"/>
              <a:gd name="connsiteX855" fmla="*/ 1546975 w 2306082"/>
              <a:gd name="connsiteY855" fmla="*/ 858818 h 1321594"/>
              <a:gd name="connsiteX856" fmla="*/ 1509253 w 2306082"/>
              <a:gd name="connsiteY856" fmla="*/ 868249 h 1321594"/>
              <a:gd name="connsiteX857" fmla="*/ 1480961 w 2306082"/>
              <a:gd name="connsiteY857" fmla="*/ 887110 h 1321594"/>
              <a:gd name="connsiteX858" fmla="*/ 1452668 w 2306082"/>
              <a:gd name="connsiteY858" fmla="*/ 896541 h 1321594"/>
              <a:gd name="connsiteX859" fmla="*/ 1433807 w 2306082"/>
              <a:gd name="connsiteY859" fmla="*/ 896541 h 1321594"/>
              <a:gd name="connsiteX860" fmla="*/ 1405515 w 2306082"/>
              <a:gd name="connsiteY860" fmla="*/ 905971 h 1321594"/>
              <a:gd name="connsiteX861" fmla="*/ 1396084 w 2306082"/>
              <a:gd name="connsiteY861" fmla="*/ 915402 h 1321594"/>
              <a:gd name="connsiteX862" fmla="*/ 1424376 w 2306082"/>
              <a:gd name="connsiteY862" fmla="*/ 915402 h 1321594"/>
              <a:gd name="connsiteX863" fmla="*/ 1433807 w 2306082"/>
              <a:gd name="connsiteY863" fmla="*/ 924833 h 1321594"/>
              <a:gd name="connsiteX864" fmla="*/ 1443238 w 2306082"/>
              <a:gd name="connsiteY864" fmla="*/ 924833 h 1321594"/>
              <a:gd name="connsiteX865" fmla="*/ 1452668 w 2306082"/>
              <a:gd name="connsiteY865" fmla="*/ 934264 h 1321594"/>
              <a:gd name="connsiteX866" fmla="*/ 1471530 w 2306082"/>
              <a:gd name="connsiteY866" fmla="*/ 943694 h 1321594"/>
              <a:gd name="connsiteX867" fmla="*/ 1471530 w 2306082"/>
              <a:gd name="connsiteY867" fmla="*/ 990848 h 1321594"/>
              <a:gd name="connsiteX868" fmla="*/ 1462099 w 2306082"/>
              <a:gd name="connsiteY868" fmla="*/ 1009709 h 1321594"/>
              <a:gd name="connsiteX869" fmla="*/ 1462099 w 2306082"/>
              <a:gd name="connsiteY869" fmla="*/ 1028570 h 1321594"/>
              <a:gd name="connsiteX870" fmla="*/ 1452668 w 2306082"/>
              <a:gd name="connsiteY870" fmla="*/ 1047432 h 1321594"/>
              <a:gd name="connsiteX871" fmla="*/ 1452668 w 2306082"/>
              <a:gd name="connsiteY871" fmla="*/ 1056863 h 1321594"/>
              <a:gd name="connsiteX872" fmla="*/ 1443238 w 2306082"/>
              <a:gd name="connsiteY872" fmla="*/ 1066294 h 1321594"/>
              <a:gd name="connsiteX873" fmla="*/ 1433807 w 2306082"/>
              <a:gd name="connsiteY873" fmla="*/ 1066294 h 1321594"/>
              <a:gd name="connsiteX874" fmla="*/ 1414946 w 2306082"/>
              <a:gd name="connsiteY874" fmla="*/ 1075724 h 1321594"/>
              <a:gd name="connsiteX875" fmla="*/ 1396084 w 2306082"/>
              <a:gd name="connsiteY875" fmla="*/ 1075724 h 1321594"/>
              <a:gd name="connsiteX876" fmla="*/ 1386653 w 2306082"/>
              <a:gd name="connsiteY876" fmla="*/ 1085155 h 1321594"/>
              <a:gd name="connsiteX877" fmla="*/ 1358362 w 2306082"/>
              <a:gd name="connsiteY877" fmla="*/ 1085155 h 1321594"/>
              <a:gd name="connsiteX878" fmla="*/ 1339500 w 2306082"/>
              <a:gd name="connsiteY878" fmla="*/ 1094586 h 1321594"/>
              <a:gd name="connsiteX879" fmla="*/ 1226332 w 2306082"/>
              <a:gd name="connsiteY879" fmla="*/ 1094586 h 1321594"/>
              <a:gd name="connsiteX880" fmla="*/ 1216901 w 2306082"/>
              <a:gd name="connsiteY880" fmla="*/ 1104016 h 1321594"/>
              <a:gd name="connsiteX881" fmla="*/ 1188609 w 2306082"/>
              <a:gd name="connsiteY881" fmla="*/ 1094586 h 1321594"/>
              <a:gd name="connsiteX882" fmla="*/ 1198040 w 2306082"/>
              <a:gd name="connsiteY882" fmla="*/ 1075724 h 1321594"/>
              <a:gd name="connsiteX883" fmla="*/ 1226332 w 2306082"/>
              <a:gd name="connsiteY883" fmla="*/ 1038001 h 1321594"/>
              <a:gd name="connsiteX884" fmla="*/ 1254624 w 2306082"/>
              <a:gd name="connsiteY884" fmla="*/ 1000279 h 1321594"/>
              <a:gd name="connsiteX885" fmla="*/ 1292347 w 2306082"/>
              <a:gd name="connsiteY885" fmla="*/ 971987 h 1321594"/>
              <a:gd name="connsiteX886" fmla="*/ 1330069 w 2306082"/>
              <a:gd name="connsiteY886" fmla="*/ 953126 h 1321594"/>
              <a:gd name="connsiteX887" fmla="*/ 1386653 w 2306082"/>
              <a:gd name="connsiteY887" fmla="*/ 905971 h 1321594"/>
              <a:gd name="connsiteX888" fmla="*/ 1433807 w 2306082"/>
              <a:gd name="connsiteY888" fmla="*/ 877680 h 1321594"/>
              <a:gd name="connsiteX889" fmla="*/ 1490391 w 2306082"/>
              <a:gd name="connsiteY889" fmla="*/ 839957 h 1321594"/>
              <a:gd name="connsiteX890" fmla="*/ 1556406 w 2306082"/>
              <a:gd name="connsiteY890" fmla="*/ 802234 h 1321594"/>
              <a:gd name="connsiteX891" fmla="*/ 1612990 w 2306082"/>
              <a:gd name="connsiteY891" fmla="*/ 783373 h 1321594"/>
              <a:gd name="connsiteX892" fmla="*/ 1650713 w 2306082"/>
              <a:gd name="connsiteY892" fmla="*/ 764512 h 1321594"/>
              <a:gd name="connsiteX893" fmla="*/ 1679005 w 2306082"/>
              <a:gd name="connsiteY893" fmla="*/ 755081 h 1321594"/>
              <a:gd name="connsiteX894" fmla="*/ 1707297 w 2306082"/>
              <a:gd name="connsiteY894" fmla="*/ 745650 h 1321594"/>
              <a:gd name="connsiteX895" fmla="*/ 1716728 w 2306082"/>
              <a:gd name="connsiteY895" fmla="*/ 745650 h 1321594"/>
              <a:gd name="connsiteX896" fmla="*/ 1735589 w 2306082"/>
              <a:gd name="connsiteY896" fmla="*/ 736219 h 1321594"/>
              <a:gd name="connsiteX897" fmla="*/ 1735589 w 2306082"/>
              <a:gd name="connsiteY897" fmla="*/ 736219 h 1321594"/>
              <a:gd name="connsiteX898" fmla="*/ 1716728 w 2306082"/>
              <a:gd name="connsiteY898" fmla="*/ 745650 h 1321594"/>
              <a:gd name="connsiteX899" fmla="*/ 1688436 w 2306082"/>
              <a:gd name="connsiteY899" fmla="*/ 755081 h 1321594"/>
              <a:gd name="connsiteX900" fmla="*/ 1660144 w 2306082"/>
              <a:gd name="connsiteY900" fmla="*/ 773942 h 1321594"/>
              <a:gd name="connsiteX901" fmla="*/ 1622421 w 2306082"/>
              <a:gd name="connsiteY901" fmla="*/ 792803 h 1321594"/>
              <a:gd name="connsiteX902" fmla="*/ 1594129 w 2306082"/>
              <a:gd name="connsiteY902" fmla="*/ 802234 h 1321594"/>
              <a:gd name="connsiteX903" fmla="*/ 1509253 w 2306082"/>
              <a:gd name="connsiteY903" fmla="*/ 792803 h 1321594"/>
              <a:gd name="connsiteX904" fmla="*/ 1462099 w 2306082"/>
              <a:gd name="connsiteY904" fmla="*/ 821095 h 1321594"/>
              <a:gd name="connsiteX905" fmla="*/ 1377223 w 2306082"/>
              <a:gd name="connsiteY905" fmla="*/ 858818 h 1321594"/>
              <a:gd name="connsiteX906" fmla="*/ 1320639 w 2306082"/>
              <a:gd name="connsiteY906" fmla="*/ 877680 h 1321594"/>
              <a:gd name="connsiteX907" fmla="*/ 1282916 w 2306082"/>
              <a:gd name="connsiteY907" fmla="*/ 896541 h 1321594"/>
              <a:gd name="connsiteX908" fmla="*/ 1235762 w 2306082"/>
              <a:gd name="connsiteY908" fmla="*/ 905971 h 1321594"/>
              <a:gd name="connsiteX909" fmla="*/ 1216901 w 2306082"/>
              <a:gd name="connsiteY909" fmla="*/ 915402 h 1321594"/>
              <a:gd name="connsiteX910" fmla="*/ 1188609 w 2306082"/>
              <a:gd name="connsiteY910" fmla="*/ 924833 h 1321594"/>
              <a:gd name="connsiteX911" fmla="*/ 1160317 w 2306082"/>
              <a:gd name="connsiteY911" fmla="*/ 924833 h 1321594"/>
              <a:gd name="connsiteX912" fmla="*/ 1132025 w 2306082"/>
              <a:gd name="connsiteY912" fmla="*/ 934264 h 1321594"/>
              <a:gd name="connsiteX913" fmla="*/ 1113163 w 2306082"/>
              <a:gd name="connsiteY913" fmla="*/ 943694 h 1321594"/>
              <a:gd name="connsiteX914" fmla="*/ 1103733 w 2306082"/>
              <a:gd name="connsiteY914" fmla="*/ 934264 h 1321594"/>
              <a:gd name="connsiteX915" fmla="*/ 1094302 w 2306082"/>
              <a:gd name="connsiteY915" fmla="*/ 943694 h 1321594"/>
              <a:gd name="connsiteX916" fmla="*/ 1103733 w 2306082"/>
              <a:gd name="connsiteY916" fmla="*/ 915402 h 1321594"/>
              <a:gd name="connsiteX917" fmla="*/ 1103733 w 2306082"/>
              <a:gd name="connsiteY917" fmla="*/ 905971 h 1321594"/>
              <a:gd name="connsiteX918" fmla="*/ 1094302 w 2306082"/>
              <a:gd name="connsiteY918" fmla="*/ 887110 h 1321594"/>
              <a:gd name="connsiteX919" fmla="*/ 1113163 w 2306082"/>
              <a:gd name="connsiteY919" fmla="*/ 877680 h 1321594"/>
              <a:gd name="connsiteX920" fmla="*/ 1132025 w 2306082"/>
              <a:gd name="connsiteY920" fmla="*/ 868249 h 1321594"/>
              <a:gd name="connsiteX921" fmla="*/ 1141456 w 2306082"/>
              <a:gd name="connsiteY921" fmla="*/ 858818 h 132159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</a:cxnLst>
            <a:rect l="l" t="t" r="r" b="b"/>
            <a:pathLst>
              <a:path w="2306082" h="1321594">
                <a:moveTo>
                  <a:pt x="2141109" y="94932"/>
                </a:moveTo>
                <a:cubicBezTo>
                  <a:pt x="2132307" y="99333"/>
                  <a:pt x="2024169" y="152145"/>
                  <a:pt x="2009079" y="160947"/>
                </a:cubicBezTo>
                <a:cubicBezTo>
                  <a:pt x="1993990" y="169749"/>
                  <a:pt x="1924203" y="221303"/>
                  <a:pt x="1914772" y="226962"/>
                </a:cubicBezTo>
                <a:cubicBezTo>
                  <a:pt x="1905342" y="232620"/>
                  <a:pt x="1872020" y="243308"/>
                  <a:pt x="1867619" y="245823"/>
                </a:cubicBezTo>
                <a:cubicBezTo>
                  <a:pt x="1863218" y="248338"/>
                  <a:pt x="1851272" y="262169"/>
                  <a:pt x="1848758" y="264684"/>
                </a:cubicBezTo>
                <a:cubicBezTo>
                  <a:pt x="1846243" y="267199"/>
                  <a:pt x="1834926" y="279144"/>
                  <a:pt x="1829896" y="283546"/>
                </a:cubicBezTo>
                <a:cubicBezTo>
                  <a:pt x="1824866" y="287946"/>
                  <a:pt x="1780857" y="325669"/>
                  <a:pt x="1773312" y="330699"/>
                </a:cubicBezTo>
                <a:cubicBezTo>
                  <a:pt x="1765768" y="335729"/>
                  <a:pt x="1723015" y="355219"/>
                  <a:pt x="1716728" y="358992"/>
                </a:cubicBezTo>
                <a:cubicBezTo>
                  <a:pt x="1710440" y="362764"/>
                  <a:pt x="1682777" y="384140"/>
                  <a:pt x="1679005" y="387284"/>
                </a:cubicBezTo>
                <a:cubicBezTo>
                  <a:pt x="1675233" y="390427"/>
                  <a:pt x="1663916" y="402373"/>
                  <a:pt x="1660144" y="406145"/>
                </a:cubicBezTo>
                <a:cubicBezTo>
                  <a:pt x="1656371" y="409917"/>
                  <a:pt x="1626193" y="440095"/>
                  <a:pt x="1622421" y="443868"/>
                </a:cubicBezTo>
                <a:cubicBezTo>
                  <a:pt x="1618649" y="447640"/>
                  <a:pt x="1606703" y="459586"/>
                  <a:pt x="1603559" y="462729"/>
                </a:cubicBezTo>
                <a:cubicBezTo>
                  <a:pt x="1600416" y="465873"/>
                  <a:pt x="1579040" y="487249"/>
                  <a:pt x="1575268" y="491021"/>
                </a:cubicBezTo>
                <a:cubicBezTo>
                  <a:pt x="1571495" y="494793"/>
                  <a:pt x="1550748" y="516170"/>
                  <a:pt x="1546975" y="519313"/>
                </a:cubicBezTo>
                <a:cubicBezTo>
                  <a:pt x="1543203" y="522457"/>
                  <a:pt x="1521827" y="535031"/>
                  <a:pt x="1518683" y="538175"/>
                </a:cubicBezTo>
                <a:cubicBezTo>
                  <a:pt x="1515540" y="541318"/>
                  <a:pt x="1502965" y="563323"/>
                  <a:pt x="1499822" y="566467"/>
                </a:cubicBezTo>
                <a:cubicBezTo>
                  <a:pt x="1496678" y="569610"/>
                  <a:pt x="1474674" y="582813"/>
                  <a:pt x="1471530" y="585328"/>
                </a:cubicBezTo>
                <a:cubicBezTo>
                  <a:pt x="1468386" y="587843"/>
                  <a:pt x="1457069" y="599160"/>
                  <a:pt x="1452668" y="604190"/>
                </a:cubicBezTo>
                <a:cubicBezTo>
                  <a:pt x="1448267" y="609219"/>
                  <a:pt x="1412431" y="653858"/>
                  <a:pt x="1405515" y="660774"/>
                </a:cubicBezTo>
                <a:cubicBezTo>
                  <a:pt x="1398599" y="667689"/>
                  <a:pt x="1354589" y="702269"/>
                  <a:pt x="1348931" y="707927"/>
                </a:cubicBezTo>
                <a:cubicBezTo>
                  <a:pt x="1343272" y="713586"/>
                  <a:pt x="1323782" y="741877"/>
                  <a:pt x="1320639" y="745650"/>
                </a:cubicBezTo>
                <a:cubicBezTo>
                  <a:pt x="1317495" y="749422"/>
                  <a:pt x="1304292" y="761368"/>
                  <a:pt x="1301777" y="764512"/>
                </a:cubicBezTo>
                <a:cubicBezTo>
                  <a:pt x="1299262" y="767655"/>
                  <a:pt x="1286059" y="789660"/>
                  <a:pt x="1282916" y="792803"/>
                </a:cubicBezTo>
                <a:cubicBezTo>
                  <a:pt x="1279772" y="795947"/>
                  <a:pt x="1258396" y="807893"/>
                  <a:pt x="1254624" y="811665"/>
                </a:cubicBezTo>
                <a:cubicBezTo>
                  <a:pt x="1250852" y="815437"/>
                  <a:pt x="1229475" y="845615"/>
                  <a:pt x="1226332" y="849388"/>
                </a:cubicBezTo>
                <a:cubicBezTo>
                  <a:pt x="1223188" y="853160"/>
                  <a:pt x="1209985" y="865734"/>
                  <a:pt x="1207471" y="868249"/>
                </a:cubicBezTo>
                <a:cubicBezTo>
                  <a:pt x="1204956" y="870763"/>
                  <a:pt x="1192381" y="883966"/>
                  <a:pt x="1188609" y="887110"/>
                </a:cubicBezTo>
                <a:cubicBezTo>
                  <a:pt x="1184837" y="890254"/>
                  <a:pt x="1154658" y="912258"/>
                  <a:pt x="1150886" y="915402"/>
                </a:cubicBezTo>
                <a:cubicBezTo>
                  <a:pt x="1147114" y="918545"/>
                  <a:pt x="1134540" y="931120"/>
                  <a:pt x="1132025" y="934264"/>
                </a:cubicBezTo>
                <a:cubicBezTo>
                  <a:pt x="1129510" y="937407"/>
                  <a:pt x="1116936" y="958783"/>
                  <a:pt x="1113163" y="962556"/>
                </a:cubicBezTo>
                <a:cubicBezTo>
                  <a:pt x="1109391" y="966328"/>
                  <a:pt x="1079842" y="987075"/>
                  <a:pt x="1075441" y="990848"/>
                </a:cubicBezTo>
                <a:cubicBezTo>
                  <a:pt x="1071040" y="994620"/>
                  <a:pt x="1050921" y="1015996"/>
                  <a:pt x="1047149" y="1019140"/>
                </a:cubicBezTo>
                <a:cubicBezTo>
                  <a:pt x="1043376" y="1022284"/>
                  <a:pt x="1021371" y="1036115"/>
                  <a:pt x="1018856" y="1038001"/>
                </a:cubicBezTo>
                <a:cubicBezTo>
                  <a:pt x="1016341" y="1039887"/>
                  <a:pt x="1011941" y="1046175"/>
                  <a:pt x="1009426" y="1047432"/>
                </a:cubicBezTo>
                <a:cubicBezTo>
                  <a:pt x="1006911" y="1048689"/>
                  <a:pt x="983648" y="1055606"/>
                  <a:pt x="981134" y="1056863"/>
                </a:cubicBezTo>
                <a:cubicBezTo>
                  <a:pt x="978619" y="1058120"/>
                  <a:pt x="972961" y="1065036"/>
                  <a:pt x="971703" y="1066294"/>
                </a:cubicBezTo>
                <a:cubicBezTo>
                  <a:pt x="970446" y="1067551"/>
                  <a:pt x="963530" y="1075095"/>
                  <a:pt x="962272" y="1075724"/>
                </a:cubicBezTo>
                <a:cubicBezTo>
                  <a:pt x="961015" y="1076352"/>
                  <a:pt x="954099" y="1075095"/>
                  <a:pt x="952842" y="1075724"/>
                </a:cubicBezTo>
                <a:cubicBezTo>
                  <a:pt x="951584" y="1076352"/>
                  <a:pt x="945297" y="1083897"/>
                  <a:pt x="943411" y="1085155"/>
                </a:cubicBezTo>
                <a:cubicBezTo>
                  <a:pt x="941525" y="1086412"/>
                  <a:pt x="926436" y="1093328"/>
                  <a:pt x="924550" y="1094586"/>
                </a:cubicBezTo>
                <a:cubicBezTo>
                  <a:pt x="922663" y="1095842"/>
                  <a:pt x="919520" y="1104016"/>
                  <a:pt x="915119" y="1104016"/>
                </a:cubicBezTo>
                <a:cubicBezTo>
                  <a:pt x="910718" y="1104016"/>
                  <a:pt x="862936" y="1095214"/>
                  <a:pt x="858535" y="1094586"/>
                </a:cubicBezTo>
                <a:cubicBezTo>
                  <a:pt x="854134" y="1093957"/>
                  <a:pt x="850361" y="1095214"/>
                  <a:pt x="849104" y="1094586"/>
                </a:cubicBezTo>
                <a:cubicBezTo>
                  <a:pt x="847847" y="1093957"/>
                  <a:pt x="840931" y="1086412"/>
                  <a:pt x="839673" y="1085155"/>
                </a:cubicBezTo>
                <a:cubicBezTo>
                  <a:pt x="838416" y="1083897"/>
                  <a:pt x="831500" y="1076352"/>
                  <a:pt x="830243" y="1075724"/>
                </a:cubicBezTo>
                <a:cubicBezTo>
                  <a:pt x="828985" y="1075095"/>
                  <a:pt x="822069" y="1078238"/>
                  <a:pt x="820812" y="1075724"/>
                </a:cubicBezTo>
                <a:cubicBezTo>
                  <a:pt x="819554" y="1073209"/>
                  <a:pt x="813267" y="1043660"/>
                  <a:pt x="811381" y="1038001"/>
                </a:cubicBezTo>
                <a:cubicBezTo>
                  <a:pt x="809495" y="1032342"/>
                  <a:pt x="795035" y="995249"/>
                  <a:pt x="792520" y="990848"/>
                </a:cubicBezTo>
                <a:cubicBezTo>
                  <a:pt x="790005" y="986446"/>
                  <a:pt x="775545" y="973873"/>
                  <a:pt x="773659" y="971987"/>
                </a:cubicBezTo>
                <a:cubicBezTo>
                  <a:pt x="771772" y="970100"/>
                  <a:pt x="766743" y="965699"/>
                  <a:pt x="764228" y="962556"/>
                </a:cubicBezTo>
                <a:cubicBezTo>
                  <a:pt x="761713" y="959412"/>
                  <a:pt x="738451" y="928605"/>
                  <a:pt x="735936" y="924833"/>
                </a:cubicBezTo>
                <a:cubicBezTo>
                  <a:pt x="733421" y="921061"/>
                  <a:pt x="727762" y="908486"/>
                  <a:pt x="726505" y="905971"/>
                </a:cubicBezTo>
                <a:cubicBezTo>
                  <a:pt x="725248" y="903456"/>
                  <a:pt x="719589" y="890254"/>
                  <a:pt x="717074" y="887110"/>
                </a:cubicBezTo>
                <a:cubicBezTo>
                  <a:pt x="714560" y="883966"/>
                  <a:pt x="691297" y="861333"/>
                  <a:pt x="688782" y="858818"/>
                </a:cubicBezTo>
                <a:cubicBezTo>
                  <a:pt x="686267" y="856303"/>
                  <a:pt x="681866" y="852531"/>
                  <a:pt x="679352" y="849388"/>
                </a:cubicBezTo>
                <a:cubicBezTo>
                  <a:pt x="676837" y="846244"/>
                  <a:pt x="653574" y="815437"/>
                  <a:pt x="651059" y="811665"/>
                </a:cubicBezTo>
                <a:cubicBezTo>
                  <a:pt x="648545" y="807893"/>
                  <a:pt x="642886" y="795318"/>
                  <a:pt x="641629" y="792803"/>
                </a:cubicBezTo>
                <a:cubicBezTo>
                  <a:pt x="640371" y="790288"/>
                  <a:pt x="634084" y="777085"/>
                  <a:pt x="632198" y="773942"/>
                </a:cubicBezTo>
                <a:cubicBezTo>
                  <a:pt x="630312" y="770798"/>
                  <a:pt x="616480" y="750680"/>
                  <a:pt x="613337" y="745650"/>
                </a:cubicBezTo>
                <a:cubicBezTo>
                  <a:pt x="610193" y="740620"/>
                  <a:pt x="589446" y="704783"/>
                  <a:pt x="585045" y="698496"/>
                </a:cubicBezTo>
                <a:cubicBezTo>
                  <a:pt x="580644" y="692209"/>
                  <a:pt x="551094" y="657002"/>
                  <a:pt x="547322" y="651343"/>
                </a:cubicBezTo>
                <a:cubicBezTo>
                  <a:pt x="543549" y="645685"/>
                  <a:pt x="530975" y="618021"/>
                  <a:pt x="528460" y="613620"/>
                </a:cubicBezTo>
                <a:cubicBezTo>
                  <a:pt x="525946" y="609219"/>
                  <a:pt x="511485" y="588471"/>
                  <a:pt x="509599" y="585328"/>
                </a:cubicBezTo>
                <a:cubicBezTo>
                  <a:pt x="507713" y="582184"/>
                  <a:pt x="501426" y="569610"/>
                  <a:pt x="500168" y="566467"/>
                </a:cubicBezTo>
                <a:cubicBezTo>
                  <a:pt x="498911" y="563323"/>
                  <a:pt x="491366" y="540689"/>
                  <a:pt x="490738" y="538175"/>
                </a:cubicBezTo>
                <a:cubicBezTo>
                  <a:pt x="490109" y="535660"/>
                  <a:pt x="491366" y="531259"/>
                  <a:pt x="490738" y="528744"/>
                </a:cubicBezTo>
                <a:cubicBezTo>
                  <a:pt x="490109" y="526229"/>
                  <a:pt x="481936" y="502966"/>
                  <a:pt x="481307" y="500452"/>
                </a:cubicBezTo>
                <a:cubicBezTo>
                  <a:pt x="480678" y="497937"/>
                  <a:pt x="481936" y="492907"/>
                  <a:pt x="481307" y="491021"/>
                </a:cubicBezTo>
                <a:cubicBezTo>
                  <a:pt x="480678" y="489135"/>
                  <a:pt x="471248" y="480333"/>
                  <a:pt x="471876" y="472160"/>
                </a:cubicBezTo>
                <a:cubicBezTo>
                  <a:pt x="472505" y="463987"/>
                  <a:pt x="488223" y="376595"/>
                  <a:pt x="490738" y="368422"/>
                </a:cubicBezTo>
                <a:cubicBezTo>
                  <a:pt x="493253" y="360249"/>
                  <a:pt x="507713" y="352075"/>
                  <a:pt x="509599" y="349561"/>
                </a:cubicBezTo>
                <a:cubicBezTo>
                  <a:pt x="511485" y="347046"/>
                  <a:pt x="517772" y="332585"/>
                  <a:pt x="519030" y="330699"/>
                </a:cubicBezTo>
                <a:cubicBezTo>
                  <a:pt x="520287" y="328813"/>
                  <a:pt x="527832" y="323155"/>
                  <a:pt x="528460" y="321269"/>
                </a:cubicBezTo>
                <a:cubicBezTo>
                  <a:pt x="529089" y="319383"/>
                  <a:pt x="527203" y="304293"/>
                  <a:pt x="528460" y="302407"/>
                </a:cubicBezTo>
                <a:cubicBezTo>
                  <a:pt x="529718" y="300521"/>
                  <a:pt x="544807" y="294863"/>
                  <a:pt x="547322" y="292977"/>
                </a:cubicBezTo>
                <a:cubicBezTo>
                  <a:pt x="549837" y="291090"/>
                  <a:pt x="563040" y="276630"/>
                  <a:pt x="566183" y="274115"/>
                </a:cubicBezTo>
                <a:cubicBezTo>
                  <a:pt x="569327" y="271600"/>
                  <a:pt x="591960" y="257140"/>
                  <a:pt x="594475" y="255254"/>
                </a:cubicBezTo>
                <a:cubicBezTo>
                  <a:pt x="596990" y="253368"/>
                  <a:pt x="602020" y="247081"/>
                  <a:pt x="603906" y="245823"/>
                </a:cubicBezTo>
                <a:cubicBezTo>
                  <a:pt x="605792" y="244566"/>
                  <a:pt x="620252" y="238279"/>
                  <a:pt x="622767" y="236393"/>
                </a:cubicBezTo>
                <a:cubicBezTo>
                  <a:pt x="625282" y="234506"/>
                  <a:pt x="639114" y="219417"/>
                  <a:pt x="641629" y="217531"/>
                </a:cubicBezTo>
                <a:cubicBezTo>
                  <a:pt x="644144" y="215645"/>
                  <a:pt x="656089" y="209986"/>
                  <a:pt x="660490" y="208100"/>
                </a:cubicBezTo>
                <a:cubicBezTo>
                  <a:pt x="664891" y="206214"/>
                  <a:pt x="704500" y="191754"/>
                  <a:pt x="707644" y="189239"/>
                </a:cubicBezTo>
                <a:cubicBezTo>
                  <a:pt x="710787" y="186724"/>
                  <a:pt x="705758" y="172892"/>
                  <a:pt x="707644" y="170378"/>
                </a:cubicBezTo>
                <a:cubicBezTo>
                  <a:pt x="709530" y="167863"/>
                  <a:pt x="732163" y="153402"/>
                  <a:pt x="735936" y="151516"/>
                </a:cubicBezTo>
                <a:cubicBezTo>
                  <a:pt x="739708" y="149630"/>
                  <a:pt x="761084" y="143343"/>
                  <a:pt x="764228" y="142086"/>
                </a:cubicBezTo>
                <a:cubicBezTo>
                  <a:pt x="767371" y="140828"/>
                  <a:pt x="779946" y="133283"/>
                  <a:pt x="783089" y="132655"/>
                </a:cubicBezTo>
                <a:cubicBezTo>
                  <a:pt x="786233" y="132026"/>
                  <a:pt x="808238" y="133912"/>
                  <a:pt x="811381" y="132655"/>
                </a:cubicBezTo>
                <a:cubicBezTo>
                  <a:pt x="814525" y="131397"/>
                  <a:pt x="825213" y="115679"/>
                  <a:pt x="830243" y="113793"/>
                </a:cubicBezTo>
                <a:cubicBezTo>
                  <a:pt x="835272" y="111907"/>
                  <a:pt x="880540" y="105620"/>
                  <a:pt x="886827" y="104363"/>
                </a:cubicBezTo>
                <a:cubicBezTo>
                  <a:pt x="893114" y="103105"/>
                  <a:pt x="918891" y="96189"/>
                  <a:pt x="924550" y="94932"/>
                </a:cubicBezTo>
                <a:cubicBezTo>
                  <a:pt x="930208" y="93675"/>
                  <a:pt x="967302" y="86759"/>
                  <a:pt x="971703" y="85502"/>
                </a:cubicBezTo>
                <a:cubicBezTo>
                  <a:pt x="976104" y="84244"/>
                  <a:pt x="985535" y="77328"/>
                  <a:pt x="990564" y="76071"/>
                </a:cubicBezTo>
                <a:cubicBezTo>
                  <a:pt x="995594" y="74813"/>
                  <a:pt x="1040233" y="67268"/>
                  <a:pt x="1047149" y="66640"/>
                </a:cubicBezTo>
                <a:cubicBezTo>
                  <a:pt x="1054064" y="66011"/>
                  <a:pt x="1088015" y="67897"/>
                  <a:pt x="1094302" y="66640"/>
                </a:cubicBezTo>
                <a:cubicBezTo>
                  <a:pt x="1100589" y="65382"/>
                  <a:pt x="1130139" y="49036"/>
                  <a:pt x="1141456" y="47779"/>
                </a:cubicBezTo>
                <a:cubicBezTo>
                  <a:pt x="1152772" y="46521"/>
                  <a:pt x="1254624" y="48407"/>
                  <a:pt x="1264055" y="47779"/>
                </a:cubicBezTo>
                <a:cubicBezTo>
                  <a:pt x="1273485" y="47150"/>
                  <a:pt x="1262168" y="38976"/>
                  <a:pt x="1282916" y="38348"/>
                </a:cubicBezTo>
                <a:cubicBezTo>
                  <a:pt x="1303663" y="37719"/>
                  <a:pt x="1555149" y="37719"/>
                  <a:pt x="1575268" y="38348"/>
                </a:cubicBezTo>
                <a:cubicBezTo>
                  <a:pt x="1595386" y="38976"/>
                  <a:pt x="1583441" y="47150"/>
                  <a:pt x="1584698" y="47779"/>
                </a:cubicBezTo>
                <a:cubicBezTo>
                  <a:pt x="1585955" y="48407"/>
                  <a:pt x="1592871" y="47150"/>
                  <a:pt x="1594129" y="47779"/>
                </a:cubicBezTo>
                <a:cubicBezTo>
                  <a:pt x="1595386" y="48407"/>
                  <a:pt x="1602302" y="56581"/>
                  <a:pt x="1603559" y="57209"/>
                </a:cubicBezTo>
                <a:cubicBezTo>
                  <a:pt x="1604817" y="57838"/>
                  <a:pt x="1611733" y="56581"/>
                  <a:pt x="1612990" y="57209"/>
                </a:cubicBezTo>
                <a:cubicBezTo>
                  <a:pt x="1614248" y="57838"/>
                  <a:pt x="1620535" y="64125"/>
                  <a:pt x="1622421" y="66640"/>
                </a:cubicBezTo>
                <a:cubicBezTo>
                  <a:pt x="1624307" y="69155"/>
                  <a:pt x="1639396" y="91788"/>
                  <a:pt x="1641282" y="94932"/>
                </a:cubicBezTo>
                <a:cubicBezTo>
                  <a:pt x="1643169" y="98075"/>
                  <a:pt x="1649455" y="111907"/>
                  <a:pt x="1650713" y="113793"/>
                </a:cubicBezTo>
                <a:cubicBezTo>
                  <a:pt x="1651970" y="115679"/>
                  <a:pt x="1657629" y="119452"/>
                  <a:pt x="1660144" y="123224"/>
                </a:cubicBezTo>
                <a:cubicBezTo>
                  <a:pt x="1662659" y="126996"/>
                  <a:pt x="1685921" y="165977"/>
                  <a:pt x="1688436" y="170378"/>
                </a:cubicBezTo>
                <a:cubicBezTo>
                  <a:pt x="1690951" y="174779"/>
                  <a:pt x="1697238" y="187353"/>
                  <a:pt x="1697866" y="189239"/>
                </a:cubicBezTo>
                <a:cubicBezTo>
                  <a:pt x="1698495" y="191125"/>
                  <a:pt x="1697238" y="197412"/>
                  <a:pt x="1697866" y="198670"/>
                </a:cubicBezTo>
                <a:cubicBezTo>
                  <a:pt x="1698495" y="199927"/>
                  <a:pt x="1706669" y="206214"/>
                  <a:pt x="1707297" y="208100"/>
                </a:cubicBezTo>
                <a:cubicBezTo>
                  <a:pt x="1707926" y="209986"/>
                  <a:pt x="1706040" y="224447"/>
                  <a:pt x="1707297" y="226962"/>
                </a:cubicBezTo>
                <a:cubicBezTo>
                  <a:pt x="1708555" y="229476"/>
                  <a:pt x="1724272" y="243308"/>
                  <a:pt x="1726159" y="245823"/>
                </a:cubicBezTo>
                <a:cubicBezTo>
                  <a:pt x="1728045" y="248338"/>
                  <a:pt x="1734332" y="261540"/>
                  <a:pt x="1735589" y="264684"/>
                </a:cubicBezTo>
                <a:cubicBezTo>
                  <a:pt x="1736847" y="267827"/>
                  <a:pt x="1743763" y="289833"/>
                  <a:pt x="1745020" y="292977"/>
                </a:cubicBezTo>
                <a:cubicBezTo>
                  <a:pt x="1746277" y="296120"/>
                  <a:pt x="1753193" y="308694"/>
                  <a:pt x="1754451" y="311838"/>
                </a:cubicBezTo>
                <a:cubicBezTo>
                  <a:pt x="1755708" y="314981"/>
                  <a:pt x="1763253" y="331328"/>
                  <a:pt x="1763881" y="340130"/>
                </a:cubicBezTo>
                <a:cubicBezTo>
                  <a:pt x="1764510" y="348932"/>
                  <a:pt x="1765139" y="435694"/>
                  <a:pt x="1763881" y="443868"/>
                </a:cubicBezTo>
                <a:cubicBezTo>
                  <a:pt x="1762624" y="452041"/>
                  <a:pt x="1746906" y="460214"/>
                  <a:pt x="1745020" y="462729"/>
                </a:cubicBezTo>
                <a:cubicBezTo>
                  <a:pt x="1743134" y="465244"/>
                  <a:pt x="1738104" y="478446"/>
                  <a:pt x="1735589" y="481590"/>
                </a:cubicBezTo>
                <a:cubicBezTo>
                  <a:pt x="1733074" y="484734"/>
                  <a:pt x="1711698" y="506739"/>
                  <a:pt x="1707297" y="509883"/>
                </a:cubicBezTo>
                <a:cubicBezTo>
                  <a:pt x="1702896" y="513026"/>
                  <a:pt x="1675861" y="525600"/>
                  <a:pt x="1669574" y="528744"/>
                </a:cubicBezTo>
                <a:cubicBezTo>
                  <a:pt x="1663287" y="531887"/>
                  <a:pt x="1618649" y="553892"/>
                  <a:pt x="1612990" y="557036"/>
                </a:cubicBezTo>
                <a:cubicBezTo>
                  <a:pt x="1607332" y="560180"/>
                  <a:pt x="1589728" y="573382"/>
                  <a:pt x="1584698" y="575897"/>
                </a:cubicBezTo>
                <a:cubicBezTo>
                  <a:pt x="1579668" y="578412"/>
                  <a:pt x="1543832" y="592244"/>
                  <a:pt x="1537545" y="594759"/>
                </a:cubicBezTo>
                <a:cubicBezTo>
                  <a:pt x="1531258" y="597273"/>
                  <a:pt x="1496678" y="611105"/>
                  <a:pt x="1490391" y="613620"/>
                </a:cubicBezTo>
                <a:cubicBezTo>
                  <a:pt x="1484104" y="616135"/>
                  <a:pt x="1451411" y="629966"/>
                  <a:pt x="1443238" y="632481"/>
                </a:cubicBezTo>
                <a:cubicBezTo>
                  <a:pt x="1435065" y="634996"/>
                  <a:pt x="1376594" y="649457"/>
                  <a:pt x="1367792" y="651343"/>
                </a:cubicBezTo>
                <a:cubicBezTo>
                  <a:pt x="1358990" y="653229"/>
                  <a:pt x="1320010" y="658259"/>
                  <a:pt x="1311208" y="660774"/>
                </a:cubicBezTo>
                <a:cubicBezTo>
                  <a:pt x="1302406" y="663288"/>
                  <a:pt x="1244564" y="687179"/>
                  <a:pt x="1235762" y="689066"/>
                </a:cubicBezTo>
                <a:cubicBezTo>
                  <a:pt x="1226960" y="690951"/>
                  <a:pt x="1188609" y="688437"/>
                  <a:pt x="1179178" y="689066"/>
                </a:cubicBezTo>
                <a:cubicBezTo>
                  <a:pt x="1169748" y="689694"/>
                  <a:pt x="1107505" y="697239"/>
                  <a:pt x="1094302" y="698496"/>
                </a:cubicBezTo>
                <a:cubicBezTo>
                  <a:pt x="1081099" y="699753"/>
                  <a:pt x="1016970" y="707298"/>
                  <a:pt x="981134" y="707927"/>
                </a:cubicBezTo>
                <a:cubicBezTo>
                  <a:pt x="945297" y="708556"/>
                  <a:pt x="589446" y="708556"/>
                  <a:pt x="556753" y="707927"/>
                </a:cubicBezTo>
                <a:cubicBezTo>
                  <a:pt x="524060" y="707298"/>
                  <a:pt x="503312" y="699125"/>
                  <a:pt x="490738" y="698496"/>
                </a:cubicBezTo>
                <a:cubicBezTo>
                  <a:pt x="478163" y="697867"/>
                  <a:pt x="378827" y="699125"/>
                  <a:pt x="368139" y="698496"/>
                </a:cubicBezTo>
                <a:cubicBezTo>
                  <a:pt x="357451" y="697867"/>
                  <a:pt x="336074" y="690323"/>
                  <a:pt x="330416" y="689066"/>
                </a:cubicBezTo>
                <a:cubicBezTo>
                  <a:pt x="324757" y="687808"/>
                  <a:pt x="289550" y="680892"/>
                  <a:pt x="283262" y="679635"/>
                </a:cubicBezTo>
                <a:cubicBezTo>
                  <a:pt x="276975" y="678378"/>
                  <a:pt x="245540" y="672090"/>
                  <a:pt x="236109" y="670204"/>
                </a:cubicBezTo>
                <a:cubicBezTo>
                  <a:pt x="226678" y="668318"/>
                  <a:pt x="149975" y="652601"/>
                  <a:pt x="141802" y="651343"/>
                </a:cubicBezTo>
                <a:cubicBezTo>
                  <a:pt x="133629" y="650086"/>
                  <a:pt x="117282" y="651972"/>
                  <a:pt x="113510" y="651343"/>
                </a:cubicBezTo>
                <a:cubicBezTo>
                  <a:pt x="109738" y="650714"/>
                  <a:pt x="88361" y="643169"/>
                  <a:pt x="85218" y="641912"/>
                </a:cubicBezTo>
                <a:cubicBezTo>
                  <a:pt x="82074" y="640655"/>
                  <a:pt x="68243" y="633110"/>
                  <a:pt x="66357" y="632481"/>
                </a:cubicBezTo>
                <a:cubicBezTo>
                  <a:pt x="64470" y="631852"/>
                  <a:pt x="58183" y="633110"/>
                  <a:pt x="56926" y="632481"/>
                </a:cubicBezTo>
                <a:cubicBezTo>
                  <a:pt x="55668" y="631852"/>
                  <a:pt x="48124" y="625566"/>
                  <a:pt x="47495" y="623051"/>
                </a:cubicBezTo>
                <a:cubicBezTo>
                  <a:pt x="46866" y="620536"/>
                  <a:pt x="46866" y="597902"/>
                  <a:pt x="47495" y="594759"/>
                </a:cubicBezTo>
                <a:cubicBezTo>
                  <a:pt x="48124" y="591615"/>
                  <a:pt x="55668" y="579041"/>
                  <a:pt x="56926" y="575897"/>
                </a:cubicBezTo>
                <a:cubicBezTo>
                  <a:pt x="58183" y="572754"/>
                  <a:pt x="65099" y="550749"/>
                  <a:pt x="66357" y="547605"/>
                </a:cubicBezTo>
                <a:cubicBezTo>
                  <a:pt x="67614" y="544462"/>
                  <a:pt x="73272" y="531259"/>
                  <a:pt x="75787" y="528744"/>
                </a:cubicBezTo>
                <a:cubicBezTo>
                  <a:pt x="78302" y="526229"/>
                  <a:pt x="100936" y="512397"/>
                  <a:pt x="104079" y="509883"/>
                </a:cubicBezTo>
                <a:cubicBezTo>
                  <a:pt x="107223" y="507368"/>
                  <a:pt x="119797" y="493536"/>
                  <a:pt x="122941" y="491021"/>
                </a:cubicBezTo>
                <a:cubicBezTo>
                  <a:pt x="126084" y="488506"/>
                  <a:pt x="146832" y="474675"/>
                  <a:pt x="151233" y="472160"/>
                </a:cubicBezTo>
                <a:cubicBezTo>
                  <a:pt x="155634" y="469645"/>
                  <a:pt x="182668" y="455813"/>
                  <a:pt x="188956" y="453299"/>
                </a:cubicBezTo>
                <a:cubicBezTo>
                  <a:pt x="195243" y="450784"/>
                  <a:pt x="239252" y="436323"/>
                  <a:pt x="245540" y="434437"/>
                </a:cubicBezTo>
                <a:cubicBezTo>
                  <a:pt x="251827" y="432551"/>
                  <a:pt x="278233" y="426892"/>
                  <a:pt x="283262" y="425006"/>
                </a:cubicBezTo>
                <a:cubicBezTo>
                  <a:pt x="288292" y="423120"/>
                  <a:pt x="314069" y="408031"/>
                  <a:pt x="320985" y="406145"/>
                </a:cubicBezTo>
                <a:cubicBezTo>
                  <a:pt x="327901" y="404259"/>
                  <a:pt x="376312" y="399229"/>
                  <a:pt x="387000" y="396714"/>
                </a:cubicBezTo>
                <a:cubicBezTo>
                  <a:pt x="397688" y="394199"/>
                  <a:pt x="468733" y="370937"/>
                  <a:pt x="481307" y="368422"/>
                </a:cubicBezTo>
                <a:cubicBezTo>
                  <a:pt x="493881" y="365907"/>
                  <a:pt x="563668" y="360249"/>
                  <a:pt x="575614" y="358992"/>
                </a:cubicBezTo>
                <a:cubicBezTo>
                  <a:pt x="587560" y="357734"/>
                  <a:pt x="641629" y="350189"/>
                  <a:pt x="660490" y="349561"/>
                </a:cubicBezTo>
                <a:cubicBezTo>
                  <a:pt x="679352" y="348932"/>
                  <a:pt x="838416" y="350189"/>
                  <a:pt x="858535" y="349561"/>
                </a:cubicBezTo>
                <a:cubicBezTo>
                  <a:pt x="878653" y="348932"/>
                  <a:pt x="889970" y="340758"/>
                  <a:pt x="962272" y="340130"/>
                </a:cubicBezTo>
                <a:cubicBezTo>
                  <a:pt x="1034574" y="339501"/>
                  <a:pt x="1874535" y="339501"/>
                  <a:pt x="1943065" y="340130"/>
                </a:cubicBezTo>
                <a:cubicBezTo>
                  <a:pt x="2011594" y="340758"/>
                  <a:pt x="1983302" y="348303"/>
                  <a:pt x="1990218" y="349561"/>
                </a:cubicBezTo>
                <a:cubicBezTo>
                  <a:pt x="1997134" y="350818"/>
                  <a:pt x="2038000" y="358363"/>
                  <a:pt x="2046802" y="358992"/>
                </a:cubicBezTo>
                <a:cubicBezTo>
                  <a:pt x="2055604" y="359620"/>
                  <a:pt x="2115961" y="358363"/>
                  <a:pt x="2122248" y="358992"/>
                </a:cubicBezTo>
                <a:cubicBezTo>
                  <a:pt x="2128535" y="359620"/>
                  <a:pt x="2138594" y="367165"/>
                  <a:pt x="2141109" y="368422"/>
                </a:cubicBezTo>
                <a:cubicBezTo>
                  <a:pt x="2143624" y="369679"/>
                  <a:pt x="2157456" y="376596"/>
                  <a:pt x="2159971" y="377853"/>
                </a:cubicBezTo>
                <a:cubicBezTo>
                  <a:pt x="2162486" y="379111"/>
                  <a:pt x="2176946" y="386655"/>
                  <a:pt x="2178832" y="387284"/>
                </a:cubicBezTo>
                <a:cubicBezTo>
                  <a:pt x="2180718" y="387912"/>
                  <a:pt x="2187005" y="386655"/>
                  <a:pt x="2188263" y="387284"/>
                </a:cubicBezTo>
                <a:cubicBezTo>
                  <a:pt x="2189520" y="387912"/>
                  <a:pt x="2197065" y="393570"/>
                  <a:pt x="2197693" y="396714"/>
                </a:cubicBezTo>
                <a:cubicBezTo>
                  <a:pt x="2198322" y="399857"/>
                  <a:pt x="2198322" y="430665"/>
                  <a:pt x="2197693" y="434437"/>
                </a:cubicBezTo>
                <a:cubicBezTo>
                  <a:pt x="2197065" y="438210"/>
                  <a:pt x="2189520" y="451412"/>
                  <a:pt x="2188263" y="453299"/>
                </a:cubicBezTo>
                <a:cubicBezTo>
                  <a:pt x="2187005" y="455184"/>
                  <a:pt x="2180089" y="461472"/>
                  <a:pt x="2178832" y="462729"/>
                </a:cubicBezTo>
                <a:cubicBezTo>
                  <a:pt x="2177575" y="463987"/>
                  <a:pt x="2171916" y="470274"/>
                  <a:pt x="2169401" y="472160"/>
                </a:cubicBezTo>
                <a:cubicBezTo>
                  <a:pt x="2166886" y="474046"/>
                  <a:pt x="2143624" y="489764"/>
                  <a:pt x="2141109" y="491021"/>
                </a:cubicBezTo>
                <a:cubicBezTo>
                  <a:pt x="2138594" y="492278"/>
                  <a:pt x="2134822" y="487878"/>
                  <a:pt x="2131679" y="491021"/>
                </a:cubicBezTo>
                <a:cubicBezTo>
                  <a:pt x="2128535" y="494165"/>
                  <a:pt x="2097728" y="534402"/>
                  <a:pt x="2093956" y="538175"/>
                </a:cubicBezTo>
                <a:cubicBezTo>
                  <a:pt x="2090183" y="541947"/>
                  <a:pt x="2078866" y="545090"/>
                  <a:pt x="2075094" y="547605"/>
                </a:cubicBezTo>
                <a:cubicBezTo>
                  <a:pt x="2071322" y="550120"/>
                  <a:pt x="2041772" y="573382"/>
                  <a:pt x="2037371" y="575897"/>
                </a:cubicBezTo>
                <a:cubicBezTo>
                  <a:pt x="2032970" y="578412"/>
                  <a:pt x="2014738" y="582813"/>
                  <a:pt x="2009079" y="585328"/>
                </a:cubicBezTo>
                <a:cubicBezTo>
                  <a:pt x="2003421" y="587843"/>
                  <a:pt x="1958154" y="610476"/>
                  <a:pt x="1952495" y="613620"/>
                </a:cubicBezTo>
                <a:cubicBezTo>
                  <a:pt x="1946837" y="616764"/>
                  <a:pt x="1930490" y="629966"/>
                  <a:pt x="1924203" y="632481"/>
                </a:cubicBezTo>
                <a:cubicBezTo>
                  <a:pt x="1917916" y="634996"/>
                  <a:pt x="1865733" y="649457"/>
                  <a:pt x="1858188" y="651343"/>
                </a:cubicBezTo>
                <a:cubicBezTo>
                  <a:pt x="1850644" y="653229"/>
                  <a:pt x="1819208" y="658259"/>
                  <a:pt x="1811035" y="660774"/>
                </a:cubicBezTo>
                <a:cubicBezTo>
                  <a:pt x="1802862" y="663288"/>
                  <a:pt x="1748792" y="685293"/>
                  <a:pt x="1735589" y="689066"/>
                </a:cubicBezTo>
                <a:cubicBezTo>
                  <a:pt x="1722386" y="692838"/>
                  <a:pt x="1624936" y="714214"/>
                  <a:pt x="1612990" y="717358"/>
                </a:cubicBezTo>
                <a:cubicBezTo>
                  <a:pt x="1601045" y="720501"/>
                  <a:pt x="1567094" y="734333"/>
                  <a:pt x="1556406" y="736219"/>
                </a:cubicBezTo>
                <a:cubicBezTo>
                  <a:pt x="1545718" y="738105"/>
                  <a:pt x="1505480" y="745021"/>
                  <a:pt x="1452668" y="745650"/>
                </a:cubicBezTo>
                <a:cubicBezTo>
                  <a:pt x="1399856" y="746278"/>
                  <a:pt x="817668" y="746907"/>
                  <a:pt x="764228" y="745650"/>
                </a:cubicBezTo>
                <a:cubicBezTo>
                  <a:pt x="710787" y="744392"/>
                  <a:pt x="668035" y="729932"/>
                  <a:pt x="651059" y="726789"/>
                </a:cubicBezTo>
                <a:cubicBezTo>
                  <a:pt x="634084" y="723645"/>
                  <a:pt x="522802" y="701011"/>
                  <a:pt x="509599" y="698496"/>
                </a:cubicBezTo>
                <a:cubicBezTo>
                  <a:pt x="496396" y="695981"/>
                  <a:pt x="461188" y="690323"/>
                  <a:pt x="453015" y="689066"/>
                </a:cubicBezTo>
                <a:cubicBezTo>
                  <a:pt x="444842" y="687808"/>
                  <a:pt x="395802" y="680892"/>
                  <a:pt x="387000" y="679635"/>
                </a:cubicBezTo>
                <a:cubicBezTo>
                  <a:pt x="378198" y="678378"/>
                  <a:pt x="328530" y="671461"/>
                  <a:pt x="320985" y="670204"/>
                </a:cubicBezTo>
                <a:cubicBezTo>
                  <a:pt x="313441" y="668946"/>
                  <a:pt x="280748" y="663288"/>
                  <a:pt x="273832" y="660774"/>
                </a:cubicBezTo>
                <a:cubicBezTo>
                  <a:pt x="266916" y="658259"/>
                  <a:pt x="222277" y="634367"/>
                  <a:pt x="217248" y="632481"/>
                </a:cubicBezTo>
                <a:cubicBezTo>
                  <a:pt x="212218" y="630595"/>
                  <a:pt x="202159" y="633738"/>
                  <a:pt x="198386" y="632481"/>
                </a:cubicBezTo>
                <a:cubicBezTo>
                  <a:pt x="194614" y="631224"/>
                  <a:pt x="165693" y="616135"/>
                  <a:pt x="160663" y="613620"/>
                </a:cubicBezTo>
                <a:cubicBezTo>
                  <a:pt x="155634" y="611105"/>
                  <a:pt x="126084" y="596645"/>
                  <a:pt x="122941" y="594759"/>
                </a:cubicBezTo>
                <a:cubicBezTo>
                  <a:pt x="119797" y="592873"/>
                  <a:pt x="115396" y="587214"/>
                  <a:pt x="113510" y="585328"/>
                </a:cubicBezTo>
                <a:cubicBezTo>
                  <a:pt x="111624" y="583442"/>
                  <a:pt x="96535" y="568353"/>
                  <a:pt x="94649" y="566467"/>
                </a:cubicBezTo>
                <a:cubicBezTo>
                  <a:pt x="92762" y="564580"/>
                  <a:pt x="85847" y="560808"/>
                  <a:pt x="85218" y="557036"/>
                </a:cubicBezTo>
                <a:cubicBezTo>
                  <a:pt x="84589" y="553264"/>
                  <a:pt x="84589" y="514912"/>
                  <a:pt x="85218" y="509883"/>
                </a:cubicBezTo>
                <a:cubicBezTo>
                  <a:pt x="85847" y="504853"/>
                  <a:pt x="93391" y="485362"/>
                  <a:pt x="94649" y="481590"/>
                </a:cubicBezTo>
                <a:cubicBezTo>
                  <a:pt x="95906" y="477818"/>
                  <a:pt x="102193" y="456442"/>
                  <a:pt x="104079" y="453299"/>
                </a:cubicBezTo>
                <a:cubicBezTo>
                  <a:pt x="105965" y="450155"/>
                  <a:pt x="120426" y="436323"/>
                  <a:pt x="122941" y="434437"/>
                </a:cubicBezTo>
                <a:cubicBezTo>
                  <a:pt x="125456" y="432551"/>
                  <a:pt x="138658" y="427521"/>
                  <a:pt x="141802" y="425006"/>
                </a:cubicBezTo>
                <a:cubicBezTo>
                  <a:pt x="144946" y="422491"/>
                  <a:pt x="163178" y="399857"/>
                  <a:pt x="170094" y="396714"/>
                </a:cubicBezTo>
                <a:cubicBezTo>
                  <a:pt x="177010" y="393570"/>
                  <a:pt x="235480" y="380997"/>
                  <a:pt x="245540" y="377853"/>
                </a:cubicBezTo>
                <a:cubicBezTo>
                  <a:pt x="255599" y="374710"/>
                  <a:pt x="307782" y="355219"/>
                  <a:pt x="320985" y="349561"/>
                </a:cubicBezTo>
                <a:cubicBezTo>
                  <a:pt x="334188" y="343902"/>
                  <a:pt x="431010" y="298635"/>
                  <a:pt x="443584" y="292977"/>
                </a:cubicBezTo>
                <a:cubicBezTo>
                  <a:pt x="456158" y="287318"/>
                  <a:pt x="501426" y="267827"/>
                  <a:pt x="509599" y="264684"/>
                </a:cubicBezTo>
                <a:cubicBezTo>
                  <a:pt x="517772" y="261540"/>
                  <a:pt x="557381" y="248967"/>
                  <a:pt x="566183" y="245823"/>
                </a:cubicBezTo>
                <a:cubicBezTo>
                  <a:pt x="574985" y="242680"/>
                  <a:pt x="632827" y="220674"/>
                  <a:pt x="641629" y="217531"/>
                </a:cubicBezTo>
                <a:cubicBezTo>
                  <a:pt x="650431" y="214387"/>
                  <a:pt x="688782" y="201184"/>
                  <a:pt x="698213" y="198670"/>
                </a:cubicBezTo>
                <a:cubicBezTo>
                  <a:pt x="707644" y="196155"/>
                  <a:pt x="773658" y="181694"/>
                  <a:pt x="783089" y="179808"/>
                </a:cubicBezTo>
                <a:cubicBezTo>
                  <a:pt x="792520" y="177922"/>
                  <a:pt x="831500" y="171635"/>
                  <a:pt x="839673" y="170378"/>
                </a:cubicBezTo>
                <a:cubicBezTo>
                  <a:pt x="847846" y="169120"/>
                  <a:pt x="895629" y="162204"/>
                  <a:pt x="905688" y="160947"/>
                </a:cubicBezTo>
                <a:cubicBezTo>
                  <a:pt x="915748" y="159689"/>
                  <a:pt x="977361" y="152773"/>
                  <a:pt x="990564" y="151516"/>
                </a:cubicBezTo>
                <a:cubicBezTo>
                  <a:pt x="1003767" y="150259"/>
                  <a:pt x="1073555" y="142714"/>
                  <a:pt x="1103733" y="142086"/>
                </a:cubicBezTo>
                <a:cubicBezTo>
                  <a:pt x="1133911" y="141457"/>
                  <a:pt x="1414946" y="141457"/>
                  <a:pt x="1443238" y="142086"/>
                </a:cubicBezTo>
                <a:cubicBezTo>
                  <a:pt x="1471530" y="142714"/>
                  <a:pt x="1514911" y="150887"/>
                  <a:pt x="1528114" y="151516"/>
                </a:cubicBezTo>
                <a:cubicBezTo>
                  <a:pt x="1541317" y="152145"/>
                  <a:pt x="1628708" y="150887"/>
                  <a:pt x="1641282" y="151516"/>
                </a:cubicBezTo>
                <a:cubicBezTo>
                  <a:pt x="1653857" y="152145"/>
                  <a:pt x="1708554" y="160318"/>
                  <a:pt x="1716728" y="160947"/>
                </a:cubicBezTo>
                <a:cubicBezTo>
                  <a:pt x="1724901" y="161575"/>
                  <a:pt x="1756965" y="160318"/>
                  <a:pt x="1763881" y="160947"/>
                </a:cubicBezTo>
                <a:cubicBezTo>
                  <a:pt x="1770797" y="161575"/>
                  <a:pt x="1814178" y="169749"/>
                  <a:pt x="1820465" y="170378"/>
                </a:cubicBezTo>
                <a:cubicBezTo>
                  <a:pt x="1826753" y="171006"/>
                  <a:pt x="1853159" y="169749"/>
                  <a:pt x="1858188" y="170378"/>
                </a:cubicBezTo>
                <a:cubicBezTo>
                  <a:pt x="1863218" y="171006"/>
                  <a:pt x="1892139" y="179180"/>
                  <a:pt x="1895911" y="179808"/>
                </a:cubicBezTo>
                <a:cubicBezTo>
                  <a:pt x="1899683" y="180437"/>
                  <a:pt x="1911629" y="179180"/>
                  <a:pt x="1914772" y="179808"/>
                </a:cubicBezTo>
                <a:cubicBezTo>
                  <a:pt x="1917916" y="180437"/>
                  <a:pt x="1939921" y="187982"/>
                  <a:pt x="1943065" y="189239"/>
                </a:cubicBezTo>
                <a:cubicBezTo>
                  <a:pt x="1946208" y="190496"/>
                  <a:pt x="1960040" y="197412"/>
                  <a:pt x="1961926" y="198670"/>
                </a:cubicBezTo>
                <a:cubicBezTo>
                  <a:pt x="1963812" y="199927"/>
                  <a:pt x="1970728" y="206214"/>
                  <a:pt x="1971356" y="208100"/>
                </a:cubicBezTo>
                <a:cubicBezTo>
                  <a:pt x="1971985" y="209986"/>
                  <a:pt x="1971985" y="225076"/>
                  <a:pt x="1971356" y="226962"/>
                </a:cubicBezTo>
                <a:cubicBezTo>
                  <a:pt x="1970728" y="228848"/>
                  <a:pt x="1963183" y="234506"/>
                  <a:pt x="1961926" y="236393"/>
                </a:cubicBezTo>
                <a:cubicBezTo>
                  <a:pt x="1960668" y="238279"/>
                  <a:pt x="1955010" y="253368"/>
                  <a:pt x="1952495" y="255254"/>
                </a:cubicBezTo>
                <a:cubicBezTo>
                  <a:pt x="1949980" y="257140"/>
                  <a:pt x="1927975" y="262169"/>
                  <a:pt x="1924203" y="264684"/>
                </a:cubicBezTo>
                <a:cubicBezTo>
                  <a:pt x="1920431" y="267199"/>
                  <a:pt x="1899055" y="288575"/>
                  <a:pt x="1895911" y="292977"/>
                </a:cubicBezTo>
                <a:cubicBezTo>
                  <a:pt x="1892767" y="297378"/>
                  <a:pt x="1880193" y="326927"/>
                  <a:pt x="1877050" y="330699"/>
                </a:cubicBezTo>
                <a:cubicBezTo>
                  <a:pt x="1873906" y="334471"/>
                  <a:pt x="1853787" y="347046"/>
                  <a:pt x="1848758" y="349561"/>
                </a:cubicBezTo>
                <a:cubicBezTo>
                  <a:pt x="1843728" y="352075"/>
                  <a:pt x="1807891" y="365907"/>
                  <a:pt x="1801604" y="368422"/>
                </a:cubicBezTo>
                <a:cubicBezTo>
                  <a:pt x="1795317" y="370937"/>
                  <a:pt x="1760738" y="384140"/>
                  <a:pt x="1754451" y="387284"/>
                </a:cubicBezTo>
                <a:cubicBezTo>
                  <a:pt x="1748164" y="390427"/>
                  <a:pt x="1712327" y="412432"/>
                  <a:pt x="1707297" y="415576"/>
                </a:cubicBezTo>
                <a:cubicBezTo>
                  <a:pt x="1702268" y="418719"/>
                  <a:pt x="1684664" y="431923"/>
                  <a:pt x="1679005" y="434437"/>
                </a:cubicBezTo>
                <a:cubicBezTo>
                  <a:pt x="1673347" y="436952"/>
                  <a:pt x="1628708" y="450784"/>
                  <a:pt x="1622421" y="453299"/>
                </a:cubicBezTo>
                <a:cubicBezTo>
                  <a:pt x="1616134" y="455813"/>
                  <a:pt x="1590356" y="469645"/>
                  <a:pt x="1584698" y="472160"/>
                </a:cubicBezTo>
                <a:cubicBezTo>
                  <a:pt x="1579040" y="474675"/>
                  <a:pt x="1545089" y="488506"/>
                  <a:pt x="1537545" y="491021"/>
                </a:cubicBezTo>
                <a:cubicBezTo>
                  <a:pt x="1530000" y="493536"/>
                  <a:pt x="1482847" y="506739"/>
                  <a:pt x="1471530" y="509883"/>
                </a:cubicBezTo>
                <a:cubicBezTo>
                  <a:pt x="1460213" y="513026"/>
                  <a:pt x="1378480" y="535031"/>
                  <a:pt x="1367792" y="538175"/>
                </a:cubicBezTo>
                <a:cubicBezTo>
                  <a:pt x="1357104" y="541318"/>
                  <a:pt x="1319381" y="555150"/>
                  <a:pt x="1311208" y="557036"/>
                </a:cubicBezTo>
                <a:cubicBezTo>
                  <a:pt x="1303035" y="558922"/>
                  <a:pt x="1253995" y="565838"/>
                  <a:pt x="1245193" y="566467"/>
                </a:cubicBezTo>
                <a:cubicBezTo>
                  <a:pt x="1236391" y="567095"/>
                  <a:pt x="1187352" y="565838"/>
                  <a:pt x="1179178" y="566467"/>
                </a:cubicBezTo>
                <a:cubicBezTo>
                  <a:pt x="1171005" y="567095"/>
                  <a:pt x="1144599" y="575269"/>
                  <a:pt x="1122594" y="575897"/>
                </a:cubicBezTo>
                <a:cubicBezTo>
                  <a:pt x="1100589" y="576526"/>
                  <a:pt x="871109" y="577155"/>
                  <a:pt x="849104" y="575897"/>
                </a:cubicBezTo>
                <a:cubicBezTo>
                  <a:pt x="827099" y="574640"/>
                  <a:pt x="795663" y="557036"/>
                  <a:pt x="792520" y="557036"/>
                </a:cubicBezTo>
                <a:cubicBezTo>
                  <a:pt x="789376" y="557036"/>
                  <a:pt x="803208" y="575269"/>
                  <a:pt x="801951" y="575897"/>
                </a:cubicBezTo>
                <a:cubicBezTo>
                  <a:pt x="800693" y="576526"/>
                  <a:pt x="776802" y="567095"/>
                  <a:pt x="773659" y="566467"/>
                </a:cubicBezTo>
                <a:cubicBezTo>
                  <a:pt x="770515" y="565838"/>
                  <a:pt x="756683" y="567095"/>
                  <a:pt x="754797" y="566467"/>
                </a:cubicBezTo>
                <a:cubicBezTo>
                  <a:pt x="752911" y="565838"/>
                  <a:pt x="745995" y="560180"/>
                  <a:pt x="745366" y="557036"/>
                </a:cubicBezTo>
                <a:cubicBezTo>
                  <a:pt x="744738" y="553892"/>
                  <a:pt x="744109" y="523086"/>
                  <a:pt x="745366" y="519313"/>
                </a:cubicBezTo>
                <a:cubicBezTo>
                  <a:pt x="746624" y="515541"/>
                  <a:pt x="761713" y="502966"/>
                  <a:pt x="764228" y="500452"/>
                </a:cubicBezTo>
                <a:cubicBezTo>
                  <a:pt x="766743" y="497937"/>
                  <a:pt x="779946" y="484105"/>
                  <a:pt x="783089" y="481590"/>
                </a:cubicBezTo>
                <a:cubicBezTo>
                  <a:pt x="786233" y="479075"/>
                  <a:pt x="807609" y="465244"/>
                  <a:pt x="811381" y="462729"/>
                </a:cubicBezTo>
                <a:cubicBezTo>
                  <a:pt x="815153" y="460214"/>
                  <a:pt x="835272" y="446382"/>
                  <a:pt x="839673" y="443868"/>
                </a:cubicBezTo>
                <a:cubicBezTo>
                  <a:pt x="844074" y="441353"/>
                  <a:pt x="872995" y="427521"/>
                  <a:pt x="877396" y="425006"/>
                </a:cubicBezTo>
                <a:cubicBezTo>
                  <a:pt x="881797" y="422491"/>
                  <a:pt x="902544" y="406145"/>
                  <a:pt x="905688" y="406145"/>
                </a:cubicBezTo>
                <a:cubicBezTo>
                  <a:pt x="908832" y="406145"/>
                  <a:pt x="919520" y="425006"/>
                  <a:pt x="924550" y="425006"/>
                </a:cubicBezTo>
                <a:cubicBezTo>
                  <a:pt x="929579" y="425006"/>
                  <a:pt x="974847" y="408031"/>
                  <a:pt x="981134" y="406145"/>
                </a:cubicBezTo>
                <a:cubicBezTo>
                  <a:pt x="987421" y="404259"/>
                  <a:pt x="1012569" y="398600"/>
                  <a:pt x="1018856" y="396714"/>
                </a:cubicBezTo>
                <a:cubicBezTo>
                  <a:pt x="1025143" y="394828"/>
                  <a:pt x="1068525" y="379739"/>
                  <a:pt x="1075441" y="377853"/>
                </a:cubicBezTo>
                <a:cubicBezTo>
                  <a:pt x="1082357" y="375967"/>
                  <a:pt x="1111906" y="371565"/>
                  <a:pt x="1122594" y="368422"/>
                </a:cubicBezTo>
                <a:cubicBezTo>
                  <a:pt x="1133282" y="365278"/>
                  <a:pt x="1223817" y="334471"/>
                  <a:pt x="1235762" y="330699"/>
                </a:cubicBezTo>
                <a:cubicBezTo>
                  <a:pt x="1247708" y="326927"/>
                  <a:pt x="1293604" y="314353"/>
                  <a:pt x="1301777" y="311838"/>
                </a:cubicBezTo>
                <a:cubicBezTo>
                  <a:pt x="1309950" y="309323"/>
                  <a:pt x="1350188" y="294863"/>
                  <a:pt x="1358362" y="292977"/>
                </a:cubicBezTo>
                <a:cubicBezTo>
                  <a:pt x="1366535" y="291090"/>
                  <a:pt x="1415574" y="285431"/>
                  <a:pt x="1424376" y="283546"/>
                </a:cubicBezTo>
                <a:cubicBezTo>
                  <a:pt x="1433178" y="281659"/>
                  <a:pt x="1482218" y="267199"/>
                  <a:pt x="1490391" y="264684"/>
                </a:cubicBezTo>
                <a:cubicBezTo>
                  <a:pt x="1498565" y="262169"/>
                  <a:pt x="1539431" y="247709"/>
                  <a:pt x="1546975" y="245823"/>
                </a:cubicBezTo>
                <a:cubicBezTo>
                  <a:pt x="1554520" y="243937"/>
                  <a:pt x="1596644" y="237650"/>
                  <a:pt x="1603559" y="236393"/>
                </a:cubicBezTo>
                <a:cubicBezTo>
                  <a:pt x="1610475" y="235135"/>
                  <a:pt x="1644426" y="228219"/>
                  <a:pt x="1650713" y="226962"/>
                </a:cubicBezTo>
                <a:cubicBezTo>
                  <a:pt x="1657000" y="225704"/>
                  <a:pt x="1690951" y="216902"/>
                  <a:pt x="1697866" y="217531"/>
                </a:cubicBezTo>
                <a:cubicBezTo>
                  <a:pt x="1704782" y="218159"/>
                  <a:pt x="1732446" y="235135"/>
                  <a:pt x="1754451" y="236393"/>
                </a:cubicBezTo>
                <a:cubicBezTo>
                  <a:pt x="1776456" y="237650"/>
                  <a:pt x="2008451" y="235764"/>
                  <a:pt x="2027941" y="236393"/>
                </a:cubicBezTo>
                <a:cubicBezTo>
                  <a:pt x="2047431" y="237021"/>
                  <a:pt x="2044287" y="245195"/>
                  <a:pt x="2046802" y="245823"/>
                </a:cubicBezTo>
                <a:cubicBezTo>
                  <a:pt x="2049317" y="246452"/>
                  <a:pt x="2063777" y="245195"/>
                  <a:pt x="2065664" y="245823"/>
                </a:cubicBezTo>
                <a:cubicBezTo>
                  <a:pt x="2067550" y="246452"/>
                  <a:pt x="2073837" y="253996"/>
                  <a:pt x="2075094" y="255254"/>
                </a:cubicBezTo>
                <a:cubicBezTo>
                  <a:pt x="2076352" y="256511"/>
                  <a:pt x="2083896" y="259025"/>
                  <a:pt x="2084525" y="264684"/>
                </a:cubicBezTo>
                <a:cubicBezTo>
                  <a:pt x="2085153" y="270342"/>
                  <a:pt x="2085782" y="333842"/>
                  <a:pt x="2084525" y="340130"/>
                </a:cubicBezTo>
                <a:cubicBezTo>
                  <a:pt x="2083267" y="346417"/>
                  <a:pt x="2067550" y="355848"/>
                  <a:pt x="2065664" y="358992"/>
                </a:cubicBezTo>
                <a:cubicBezTo>
                  <a:pt x="2063777" y="362135"/>
                  <a:pt x="2058119" y="383511"/>
                  <a:pt x="2056233" y="387284"/>
                </a:cubicBezTo>
                <a:cubicBezTo>
                  <a:pt x="2054347" y="391056"/>
                  <a:pt x="2039886" y="411803"/>
                  <a:pt x="2037371" y="415576"/>
                </a:cubicBezTo>
                <a:cubicBezTo>
                  <a:pt x="2034857" y="419348"/>
                  <a:pt x="2020396" y="440095"/>
                  <a:pt x="2018510" y="443868"/>
                </a:cubicBezTo>
                <a:cubicBezTo>
                  <a:pt x="2016624" y="447640"/>
                  <a:pt x="2010966" y="467759"/>
                  <a:pt x="2009079" y="472160"/>
                </a:cubicBezTo>
                <a:cubicBezTo>
                  <a:pt x="2007193" y="476561"/>
                  <a:pt x="1993362" y="504853"/>
                  <a:pt x="1990218" y="509883"/>
                </a:cubicBezTo>
                <a:cubicBezTo>
                  <a:pt x="1987074" y="514912"/>
                  <a:pt x="1964441" y="543204"/>
                  <a:pt x="1961926" y="547605"/>
                </a:cubicBezTo>
                <a:cubicBezTo>
                  <a:pt x="1959411" y="552006"/>
                  <a:pt x="1954381" y="572125"/>
                  <a:pt x="1952495" y="575897"/>
                </a:cubicBezTo>
                <a:cubicBezTo>
                  <a:pt x="1950609" y="579670"/>
                  <a:pt x="1935520" y="601046"/>
                  <a:pt x="1933634" y="604190"/>
                </a:cubicBezTo>
                <a:cubicBezTo>
                  <a:pt x="1931748" y="607333"/>
                  <a:pt x="1926089" y="619908"/>
                  <a:pt x="1924203" y="623051"/>
                </a:cubicBezTo>
                <a:cubicBezTo>
                  <a:pt x="1922317" y="626195"/>
                  <a:pt x="1907857" y="648200"/>
                  <a:pt x="1905342" y="651343"/>
                </a:cubicBezTo>
                <a:cubicBezTo>
                  <a:pt x="1902827" y="654487"/>
                  <a:pt x="1889624" y="667060"/>
                  <a:pt x="1886480" y="670204"/>
                </a:cubicBezTo>
                <a:cubicBezTo>
                  <a:pt x="1883337" y="673347"/>
                  <a:pt x="1861961" y="694724"/>
                  <a:pt x="1858188" y="698496"/>
                </a:cubicBezTo>
                <a:cubicBezTo>
                  <a:pt x="1854416" y="702268"/>
                  <a:pt x="1833040" y="724274"/>
                  <a:pt x="1829896" y="726789"/>
                </a:cubicBezTo>
                <a:cubicBezTo>
                  <a:pt x="1826753" y="729303"/>
                  <a:pt x="1813550" y="734333"/>
                  <a:pt x="1811035" y="736219"/>
                </a:cubicBezTo>
                <a:cubicBezTo>
                  <a:pt x="1808520" y="738105"/>
                  <a:pt x="1794688" y="753194"/>
                  <a:pt x="1792174" y="755081"/>
                </a:cubicBezTo>
                <a:cubicBezTo>
                  <a:pt x="1789659" y="756967"/>
                  <a:pt x="1775198" y="763883"/>
                  <a:pt x="1773312" y="764512"/>
                </a:cubicBezTo>
                <a:cubicBezTo>
                  <a:pt x="1771426" y="765140"/>
                  <a:pt x="1765139" y="763883"/>
                  <a:pt x="1763881" y="764512"/>
                </a:cubicBezTo>
                <a:cubicBezTo>
                  <a:pt x="1762624" y="765140"/>
                  <a:pt x="1756337" y="772684"/>
                  <a:pt x="1754451" y="773942"/>
                </a:cubicBezTo>
                <a:cubicBezTo>
                  <a:pt x="1752565" y="775199"/>
                  <a:pt x="1737475" y="782115"/>
                  <a:pt x="1735589" y="783373"/>
                </a:cubicBezTo>
                <a:cubicBezTo>
                  <a:pt x="1733703" y="784630"/>
                  <a:pt x="1728045" y="792803"/>
                  <a:pt x="1726159" y="792803"/>
                </a:cubicBezTo>
                <a:cubicBezTo>
                  <a:pt x="1724272" y="792803"/>
                  <a:pt x="1708555" y="790917"/>
                  <a:pt x="1707297" y="783373"/>
                </a:cubicBezTo>
                <a:cubicBezTo>
                  <a:pt x="1706040" y="775828"/>
                  <a:pt x="1706669" y="687808"/>
                  <a:pt x="1707297" y="679635"/>
                </a:cubicBezTo>
                <a:cubicBezTo>
                  <a:pt x="1707926" y="671462"/>
                  <a:pt x="1714841" y="662660"/>
                  <a:pt x="1716728" y="660774"/>
                </a:cubicBezTo>
                <a:cubicBezTo>
                  <a:pt x="1718614" y="658887"/>
                  <a:pt x="1733703" y="653858"/>
                  <a:pt x="1735589" y="651343"/>
                </a:cubicBezTo>
                <a:cubicBezTo>
                  <a:pt x="1737475" y="648828"/>
                  <a:pt x="1743763" y="626823"/>
                  <a:pt x="1745020" y="623051"/>
                </a:cubicBezTo>
                <a:cubicBezTo>
                  <a:pt x="1746277" y="619279"/>
                  <a:pt x="1752565" y="598531"/>
                  <a:pt x="1754451" y="594759"/>
                </a:cubicBezTo>
                <a:cubicBezTo>
                  <a:pt x="1756337" y="590986"/>
                  <a:pt x="1771426" y="568981"/>
                  <a:pt x="1773312" y="566467"/>
                </a:cubicBezTo>
                <a:cubicBezTo>
                  <a:pt x="1775198" y="563952"/>
                  <a:pt x="1781485" y="558922"/>
                  <a:pt x="1782743" y="557036"/>
                </a:cubicBezTo>
                <a:cubicBezTo>
                  <a:pt x="1784000" y="555150"/>
                  <a:pt x="1790287" y="541318"/>
                  <a:pt x="1792174" y="538175"/>
                </a:cubicBezTo>
                <a:cubicBezTo>
                  <a:pt x="1794060" y="535031"/>
                  <a:pt x="1808520" y="513026"/>
                  <a:pt x="1811035" y="509883"/>
                </a:cubicBezTo>
                <a:cubicBezTo>
                  <a:pt x="1813550" y="506739"/>
                  <a:pt x="1828639" y="492907"/>
                  <a:pt x="1829896" y="491021"/>
                </a:cubicBezTo>
                <a:cubicBezTo>
                  <a:pt x="1831154" y="489135"/>
                  <a:pt x="1828010" y="482847"/>
                  <a:pt x="1829896" y="481590"/>
                </a:cubicBezTo>
                <a:cubicBezTo>
                  <a:pt x="1831782" y="480333"/>
                  <a:pt x="1856302" y="474675"/>
                  <a:pt x="1858188" y="472160"/>
                </a:cubicBezTo>
                <a:cubicBezTo>
                  <a:pt x="1860074" y="469645"/>
                  <a:pt x="1856931" y="446382"/>
                  <a:pt x="1858188" y="443868"/>
                </a:cubicBezTo>
                <a:cubicBezTo>
                  <a:pt x="1859446" y="441353"/>
                  <a:pt x="1875164" y="436323"/>
                  <a:pt x="1877050" y="434437"/>
                </a:cubicBezTo>
                <a:cubicBezTo>
                  <a:pt x="1878936" y="432551"/>
                  <a:pt x="1884594" y="417461"/>
                  <a:pt x="1886480" y="415576"/>
                </a:cubicBezTo>
                <a:cubicBezTo>
                  <a:pt x="1888366" y="413689"/>
                  <a:pt x="1902198" y="406145"/>
                  <a:pt x="1905342" y="406145"/>
                </a:cubicBezTo>
                <a:cubicBezTo>
                  <a:pt x="1908485" y="406145"/>
                  <a:pt x="1931119" y="413689"/>
                  <a:pt x="1933634" y="415576"/>
                </a:cubicBezTo>
                <a:cubicBezTo>
                  <a:pt x="1936149" y="417461"/>
                  <a:pt x="1942436" y="430665"/>
                  <a:pt x="1943065" y="434437"/>
                </a:cubicBezTo>
                <a:cubicBezTo>
                  <a:pt x="1943693" y="438210"/>
                  <a:pt x="1943693" y="467759"/>
                  <a:pt x="1943065" y="472160"/>
                </a:cubicBezTo>
                <a:cubicBezTo>
                  <a:pt x="1942436" y="476561"/>
                  <a:pt x="1934891" y="497308"/>
                  <a:pt x="1933634" y="500452"/>
                </a:cubicBezTo>
                <a:cubicBezTo>
                  <a:pt x="1932376" y="503595"/>
                  <a:pt x="1926089" y="516170"/>
                  <a:pt x="1924203" y="519313"/>
                </a:cubicBezTo>
                <a:cubicBezTo>
                  <a:pt x="1922317" y="522457"/>
                  <a:pt x="1907857" y="543204"/>
                  <a:pt x="1905342" y="547605"/>
                </a:cubicBezTo>
                <a:cubicBezTo>
                  <a:pt x="1902827" y="552006"/>
                  <a:pt x="1890252" y="578412"/>
                  <a:pt x="1886480" y="585328"/>
                </a:cubicBezTo>
                <a:cubicBezTo>
                  <a:pt x="1882708" y="592244"/>
                  <a:pt x="1854416" y="642541"/>
                  <a:pt x="1848758" y="651343"/>
                </a:cubicBezTo>
                <a:cubicBezTo>
                  <a:pt x="1843099" y="660145"/>
                  <a:pt x="1807262" y="710442"/>
                  <a:pt x="1801604" y="717358"/>
                </a:cubicBezTo>
                <a:cubicBezTo>
                  <a:pt x="1795946" y="724273"/>
                  <a:pt x="1768282" y="750051"/>
                  <a:pt x="1763881" y="755081"/>
                </a:cubicBezTo>
                <a:cubicBezTo>
                  <a:pt x="1759480" y="760110"/>
                  <a:pt x="1739990" y="788402"/>
                  <a:pt x="1735589" y="792803"/>
                </a:cubicBezTo>
                <a:cubicBezTo>
                  <a:pt x="1731188" y="797204"/>
                  <a:pt x="1701639" y="816694"/>
                  <a:pt x="1697866" y="821095"/>
                </a:cubicBezTo>
                <a:cubicBezTo>
                  <a:pt x="1694094" y="825496"/>
                  <a:pt x="1681520" y="854417"/>
                  <a:pt x="1679005" y="858818"/>
                </a:cubicBezTo>
                <a:cubicBezTo>
                  <a:pt x="1676490" y="863219"/>
                  <a:pt x="1663916" y="882709"/>
                  <a:pt x="1660144" y="887110"/>
                </a:cubicBezTo>
                <a:cubicBezTo>
                  <a:pt x="1656371" y="891511"/>
                  <a:pt x="1627451" y="919803"/>
                  <a:pt x="1622421" y="924833"/>
                </a:cubicBezTo>
                <a:cubicBezTo>
                  <a:pt x="1617391" y="929862"/>
                  <a:pt x="1589728" y="957526"/>
                  <a:pt x="1584698" y="962556"/>
                </a:cubicBezTo>
                <a:cubicBezTo>
                  <a:pt x="1579668" y="967585"/>
                  <a:pt x="1552634" y="995249"/>
                  <a:pt x="1546975" y="1000279"/>
                </a:cubicBezTo>
                <a:cubicBezTo>
                  <a:pt x="1541317" y="1005308"/>
                  <a:pt x="1506738" y="1033600"/>
                  <a:pt x="1499822" y="1038001"/>
                </a:cubicBezTo>
                <a:cubicBezTo>
                  <a:pt x="1492906" y="1042402"/>
                  <a:pt x="1448896" y="1063150"/>
                  <a:pt x="1443238" y="1066294"/>
                </a:cubicBezTo>
                <a:cubicBezTo>
                  <a:pt x="1437579" y="1069437"/>
                  <a:pt x="1419347" y="1082640"/>
                  <a:pt x="1414946" y="1085155"/>
                </a:cubicBezTo>
                <a:cubicBezTo>
                  <a:pt x="1410545" y="1087669"/>
                  <a:pt x="1382253" y="1101501"/>
                  <a:pt x="1377223" y="1104016"/>
                </a:cubicBezTo>
                <a:cubicBezTo>
                  <a:pt x="1372193" y="1106530"/>
                  <a:pt x="1344530" y="1120362"/>
                  <a:pt x="1339500" y="1122877"/>
                </a:cubicBezTo>
                <a:cubicBezTo>
                  <a:pt x="1334470" y="1125392"/>
                  <a:pt x="1306178" y="1139853"/>
                  <a:pt x="1301777" y="1141739"/>
                </a:cubicBezTo>
                <a:cubicBezTo>
                  <a:pt x="1297376" y="1143625"/>
                  <a:pt x="1278515" y="1149283"/>
                  <a:pt x="1273485" y="1151170"/>
                </a:cubicBezTo>
                <a:cubicBezTo>
                  <a:pt x="1268456" y="1153056"/>
                  <a:pt x="1231361" y="1168774"/>
                  <a:pt x="1226332" y="1170032"/>
                </a:cubicBezTo>
                <a:cubicBezTo>
                  <a:pt x="1221302" y="1171288"/>
                  <a:pt x="1201812" y="1169402"/>
                  <a:pt x="1198040" y="1170032"/>
                </a:cubicBezTo>
                <a:cubicBezTo>
                  <a:pt x="1194267" y="1170660"/>
                  <a:pt x="1183579" y="1178833"/>
                  <a:pt x="1169748" y="1179462"/>
                </a:cubicBezTo>
                <a:cubicBezTo>
                  <a:pt x="1155916" y="1180090"/>
                  <a:pt x="1004396" y="1180090"/>
                  <a:pt x="990564" y="1179462"/>
                </a:cubicBezTo>
                <a:cubicBezTo>
                  <a:pt x="976733" y="1178833"/>
                  <a:pt x="965416" y="1171288"/>
                  <a:pt x="962272" y="1170032"/>
                </a:cubicBezTo>
                <a:cubicBezTo>
                  <a:pt x="959129" y="1168774"/>
                  <a:pt x="945926" y="1161857"/>
                  <a:pt x="943411" y="1160600"/>
                </a:cubicBezTo>
                <a:cubicBezTo>
                  <a:pt x="940896" y="1159343"/>
                  <a:pt x="927064" y="1152427"/>
                  <a:pt x="924550" y="1151170"/>
                </a:cubicBezTo>
                <a:cubicBezTo>
                  <a:pt x="922035" y="1149912"/>
                  <a:pt x="907574" y="1142996"/>
                  <a:pt x="905688" y="1141739"/>
                </a:cubicBezTo>
                <a:cubicBezTo>
                  <a:pt x="903802" y="1140482"/>
                  <a:pt x="898144" y="1134194"/>
                  <a:pt x="896257" y="1132308"/>
                </a:cubicBezTo>
                <a:cubicBezTo>
                  <a:pt x="894371" y="1130422"/>
                  <a:pt x="879911" y="1116591"/>
                  <a:pt x="877396" y="1113447"/>
                </a:cubicBezTo>
                <a:cubicBezTo>
                  <a:pt x="874881" y="1110303"/>
                  <a:pt x="859792" y="1087669"/>
                  <a:pt x="858535" y="1085155"/>
                </a:cubicBezTo>
                <a:cubicBezTo>
                  <a:pt x="857277" y="1082640"/>
                  <a:pt x="859163" y="1076981"/>
                  <a:pt x="858535" y="1075724"/>
                </a:cubicBezTo>
                <a:cubicBezTo>
                  <a:pt x="857906" y="1074466"/>
                  <a:pt x="850990" y="1068808"/>
                  <a:pt x="849104" y="1066294"/>
                </a:cubicBezTo>
                <a:cubicBezTo>
                  <a:pt x="847218" y="1063779"/>
                  <a:pt x="831500" y="1043660"/>
                  <a:pt x="830243" y="1038001"/>
                </a:cubicBezTo>
                <a:cubicBezTo>
                  <a:pt x="828985" y="1032342"/>
                  <a:pt x="828985" y="987075"/>
                  <a:pt x="830243" y="981417"/>
                </a:cubicBezTo>
                <a:cubicBezTo>
                  <a:pt x="831500" y="975759"/>
                  <a:pt x="847847" y="956269"/>
                  <a:pt x="849104" y="953126"/>
                </a:cubicBezTo>
                <a:cubicBezTo>
                  <a:pt x="850361" y="949982"/>
                  <a:pt x="847218" y="937407"/>
                  <a:pt x="849104" y="934264"/>
                </a:cubicBezTo>
                <a:cubicBezTo>
                  <a:pt x="850990" y="931120"/>
                  <a:pt x="874253" y="909115"/>
                  <a:pt x="877396" y="905971"/>
                </a:cubicBezTo>
                <a:cubicBezTo>
                  <a:pt x="880540" y="902827"/>
                  <a:pt x="893114" y="889625"/>
                  <a:pt x="896257" y="887110"/>
                </a:cubicBezTo>
                <a:cubicBezTo>
                  <a:pt x="899401" y="884595"/>
                  <a:pt x="919520" y="870763"/>
                  <a:pt x="924550" y="868249"/>
                </a:cubicBezTo>
                <a:cubicBezTo>
                  <a:pt x="929579" y="865734"/>
                  <a:pt x="966673" y="851902"/>
                  <a:pt x="971703" y="849388"/>
                </a:cubicBezTo>
                <a:cubicBezTo>
                  <a:pt x="976733" y="846873"/>
                  <a:pt x="994965" y="833041"/>
                  <a:pt x="999995" y="830526"/>
                </a:cubicBezTo>
                <a:cubicBezTo>
                  <a:pt x="1005025" y="828011"/>
                  <a:pt x="1040861" y="812923"/>
                  <a:pt x="1047149" y="811665"/>
                </a:cubicBezTo>
                <a:cubicBezTo>
                  <a:pt x="1053436" y="810408"/>
                  <a:pt x="1088015" y="812923"/>
                  <a:pt x="1094302" y="811665"/>
                </a:cubicBezTo>
                <a:cubicBezTo>
                  <a:pt x="1100589" y="810408"/>
                  <a:pt x="1135797" y="794689"/>
                  <a:pt x="1141456" y="792803"/>
                </a:cubicBezTo>
                <a:cubicBezTo>
                  <a:pt x="1147114" y="790917"/>
                  <a:pt x="1174149" y="784630"/>
                  <a:pt x="1179178" y="783373"/>
                </a:cubicBezTo>
                <a:cubicBezTo>
                  <a:pt x="1184208" y="782115"/>
                  <a:pt x="1196782" y="774570"/>
                  <a:pt x="1216901" y="773942"/>
                </a:cubicBezTo>
                <a:cubicBezTo>
                  <a:pt x="1237020" y="773313"/>
                  <a:pt x="1462728" y="773313"/>
                  <a:pt x="1480961" y="773942"/>
                </a:cubicBezTo>
                <a:cubicBezTo>
                  <a:pt x="1499193" y="774570"/>
                  <a:pt x="1489134" y="782115"/>
                  <a:pt x="1490391" y="783373"/>
                </a:cubicBezTo>
                <a:cubicBezTo>
                  <a:pt x="1491649" y="784630"/>
                  <a:pt x="1499193" y="789660"/>
                  <a:pt x="1499822" y="792803"/>
                </a:cubicBezTo>
                <a:cubicBezTo>
                  <a:pt x="1500450" y="795947"/>
                  <a:pt x="1501079" y="826754"/>
                  <a:pt x="1499822" y="830526"/>
                </a:cubicBezTo>
                <a:cubicBezTo>
                  <a:pt x="1498564" y="834298"/>
                  <a:pt x="1484733" y="846244"/>
                  <a:pt x="1480961" y="849388"/>
                </a:cubicBezTo>
                <a:cubicBezTo>
                  <a:pt x="1477188" y="852531"/>
                  <a:pt x="1448268" y="874536"/>
                  <a:pt x="1443238" y="877680"/>
                </a:cubicBezTo>
                <a:cubicBezTo>
                  <a:pt x="1438208" y="880823"/>
                  <a:pt x="1408659" y="894026"/>
                  <a:pt x="1405515" y="896541"/>
                </a:cubicBezTo>
                <a:cubicBezTo>
                  <a:pt x="1402371" y="899056"/>
                  <a:pt x="1398599" y="912887"/>
                  <a:pt x="1396084" y="915402"/>
                </a:cubicBezTo>
                <a:cubicBezTo>
                  <a:pt x="1393569" y="917917"/>
                  <a:pt x="1371564" y="931749"/>
                  <a:pt x="1367792" y="934264"/>
                </a:cubicBezTo>
                <a:cubicBezTo>
                  <a:pt x="1364020" y="936778"/>
                  <a:pt x="1343272" y="950611"/>
                  <a:pt x="1339500" y="953126"/>
                </a:cubicBezTo>
                <a:cubicBezTo>
                  <a:pt x="1335728" y="955640"/>
                  <a:pt x="1314352" y="970100"/>
                  <a:pt x="1311208" y="971987"/>
                </a:cubicBezTo>
                <a:cubicBezTo>
                  <a:pt x="1308064" y="973873"/>
                  <a:pt x="1294862" y="979531"/>
                  <a:pt x="1292347" y="981417"/>
                </a:cubicBezTo>
                <a:cubicBezTo>
                  <a:pt x="1289832" y="983303"/>
                  <a:pt x="1276629" y="997764"/>
                  <a:pt x="1273485" y="1000279"/>
                </a:cubicBezTo>
                <a:cubicBezTo>
                  <a:pt x="1270342" y="1002793"/>
                  <a:pt x="1249594" y="1016625"/>
                  <a:pt x="1245193" y="1019140"/>
                </a:cubicBezTo>
                <a:cubicBezTo>
                  <a:pt x="1240792" y="1021655"/>
                  <a:pt x="1211243" y="1036115"/>
                  <a:pt x="1207471" y="1038001"/>
                </a:cubicBezTo>
                <a:cubicBezTo>
                  <a:pt x="1203698" y="1039887"/>
                  <a:pt x="1190495" y="1046803"/>
                  <a:pt x="1188609" y="1047432"/>
                </a:cubicBezTo>
                <a:cubicBezTo>
                  <a:pt x="1186723" y="1048060"/>
                  <a:pt x="1181064" y="1046803"/>
                  <a:pt x="1179178" y="1047432"/>
                </a:cubicBezTo>
                <a:cubicBezTo>
                  <a:pt x="1177292" y="1048060"/>
                  <a:pt x="1170376" y="1056234"/>
                  <a:pt x="1160317" y="1056863"/>
                </a:cubicBezTo>
                <a:cubicBezTo>
                  <a:pt x="1150258" y="1057492"/>
                  <a:pt x="1038975" y="1058120"/>
                  <a:pt x="1028287" y="1056863"/>
                </a:cubicBezTo>
                <a:cubicBezTo>
                  <a:pt x="1017599" y="1055606"/>
                  <a:pt x="1003139" y="1039258"/>
                  <a:pt x="999995" y="1038001"/>
                </a:cubicBezTo>
                <a:cubicBezTo>
                  <a:pt x="996851" y="1036744"/>
                  <a:pt x="981762" y="1037372"/>
                  <a:pt x="981134" y="1038001"/>
                </a:cubicBezTo>
                <a:cubicBezTo>
                  <a:pt x="980505" y="1038630"/>
                  <a:pt x="990564" y="1046175"/>
                  <a:pt x="990564" y="1047432"/>
                </a:cubicBezTo>
                <a:cubicBezTo>
                  <a:pt x="990564" y="1048689"/>
                  <a:pt x="981762" y="1056863"/>
                  <a:pt x="981134" y="1056863"/>
                </a:cubicBezTo>
                <a:cubicBezTo>
                  <a:pt x="980505" y="1056863"/>
                  <a:pt x="981762" y="1048689"/>
                  <a:pt x="981134" y="1047432"/>
                </a:cubicBezTo>
                <a:cubicBezTo>
                  <a:pt x="980505" y="1046175"/>
                  <a:pt x="972961" y="1039258"/>
                  <a:pt x="971703" y="1038001"/>
                </a:cubicBezTo>
                <a:cubicBezTo>
                  <a:pt x="970446" y="1036744"/>
                  <a:pt x="962901" y="1032971"/>
                  <a:pt x="962272" y="1028570"/>
                </a:cubicBezTo>
                <a:cubicBezTo>
                  <a:pt x="961644" y="1024168"/>
                  <a:pt x="961644" y="977644"/>
                  <a:pt x="962272" y="971987"/>
                </a:cubicBezTo>
                <a:cubicBezTo>
                  <a:pt x="962901" y="966328"/>
                  <a:pt x="969817" y="946838"/>
                  <a:pt x="971703" y="943694"/>
                </a:cubicBezTo>
                <a:cubicBezTo>
                  <a:pt x="973589" y="940550"/>
                  <a:pt x="988050" y="927348"/>
                  <a:pt x="990564" y="924833"/>
                </a:cubicBezTo>
                <a:cubicBezTo>
                  <a:pt x="993079" y="922318"/>
                  <a:pt x="1006911" y="907857"/>
                  <a:pt x="1009426" y="905971"/>
                </a:cubicBezTo>
                <a:cubicBezTo>
                  <a:pt x="1011941" y="904085"/>
                  <a:pt x="1025144" y="897798"/>
                  <a:pt x="1028287" y="896541"/>
                </a:cubicBezTo>
                <a:cubicBezTo>
                  <a:pt x="1031431" y="895284"/>
                  <a:pt x="1052178" y="888367"/>
                  <a:pt x="1056579" y="887110"/>
                </a:cubicBezTo>
                <a:cubicBezTo>
                  <a:pt x="1060980" y="885853"/>
                  <a:pt x="1090530" y="879566"/>
                  <a:pt x="1094302" y="877680"/>
                </a:cubicBezTo>
                <a:cubicBezTo>
                  <a:pt x="1098074" y="875793"/>
                  <a:pt x="1108134" y="860075"/>
                  <a:pt x="1113163" y="858818"/>
                </a:cubicBezTo>
                <a:cubicBezTo>
                  <a:pt x="1118193" y="857560"/>
                  <a:pt x="1162832" y="860075"/>
                  <a:pt x="1169748" y="858818"/>
                </a:cubicBezTo>
                <a:cubicBezTo>
                  <a:pt x="1176663" y="857560"/>
                  <a:pt x="1209356" y="842472"/>
                  <a:pt x="1216901" y="839957"/>
                </a:cubicBezTo>
                <a:cubicBezTo>
                  <a:pt x="1224446" y="837442"/>
                  <a:pt x="1275371" y="823610"/>
                  <a:pt x="1282916" y="821095"/>
                </a:cubicBezTo>
                <a:cubicBezTo>
                  <a:pt x="1290460" y="818580"/>
                  <a:pt x="1306178" y="802862"/>
                  <a:pt x="1330069" y="802234"/>
                </a:cubicBezTo>
                <a:cubicBezTo>
                  <a:pt x="1353960" y="801605"/>
                  <a:pt x="1620535" y="809779"/>
                  <a:pt x="1641282" y="811665"/>
                </a:cubicBezTo>
                <a:cubicBezTo>
                  <a:pt x="1662030" y="813551"/>
                  <a:pt x="1641911" y="828011"/>
                  <a:pt x="1641282" y="830526"/>
                </a:cubicBezTo>
                <a:cubicBezTo>
                  <a:pt x="1640654" y="833041"/>
                  <a:pt x="1633738" y="846873"/>
                  <a:pt x="1631852" y="849388"/>
                </a:cubicBezTo>
                <a:cubicBezTo>
                  <a:pt x="1629965" y="851902"/>
                  <a:pt x="1614876" y="866363"/>
                  <a:pt x="1612990" y="868249"/>
                </a:cubicBezTo>
                <a:cubicBezTo>
                  <a:pt x="1611104" y="870135"/>
                  <a:pt x="1605446" y="875793"/>
                  <a:pt x="1603559" y="877680"/>
                </a:cubicBezTo>
                <a:cubicBezTo>
                  <a:pt x="1601673" y="879566"/>
                  <a:pt x="1586584" y="894655"/>
                  <a:pt x="1584698" y="896541"/>
                </a:cubicBezTo>
                <a:cubicBezTo>
                  <a:pt x="1582812" y="898427"/>
                  <a:pt x="1579040" y="903456"/>
                  <a:pt x="1575268" y="905971"/>
                </a:cubicBezTo>
                <a:cubicBezTo>
                  <a:pt x="1571495" y="908486"/>
                  <a:pt x="1534401" y="931120"/>
                  <a:pt x="1528114" y="934264"/>
                </a:cubicBezTo>
                <a:cubicBezTo>
                  <a:pt x="1521827" y="937407"/>
                  <a:pt x="1487248" y="949982"/>
                  <a:pt x="1480961" y="953126"/>
                </a:cubicBezTo>
                <a:cubicBezTo>
                  <a:pt x="1474673" y="956269"/>
                  <a:pt x="1439465" y="978273"/>
                  <a:pt x="1433807" y="981417"/>
                </a:cubicBezTo>
                <a:cubicBezTo>
                  <a:pt x="1428148" y="984561"/>
                  <a:pt x="1402371" y="997135"/>
                  <a:pt x="1396084" y="1000279"/>
                </a:cubicBezTo>
                <a:cubicBezTo>
                  <a:pt x="1389797" y="1003422"/>
                  <a:pt x="1346416" y="1026055"/>
                  <a:pt x="1339500" y="1028570"/>
                </a:cubicBezTo>
                <a:cubicBezTo>
                  <a:pt x="1332584" y="1031084"/>
                  <a:pt x="1298634" y="1036744"/>
                  <a:pt x="1292347" y="1038001"/>
                </a:cubicBezTo>
                <a:cubicBezTo>
                  <a:pt x="1286059" y="1039258"/>
                  <a:pt x="1252109" y="1046175"/>
                  <a:pt x="1245193" y="1047432"/>
                </a:cubicBezTo>
                <a:cubicBezTo>
                  <a:pt x="1238277" y="1048689"/>
                  <a:pt x="1196154" y="1055606"/>
                  <a:pt x="1188609" y="1056863"/>
                </a:cubicBezTo>
                <a:cubicBezTo>
                  <a:pt x="1181064" y="1058120"/>
                  <a:pt x="1143970" y="1065665"/>
                  <a:pt x="1132025" y="1066294"/>
                </a:cubicBezTo>
                <a:cubicBezTo>
                  <a:pt x="1120079" y="1066922"/>
                  <a:pt x="1020114" y="1065036"/>
                  <a:pt x="1009426" y="1066294"/>
                </a:cubicBezTo>
                <a:cubicBezTo>
                  <a:pt x="998738" y="1067551"/>
                  <a:pt x="976104" y="1083268"/>
                  <a:pt x="971703" y="1085155"/>
                </a:cubicBezTo>
                <a:cubicBezTo>
                  <a:pt x="967302" y="1087041"/>
                  <a:pt x="947183" y="1094586"/>
                  <a:pt x="943411" y="1094586"/>
                </a:cubicBezTo>
                <a:cubicBezTo>
                  <a:pt x="939639" y="1094586"/>
                  <a:pt x="920148" y="1086412"/>
                  <a:pt x="915119" y="1085155"/>
                </a:cubicBezTo>
                <a:cubicBezTo>
                  <a:pt x="910089" y="1083897"/>
                  <a:pt x="873624" y="1077610"/>
                  <a:pt x="867965" y="1075724"/>
                </a:cubicBezTo>
                <a:cubicBezTo>
                  <a:pt x="862307" y="1073837"/>
                  <a:pt x="835272" y="1059378"/>
                  <a:pt x="830243" y="1056863"/>
                </a:cubicBezTo>
                <a:cubicBezTo>
                  <a:pt x="825213" y="1054348"/>
                  <a:pt x="798178" y="1040516"/>
                  <a:pt x="792520" y="1038001"/>
                </a:cubicBezTo>
                <a:cubicBezTo>
                  <a:pt x="786861" y="1035486"/>
                  <a:pt x="752282" y="1022912"/>
                  <a:pt x="745366" y="1019140"/>
                </a:cubicBezTo>
                <a:cubicBezTo>
                  <a:pt x="738451" y="1015368"/>
                  <a:pt x="696327" y="987076"/>
                  <a:pt x="688782" y="981417"/>
                </a:cubicBezTo>
                <a:cubicBezTo>
                  <a:pt x="681238" y="975759"/>
                  <a:pt x="637857" y="938665"/>
                  <a:pt x="632198" y="934264"/>
                </a:cubicBezTo>
                <a:cubicBezTo>
                  <a:pt x="626540" y="929862"/>
                  <a:pt x="608936" y="919174"/>
                  <a:pt x="603906" y="915402"/>
                </a:cubicBezTo>
                <a:cubicBezTo>
                  <a:pt x="598876" y="911630"/>
                  <a:pt x="561154" y="882081"/>
                  <a:pt x="556753" y="877680"/>
                </a:cubicBezTo>
                <a:cubicBezTo>
                  <a:pt x="552352" y="873278"/>
                  <a:pt x="539148" y="852531"/>
                  <a:pt x="537891" y="849388"/>
                </a:cubicBezTo>
                <a:cubicBezTo>
                  <a:pt x="536634" y="846244"/>
                  <a:pt x="538520" y="833041"/>
                  <a:pt x="537891" y="830526"/>
                </a:cubicBezTo>
                <a:cubicBezTo>
                  <a:pt x="537262" y="828011"/>
                  <a:pt x="529089" y="816066"/>
                  <a:pt x="528460" y="811665"/>
                </a:cubicBezTo>
                <a:cubicBezTo>
                  <a:pt x="527832" y="807264"/>
                  <a:pt x="527832" y="769541"/>
                  <a:pt x="528460" y="764512"/>
                </a:cubicBezTo>
                <a:cubicBezTo>
                  <a:pt x="529089" y="759482"/>
                  <a:pt x="536005" y="741249"/>
                  <a:pt x="537891" y="736219"/>
                </a:cubicBezTo>
                <a:cubicBezTo>
                  <a:pt x="539777" y="731189"/>
                  <a:pt x="554238" y="694724"/>
                  <a:pt x="556753" y="689066"/>
                </a:cubicBezTo>
                <a:cubicBezTo>
                  <a:pt x="559267" y="683407"/>
                  <a:pt x="573099" y="655116"/>
                  <a:pt x="575614" y="651343"/>
                </a:cubicBezTo>
                <a:cubicBezTo>
                  <a:pt x="578129" y="647571"/>
                  <a:pt x="591960" y="635625"/>
                  <a:pt x="594475" y="632481"/>
                </a:cubicBezTo>
                <a:cubicBezTo>
                  <a:pt x="596990" y="629337"/>
                  <a:pt x="610193" y="607962"/>
                  <a:pt x="613337" y="604190"/>
                </a:cubicBezTo>
                <a:cubicBezTo>
                  <a:pt x="616480" y="600417"/>
                  <a:pt x="638485" y="579041"/>
                  <a:pt x="641629" y="575897"/>
                </a:cubicBezTo>
                <a:cubicBezTo>
                  <a:pt x="644772" y="572754"/>
                  <a:pt x="657347" y="559551"/>
                  <a:pt x="660490" y="557036"/>
                </a:cubicBezTo>
                <a:cubicBezTo>
                  <a:pt x="663634" y="554521"/>
                  <a:pt x="683124" y="541318"/>
                  <a:pt x="688782" y="538175"/>
                </a:cubicBezTo>
                <a:cubicBezTo>
                  <a:pt x="694441" y="535031"/>
                  <a:pt x="737193" y="514283"/>
                  <a:pt x="745366" y="509883"/>
                </a:cubicBezTo>
                <a:cubicBezTo>
                  <a:pt x="753540" y="505481"/>
                  <a:pt x="803208" y="475932"/>
                  <a:pt x="811381" y="472160"/>
                </a:cubicBezTo>
                <a:cubicBezTo>
                  <a:pt x="819554" y="468387"/>
                  <a:pt x="829614" y="454556"/>
                  <a:pt x="867965" y="453299"/>
                </a:cubicBezTo>
                <a:cubicBezTo>
                  <a:pt x="906317" y="452041"/>
                  <a:pt x="1348302" y="453927"/>
                  <a:pt x="1386653" y="453299"/>
                </a:cubicBezTo>
                <a:cubicBezTo>
                  <a:pt x="1425005" y="452670"/>
                  <a:pt x="1432550" y="444496"/>
                  <a:pt x="1443238" y="443868"/>
                </a:cubicBezTo>
                <a:cubicBezTo>
                  <a:pt x="1453926" y="443239"/>
                  <a:pt x="1538802" y="443239"/>
                  <a:pt x="1546975" y="443868"/>
                </a:cubicBezTo>
                <a:cubicBezTo>
                  <a:pt x="1555149" y="444496"/>
                  <a:pt x="1565208" y="451412"/>
                  <a:pt x="1565837" y="453299"/>
                </a:cubicBezTo>
                <a:cubicBezTo>
                  <a:pt x="1566465" y="455184"/>
                  <a:pt x="1555777" y="469645"/>
                  <a:pt x="1556406" y="472160"/>
                </a:cubicBezTo>
                <a:cubicBezTo>
                  <a:pt x="1557035" y="474675"/>
                  <a:pt x="1572753" y="489135"/>
                  <a:pt x="1575268" y="491021"/>
                </a:cubicBezTo>
                <a:cubicBezTo>
                  <a:pt x="1577782" y="492907"/>
                  <a:pt x="1588470" y="499194"/>
                  <a:pt x="1594129" y="500452"/>
                </a:cubicBezTo>
                <a:cubicBezTo>
                  <a:pt x="1599787" y="501709"/>
                  <a:pt x="1658886" y="509254"/>
                  <a:pt x="1660144" y="509883"/>
                </a:cubicBezTo>
                <a:cubicBezTo>
                  <a:pt x="1661401" y="510511"/>
                  <a:pt x="1618020" y="509254"/>
                  <a:pt x="1612990" y="509883"/>
                </a:cubicBezTo>
                <a:cubicBezTo>
                  <a:pt x="1607960" y="510511"/>
                  <a:pt x="1588470" y="518056"/>
                  <a:pt x="1584698" y="519313"/>
                </a:cubicBezTo>
                <a:cubicBezTo>
                  <a:pt x="1580926" y="520571"/>
                  <a:pt x="1560178" y="527486"/>
                  <a:pt x="1556406" y="528744"/>
                </a:cubicBezTo>
                <a:cubicBezTo>
                  <a:pt x="1552634" y="530001"/>
                  <a:pt x="1531886" y="536917"/>
                  <a:pt x="1528114" y="538175"/>
                </a:cubicBezTo>
                <a:cubicBezTo>
                  <a:pt x="1524342" y="539432"/>
                  <a:pt x="1504223" y="546977"/>
                  <a:pt x="1499822" y="547605"/>
                </a:cubicBezTo>
                <a:cubicBezTo>
                  <a:pt x="1495421" y="548234"/>
                  <a:pt x="1467129" y="546977"/>
                  <a:pt x="1462099" y="547605"/>
                </a:cubicBezTo>
                <a:cubicBezTo>
                  <a:pt x="1457069" y="548234"/>
                  <a:pt x="1433807" y="556407"/>
                  <a:pt x="1424376" y="557036"/>
                </a:cubicBezTo>
                <a:cubicBezTo>
                  <a:pt x="1414946" y="557665"/>
                  <a:pt x="1333213" y="556407"/>
                  <a:pt x="1320639" y="557036"/>
                </a:cubicBezTo>
                <a:cubicBezTo>
                  <a:pt x="1308065" y="557665"/>
                  <a:pt x="1255881" y="565838"/>
                  <a:pt x="1235762" y="566467"/>
                </a:cubicBezTo>
                <a:cubicBezTo>
                  <a:pt x="1215644" y="567095"/>
                  <a:pt x="1038975" y="567724"/>
                  <a:pt x="1018856" y="566467"/>
                </a:cubicBezTo>
                <a:cubicBezTo>
                  <a:pt x="998738" y="565209"/>
                  <a:pt x="947183" y="550120"/>
                  <a:pt x="933980" y="547605"/>
                </a:cubicBezTo>
                <a:cubicBezTo>
                  <a:pt x="920777" y="545090"/>
                  <a:pt x="834015" y="530630"/>
                  <a:pt x="820812" y="528744"/>
                </a:cubicBezTo>
                <a:cubicBezTo>
                  <a:pt x="807609" y="526858"/>
                  <a:pt x="745366" y="519942"/>
                  <a:pt x="735936" y="519313"/>
                </a:cubicBezTo>
                <a:cubicBezTo>
                  <a:pt x="726505" y="518685"/>
                  <a:pt x="688153" y="519942"/>
                  <a:pt x="679352" y="519313"/>
                </a:cubicBezTo>
                <a:cubicBezTo>
                  <a:pt x="670550" y="518685"/>
                  <a:pt x="614594" y="510511"/>
                  <a:pt x="603906" y="509883"/>
                </a:cubicBezTo>
                <a:cubicBezTo>
                  <a:pt x="593218" y="509254"/>
                  <a:pt x="530347" y="511140"/>
                  <a:pt x="519030" y="509883"/>
                </a:cubicBezTo>
                <a:cubicBezTo>
                  <a:pt x="507713" y="508625"/>
                  <a:pt x="447985" y="494793"/>
                  <a:pt x="434154" y="491021"/>
                </a:cubicBezTo>
                <a:cubicBezTo>
                  <a:pt x="420322" y="487249"/>
                  <a:pt x="325386" y="457071"/>
                  <a:pt x="311554" y="453299"/>
                </a:cubicBezTo>
                <a:cubicBezTo>
                  <a:pt x="297723" y="449526"/>
                  <a:pt x="236109" y="437581"/>
                  <a:pt x="226678" y="434437"/>
                </a:cubicBezTo>
                <a:cubicBezTo>
                  <a:pt x="217248" y="431294"/>
                  <a:pt x="177010" y="409289"/>
                  <a:pt x="170094" y="406145"/>
                </a:cubicBezTo>
                <a:cubicBezTo>
                  <a:pt x="163178" y="403002"/>
                  <a:pt x="127970" y="389170"/>
                  <a:pt x="122941" y="387284"/>
                </a:cubicBezTo>
                <a:cubicBezTo>
                  <a:pt x="117911" y="385397"/>
                  <a:pt x="98421" y="379111"/>
                  <a:pt x="94649" y="377853"/>
                </a:cubicBezTo>
                <a:cubicBezTo>
                  <a:pt x="90876" y="376596"/>
                  <a:pt x="69500" y="369679"/>
                  <a:pt x="66357" y="368422"/>
                </a:cubicBezTo>
                <a:cubicBezTo>
                  <a:pt x="63213" y="367165"/>
                  <a:pt x="50010" y="360249"/>
                  <a:pt x="47495" y="358992"/>
                </a:cubicBezTo>
                <a:cubicBezTo>
                  <a:pt x="44980" y="357734"/>
                  <a:pt x="30520" y="350818"/>
                  <a:pt x="28634" y="349561"/>
                </a:cubicBezTo>
                <a:cubicBezTo>
                  <a:pt x="26748" y="348303"/>
                  <a:pt x="20460" y="340758"/>
                  <a:pt x="19203" y="340130"/>
                </a:cubicBezTo>
                <a:cubicBezTo>
                  <a:pt x="17946" y="339501"/>
                  <a:pt x="11030" y="340758"/>
                  <a:pt x="9772" y="340130"/>
                </a:cubicBezTo>
                <a:cubicBezTo>
                  <a:pt x="8515" y="339501"/>
                  <a:pt x="970" y="335100"/>
                  <a:pt x="342" y="330699"/>
                </a:cubicBezTo>
                <a:cubicBezTo>
                  <a:pt x="-286" y="326298"/>
                  <a:pt x="-915" y="278516"/>
                  <a:pt x="342" y="274115"/>
                </a:cubicBezTo>
                <a:cubicBezTo>
                  <a:pt x="1599" y="269714"/>
                  <a:pt x="17946" y="266570"/>
                  <a:pt x="19203" y="264684"/>
                </a:cubicBezTo>
                <a:cubicBezTo>
                  <a:pt x="20460" y="262798"/>
                  <a:pt x="17946" y="247709"/>
                  <a:pt x="19203" y="245823"/>
                </a:cubicBezTo>
                <a:cubicBezTo>
                  <a:pt x="20460" y="243937"/>
                  <a:pt x="35549" y="237650"/>
                  <a:pt x="38064" y="236393"/>
                </a:cubicBezTo>
                <a:cubicBezTo>
                  <a:pt x="40579" y="235135"/>
                  <a:pt x="53154" y="229476"/>
                  <a:pt x="56926" y="226962"/>
                </a:cubicBezTo>
                <a:cubicBezTo>
                  <a:pt x="60698" y="224447"/>
                  <a:pt x="89619" y="202442"/>
                  <a:pt x="94649" y="198670"/>
                </a:cubicBezTo>
                <a:cubicBezTo>
                  <a:pt x="99678" y="194897"/>
                  <a:pt x="127970" y="172264"/>
                  <a:pt x="132371" y="170378"/>
                </a:cubicBezTo>
                <a:cubicBezTo>
                  <a:pt x="136772" y="168492"/>
                  <a:pt x="158149" y="171006"/>
                  <a:pt x="160663" y="170378"/>
                </a:cubicBezTo>
                <a:cubicBezTo>
                  <a:pt x="163178" y="169749"/>
                  <a:pt x="167579" y="162204"/>
                  <a:pt x="170094" y="160947"/>
                </a:cubicBezTo>
                <a:cubicBezTo>
                  <a:pt x="172609" y="159689"/>
                  <a:pt x="194614" y="152773"/>
                  <a:pt x="198386" y="151516"/>
                </a:cubicBezTo>
                <a:cubicBezTo>
                  <a:pt x="202159" y="150259"/>
                  <a:pt x="222906" y="143343"/>
                  <a:pt x="226678" y="142086"/>
                </a:cubicBezTo>
                <a:cubicBezTo>
                  <a:pt x="230451" y="140828"/>
                  <a:pt x="249312" y="133283"/>
                  <a:pt x="254970" y="132655"/>
                </a:cubicBezTo>
                <a:cubicBezTo>
                  <a:pt x="260629" y="132026"/>
                  <a:pt x="304639" y="133283"/>
                  <a:pt x="311554" y="132655"/>
                </a:cubicBezTo>
                <a:cubicBezTo>
                  <a:pt x="318470" y="132026"/>
                  <a:pt x="350535" y="123224"/>
                  <a:pt x="358708" y="123224"/>
                </a:cubicBezTo>
                <a:cubicBezTo>
                  <a:pt x="366881" y="123224"/>
                  <a:pt x="429753" y="132026"/>
                  <a:pt x="434154" y="132655"/>
                </a:cubicBezTo>
                <a:cubicBezTo>
                  <a:pt x="438555" y="133283"/>
                  <a:pt x="425980" y="133283"/>
                  <a:pt x="424723" y="132655"/>
                </a:cubicBezTo>
                <a:cubicBezTo>
                  <a:pt x="423465" y="132026"/>
                  <a:pt x="414663" y="123853"/>
                  <a:pt x="415292" y="123224"/>
                </a:cubicBezTo>
                <a:cubicBezTo>
                  <a:pt x="415921" y="122595"/>
                  <a:pt x="431010" y="123853"/>
                  <a:pt x="434154" y="123224"/>
                </a:cubicBezTo>
                <a:cubicBezTo>
                  <a:pt x="437297" y="122595"/>
                  <a:pt x="459302" y="115679"/>
                  <a:pt x="462446" y="113793"/>
                </a:cubicBezTo>
                <a:cubicBezTo>
                  <a:pt x="465589" y="111907"/>
                  <a:pt x="479421" y="96818"/>
                  <a:pt x="481307" y="94932"/>
                </a:cubicBezTo>
                <a:cubicBezTo>
                  <a:pt x="483193" y="93046"/>
                  <a:pt x="480050" y="86130"/>
                  <a:pt x="490738" y="85502"/>
                </a:cubicBezTo>
                <a:cubicBezTo>
                  <a:pt x="501426" y="84873"/>
                  <a:pt x="630941" y="84873"/>
                  <a:pt x="641629" y="85502"/>
                </a:cubicBezTo>
                <a:cubicBezTo>
                  <a:pt x="652317" y="86130"/>
                  <a:pt x="649802" y="93675"/>
                  <a:pt x="651059" y="94932"/>
                </a:cubicBezTo>
                <a:cubicBezTo>
                  <a:pt x="652317" y="96189"/>
                  <a:pt x="652317" y="103734"/>
                  <a:pt x="660490" y="104363"/>
                </a:cubicBezTo>
                <a:cubicBezTo>
                  <a:pt x="668663" y="104991"/>
                  <a:pt x="761713" y="103734"/>
                  <a:pt x="773659" y="104363"/>
                </a:cubicBezTo>
                <a:cubicBezTo>
                  <a:pt x="785604" y="104991"/>
                  <a:pt x="833386" y="112536"/>
                  <a:pt x="839673" y="113793"/>
                </a:cubicBezTo>
                <a:cubicBezTo>
                  <a:pt x="845960" y="115051"/>
                  <a:pt x="864193" y="122595"/>
                  <a:pt x="867965" y="123224"/>
                </a:cubicBezTo>
                <a:cubicBezTo>
                  <a:pt x="871738" y="123853"/>
                  <a:pt x="891856" y="122595"/>
                  <a:pt x="896257" y="123224"/>
                </a:cubicBezTo>
                <a:cubicBezTo>
                  <a:pt x="900658" y="123853"/>
                  <a:pt x="898143" y="132026"/>
                  <a:pt x="933980" y="132655"/>
                </a:cubicBezTo>
                <a:cubicBezTo>
                  <a:pt x="969817" y="133283"/>
                  <a:pt x="1396084" y="133283"/>
                  <a:pt x="1433807" y="132655"/>
                </a:cubicBezTo>
                <a:cubicBezTo>
                  <a:pt x="1471530" y="132026"/>
                  <a:pt x="1491649" y="124481"/>
                  <a:pt x="1499822" y="123224"/>
                </a:cubicBezTo>
                <a:cubicBezTo>
                  <a:pt x="1507995" y="121967"/>
                  <a:pt x="1547604" y="115051"/>
                  <a:pt x="1556406" y="113793"/>
                </a:cubicBezTo>
                <a:cubicBezTo>
                  <a:pt x="1565208" y="112536"/>
                  <a:pt x="1623678" y="104991"/>
                  <a:pt x="1631852" y="104363"/>
                </a:cubicBezTo>
                <a:cubicBezTo>
                  <a:pt x="1640025" y="103734"/>
                  <a:pt x="1672089" y="104991"/>
                  <a:pt x="1679005" y="104363"/>
                </a:cubicBezTo>
                <a:cubicBezTo>
                  <a:pt x="1685921" y="103734"/>
                  <a:pt x="1727416" y="95560"/>
                  <a:pt x="1735589" y="94932"/>
                </a:cubicBezTo>
                <a:cubicBezTo>
                  <a:pt x="1743762" y="94303"/>
                  <a:pt x="1794059" y="95560"/>
                  <a:pt x="1801604" y="94932"/>
                </a:cubicBezTo>
                <a:cubicBezTo>
                  <a:pt x="1809148" y="94303"/>
                  <a:pt x="1841213" y="87388"/>
                  <a:pt x="1848758" y="85502"/>
                </a:cubicBezTo>
                <a:cubicBezTo>
                  <a:pt x="1856302" y="83616"/>
                  <a:pt x="1904713" y="67897"/>
                  <a:pt x="1914772" y="66640"/>
                </a:cubicBezTo>
                <a:cubicBezTo>
                  <a:pt x="1924832" y="65382"/>
                  <a:pt x="1990218" y="67897"/>
                  <a:pt x="1999649" y="66640"/>
                </a:cubicBezTo>
                <a:cubicBezTo>
                  <a:pt x="2009079" y="65382"/>
                  <a:pt x="2049317" y="49036"/>
                  <a:pt x="2056233" y="47779"/>
                </a:cubicBezTo>
                <a:cubicBezTo>
                  <a:pt x="2063149" y="46521"/>
                  <a:pt x="2097728" y="48407"/>
                  <a:pt x="2103386" y="47779"/>
                </a:cubicBezTo>
                <a:cubicBezTo>
                  <a:pt x="2109045" y="47150"/>
                  <a:pt x="2136708" y="39605"/>
                  <a:pt x="2141109" y="38348"/>
                </a:cubicBezTo>
                <a:cubicBezTo>
                  <a:pt x="2145510" y="37091"/>
                  <a:pt x="2164371" y="29546"/>
                  <a:pt x="2169401" y="28917"/>
                </a:cubicBezTo>
                <a:cubicBezTo>
                  <a:pt x="2174431" y="28289"/>
                  <a:pt x="2210896" y="29546"/>
                  <a:pt x="2216555" y="28917"/>
                </a:cubicBezTo>
                <a:cubicBezTo>
                  <a:pt x="2222213" y="28289"/>
                  <a:pt x="2251134" y="20744"/>
                  <a:pt x="2254277" y="19487"/>
                </a:cubicBezTo>
                <a:cubicBezTo>
                  <a:pt x="2257421" y="18229"/>
                  <a:pt x="2262451" y="10056"/>
                  <a:pt x="2263708" y="10056"/>
                </a:cubicBezTo>
                <a:cubicBezTo>
                  <a:pt x="2264965" y="10056"/>
                  <a:pt x="2271882" y="18229"/>
                  <a:pt x="2273139" y="19487"/>
                </a:cubicBezTo>
                <a:cubicBezTo>
                  <a:pt x="2274396" y="20744"/>
                  <a:pt x="2281312" y="28917"/>
                  <a:pt x="2282570" y="28917"/>
                </a:cubicBezTo>
                <a:cubicBezTo>
                  <a:pt x="2283827" y="28917"/>
                  <a:pt x="2290743" y="20744"/>
                  <a:pt x="2292000" y="19487"/>
                </a:cubicBezTo>
                <a:cubicBezTo>
                  <a:pt x="2293258" y="18229"/>
                  <a:pt x="2301431" y="10684"/>
                  <a:pt x="2301431" y="10056"/>
                </a:cubicBezTo>
                <a:cubicBezTo>
                  <a:pt x="2301431" y="9427"/>
                  <a:pt x="2293258" y="9427"/>
                  <a:pt x="2292000" y="10056"/>
                </a:cubicBezTo>
                <a:cubicBezTo>
                  <a:pt x="2290743" y="10684"/>
                  <a:pt x="2283198" y="18229"/>
                  <a:pt x="2282570" y="19487"/>
                </a:cubicBezTo>
                <a:cubicBezTo>
                  <a:pt x="2281941" y="20744"/>
                  <a:pt x="2283198" y="27660"/>
                  <a:pt x="2282570" y="28917"/>
                </a:cubicBezTo>
                <a:cubicBezTo>
                  <a:pt x="2281941" y="30175"/>
                  <a:pt x="2273768" y="36462"/>
                  <a:pt x="2273139" y="38348"/>
                </a:cubicBezTo>
                <a:cubicBezTo>
                  <a:pt x="2272510" y="40234"/>
                  <a:pt x="2273768" y="55323"/>
                  <a:pt x="2273139" y="57209"/>
                </a:cubicBezTo>
                <a:cubicBezTo>
                  <a:pt x="2272510" y="59095"/>
                  <a:pt x="2264965" y="65382"/>
                  <a:pt x="2263708" y="66640"/>
                </a:cubicBezTo>
                <a:cubicBezTo>
                  <a:pt x="2262451" y="67897"/>
                  <a:pt x="2255535" y="74813"/>
                  <a:pt x="2254277" y="76071"/>
                </a:cubicBezTo>
                <a:cubicBezTo>
                  <a:pt x="2253020" y="77328"/>
                  <a:pt x="2246104" y="82987"/>
                  <a:pt x="2244847" y="85502"/>
                </a:cubicBezTo>
                <a:cubicBezTo>
                  <a:pt x="2243589" y="88016"/>
                  <a:pt x="2236673" y="111278"/>
                  <a:pt x="2235416" y="113793"/>
                </a:cubicBezTo>
                <a:cubicBezTo>
                  <a:pt x="2234159" y="116308"/>
                  <a:pt x="2227243" y="121338"/>
                  <a:pt x="2225986" y="123224"/>
                </a:cubicBezTo>
                <a:cubicBezTo>
                  <a:pt x="2224728" y="125110"/>
                  <a:pt x="2217812" y="140199"/>
                  <a:pt x="2216555" y="142086"/>
                </a:cubicBezTo>
                <a:cubicBezTo>
                  <a:pt x="2215297" y="143971"/>
                  <a:pt x="2207753" y="149001"/>
                  <a:pt x="2207124" y="151516"/>
                </a:cubicBezTo>
                <a:cubicBezTo>
                  <a:pt x="2206495" y="154031"/>
                  <a:pt x="2207753" y="176665"/>
                  <a:pt x="2207124" y="179808"/>
                </a:cubicBezTo>
                <a:cubicBezTo>
                  <a:pt x="2206495" y="182952"/>
                  <a:pt x="2198951" y="196155"/>
                  <a:pt x="2197693" y="198670"/>
                </a:cubicBezTo>
                <a:cubicBezTo>
                  <a:pt x="2196436" y="201184"/>
                  <a:pt x="2189520" y="215645"/>
                  <a:pt x="2188263" y="217531"/>
                </a:cubicBezTo>
                <a:cubicBezTo>
                  <a:pt x="2187005" y="219417"/>
                  <a:pt x="2180089" y="225076"/>
                  <a:pt x="2178832" y="226962"/>
                </a:cubicBezTo>
                <a:cubicBezTo>
                  <a:pt x="2177575" y="228848"/>
                  <a:pt x="2170030" y="242680"/>
                  <a:pt x="2169401" y="245823"/>
                </a:cubicBezTo>
                <a:cubicBezTo>
                  <a:pt x="2168772" y="248967"/>
                  <a:pt x="2170030" y="271600"/>
                  <a:pt x="2169401" y="274115"/>
                </a:cubicBezTo>
                <a:cubicBezTo>
                  <a:pt x="2168772" y="276630"/>
                  <a:pt x="2160599" y="282288"/>
                  <a:pt x="2159971" y="283546"/>
                </a:cubicBezTo>
                <a:cubicBezTo>
                  <a:pt x="2159342" y="284803"/>
                  <a:pt x="2160599" y="291719"/>
                  <a:pt x="2159971" y="292977"/>
                </a:cubicBezTo>
                <a:cubicBezTo>
                  <a:pt x="2159342" y="294234"/>
                  <a:pt x="2151168" y="301150"/>
                  <a:pt x="2150540" y="302407"/>
                </a:cubicBezTo>
                <a:cubicBezTo>
                  <a:pt x="2149911" y="303665"/>
                  <a:pt x="2151168" y="310581"/>
                  <a:pt x="2150540" y="311838"/>
                </a:cubicBezTo>
                <a:cubicBezTo>
                  <a:pt x="2149911" y="313095"/>
                  <a:pt x="2142367" y="320011"/>
                  <a:pt x="2141109" y="321269"/>
                </a:cubicBezTo>
                <a:cubicBezTo>
                  <a:pt x="2139852" y="322526"/>
                  <a:pt x="2131679" y="328813"/>
                  <a:pt x="2131679" y="330699"/>
                </a:cubicBezTo>
                <a:cubicBezTo>
                  <a:pt x="2131679" y="332585"/>
                  <a:pt x="2140481" y="347674"/>
                  <a:pt x="2141109" y="349561"/>
                </a:cubicBezTo>
                <a:cubicBezTo>
                  <a:pt x="2141738" y="351447"/>
                  <a:pt x="2142367" y="357734"/>
                  <a:pt x="2141109" y="358992"/>
                </a:cubicBezTo>
                <a:cubicBezTo>
                  <a:pt x="2139852" y="360249"/>
                  <a:pt x="2124134" y="366536"/>
                  <a:pt x="2122248" y="368422"/>
                </a:cubicBezTo>
                <a:cubicBezTo>
                  <a:pt x="2120362" y="370308"/>
                  <a:pt x="2113446" y="384769"/>
                  <a:pt x="2112817" y="387284"/>
                </a:cubicBezTo>
                <a:cubicBezTo>
                  <a:pt x="2112188" y="389798"/>
                  <a:pt x="2113446" y="404259"/>
                  <a:pt x="2112817" y="406145"/>
                </a:cubicBezTo>
                <a:cubicBezTo>
                  <a:pt x="2112188" y="408031"/>
                  <a:pt x="2104644" y="414318"/>
                  <a:pt x="2103386" y="415576"/>
                </a:cubicBezTo>
                <a:cubicBezTo>
                  <a:pt x="2102129" y="416833"/>
                  <a:pt x="2095213" y="423120"/>
                  <a:pt x="2093956" y="425006"/>
                </a:cubicBezTo>
                <a:cubicBezTo>
                  <a:pt x="2092698" y="426892"/>
                  <a:pt x="2085153" y="441981"/>
                  <a:pt x="2084525" y="443868"/>
                </a:cubicBezTo>
                <a:cubicBezTo>
                  <a:pt x="2083896" y="445754"/>
                  <a:pt x="2085153" y="451412"/>
                  <a:pt x="2084525" y="453299"/>
                </a:cubicBezTo>
                <a:cubicBezTo>
                  <a:pt x="2083896" y="455184"/>
                  <a:pt x="2075723" y="469645"/>
                  <a:pt x="2075094" y="472160"/>
                </a:cubicBezTo>
                <a:cubicBezTo>
                  <a:pt x="2074465" y="474675"/>
                  <a:pt x="2075723" y="489135"/>
                  <a:pt x="2075094" y="491021"/>
                </a:cubicBezTo>
                <a:cubicBezTo>
                  <a:pt x="2074465" y="492907"/>
                  <a:pt x="2066292" y="498566"/>
                  <a:pt x="2065664" y="500452"/>
                </a:cubicBezTo>
                <a:cubicBezTo>
                  <a:pt x="2065035" y="502338"/>
                  <a:pt x="2066292" y="517427"/>
                  <a:pt x="2065664" y="519313"/>
                </a:cubicBezTo>
                <a:cubicBezTo>
                  <a:pt x="2065035" y="521199"/>
                  <a:pt x="2056862" y="527486"/>
                  <a:pt x="2056233" y="528744"/>
                </a:cubicBezTo>
                <a:cubicBezTo>
                  <a:pt x="2055604" y="530001"/>
                  <a:pt x="2056862" y="536289"/>
                  <a:pt x="2056233" y="538175"/>
                </a:cubicBezTo>
                <a:cubicBezTo>
                  <a:pt x="2055604" y="540061"/>
                  <a:pt x="2048688" y="551377"/>
                  <a:pt x="2046802" y="557036"/>
                </a:cubicBezTo>
                <a:cubicBezTo>
                  <a:pt x="2044916" y="562694"/>
                  <a:pt x="2029827" y="617393"/>
                  <a:pt x="2027941" y="623051"/>
                </a:cubicBezTo>
                <a:cubicBezTo>
                  <a:pt x="2026055" y="628710"/>
                  <a:pt x="2019138" y="640026"/>
                  <a:pt x="2018510" y="641912"/>
                </a:cubicBezTo>
                <a:cubicBezTo>
                  <a:pt x="2017881" y="643798"/>
                  <a:pt x="2019138" y="648828"/>
                  <a:pt x="2018510" y="651343"/>
                </a:cubicBezTo>
                <a:cubicBezTo>
                  <a:pt x="2017881" y="653858"/>
                  <a:pt x="2009708" y="662660"/>
                  <a:pt x="2009079" y="679635"/>
                </a:cubicBezTo>
                <a:cubicBezTo>
                  <a:pt x="2008451" y="696610"/>
                  <a:pt x="2008451" y="888367"/>
                  <a:pt x="2009079" y="905971"/>
                </a:cubicBezTo>
                <a:cubicBezTo>
                  <a:pt x="2009708" y="923575"/>
                  <a:pt x="2017881" y="937407"/>
                  <a:pt x="2018510" y="943694"/>
                </a:cubicBezTo>
                <a:cubicBezTo>
                  <a:pt x="2019138" y="949981"/>
                  <a:pt x="2017881" y="995249"/>
                  <a:pt x="2018510" y="1000279"/>
                </a:cubicBezTo>
                <a:cubicBezTo>
                  <a:pt x="2019138" y="1005308"/>
                  <a:pt x="2027312" y="1012224"/>
                  <a:pt x="2027941" y="1019140"/>
                </a:cubicBezTo>
                <a:cubicBezTo>
                  <a:pt x="2028569" y="1026055"/>
                  <a:pt x="2029198" y="1097728"/>
                  <a:pt x="2027941" y="1104016"/>
                </a:cubicBezTo>
                <a:cubicBezTo>
                  <a:pt x="2026683" y="1110303"/>
                  <a:pt x="2010337" y="1112190"/>
                  <a:pt x="2009079" y="1113447"/>
                </a:cubicBezTo>
                <a:cubicBezTo>
                  <a:pt x="2007822" y="1114704"/>
                  <a:pt x="2010337" y="1121620"/>
                  <a:pt x="2009079" y="1122877"/>
                </a:cubicBezTo>
                <a:cubicBezTo>
                  <a:pt x="2007822" y="1124134"/>
                  <a:pt x="1992104" y="1131051"/>
                  <a:pt x="1990218" y="1132308"/>
                </a:cubicBezTo>
                <a:cubicBezTo>
                  <a:pt x="1988332" y="1133565"/>
                  <a:pt x="1982673" y="1140482"/>
                  <a:pt x="1980787" y="1141739"/>
                </a:cubicBezTo>
                <a:cubicBezTo>
                  <a:pt x="1978901" y="1142996"/>
                  <a:pt x="1964441" y="1149912"/>
                  <a:pt x="1961926" y="1151170"/>
                </a:cubicBezTo>
                <a:cubicBezTo>
                  <a:pt x="1959411" y="1152427"/>
                  <a:pt x="1946837" y="1159343"/>
                  <a:pt x="1943065" y="1160600"/>
                </a:cubicBezTo>
                <a:cubicBezTo>
                  <a:pt x="1939292" y="1161857"/>
                  <a:pt x="1908485" y="1169402"/>
                  <a:pt x="1905342" y="1170032"/>
                </a:cubicBezTo>
                <a:cubicBezTo>
                  <a:pt x="1902198" y="1170660"/>
                  <a:pt x="1899055" y="1168774"/>
                  <a:pt x="1895911" y="1170032"/>
                </a:cubicBezTo>
                <a:cubicBezTo>
                  <a:pt x="1892767" y="1171288"/>
                  <a:pt x="1861961" y="1187006"/>
                  <a:pt x="1858188" y="1188893"/>
                </a:cubicBezTo>
                <a:cubicBezTo>
                  <a:pt x="1854416" y="1190779"/>
                  <a:pt x="1843728" y="1197066"/>
                  <a:pt x="1839327" y="1198323"/>
                </a:cubicBezTo>
                <a:cubicBezTo>
                  <a:pt x="1834926" y="1199580"/>
                  <a:pt x="1797203" y="1207125"/>
                  <a:pt x="1792174" y="1207754"/>
                </a:cubicBezTo>
                <a:cubicBezTo>
                  <a:pt x="1787144" y="1208382"/>
                  <a:pt x="1767654" y="1206496"/>
                  <a:pt x="1763881" y="1207754"/>
                </a:cubicBezTo>
                <a:cubicBezTo>
                  <a:pt x="1760109" y="1209011"/>
                  <a:pt x="1738104" y="1225358"/>
                  <a:pt x="1735589" y="1226615"/>
                </a:cubicBezTo>
                <a:cubicBezTo>
                  <a:pt x="1733074" y="1227872"/>
                  <a:pt x="1728673" y="1225986"/>
                  <a:pt x="1726159" y="1226615"/>
                </a:cubicBezTo>
                <a:cubicBezTo>
                  <a:pt x="1723644" y="1227244"/>
                  <a:pt x="1701010" y="1235417"/>
                  <a:pt x="1697866" y="1236046"/>
                </a:cubicBezTo>
                <a:cubicBezTo>
                  <a:pt x="1694723" y="1236675"/>
                  <a:pt x="1681520" y="1235417"/>
                  <a:pt x="1679005" y="1236046"/>
                </a:cubicBezTo>
                <a:cubicBezTo>
                  <a:pt x="1676490" y="1236675"/>
                  <a:pt x="1662659" y="1244847"/>
                  <a:pt x="1660144" y="1245476"/>
                </a:cubicBezTo>
                <a:cubicBezTo>
                  <a:pt x="1657629" y="1246104"/>
                  <a:pt x="1643797" y="1244847"/>
                  <a:pt x="1641282" y="1245476"/>
                </a:cubicBezTo>
                <a:cubicBezTo>
                  <a:pt x="1638767" y="1246104"/>
                  <a:pt x="1625565" y="1253650"/>
                  <a:pt x="1622421" y="1254907"/>
                </a:cubicBezTo>
                <a:cubicBezTo>
                  <a:pt x="1619277" y="1256164"/>
                  <a:pt x="1597901" y="1263081"/>
                  <a:pt x="1594129" y="1264338"/>
                </a:cubicBezTo>
                <a:cubicBezTo>
                  <a:pt x="1590357" y="1265595"/>
                  <a:pt x="1569609" y="1272511"/>
                  <a:pt x="1565837" y="1273769"/>
                </a:cubicBezTo>
                <a:cubicBezTo>
                  <a:pt x="1562064" y="1275026"/>
                  <a:pt x="1540688" y="1282571"/>
                  <a:pt x="1537545" y="1283200"/>
                </a:cubicBezTo>
                <a:cubicBezTo>
                  <a:pt x="1534401" y="1283828"/>
                  <a:pt x="1521827" y="1282571"/>
                  <a:pt x="1518683" y="1283200"/>
                </a:cubicBezTo>
                <a:cubicBezTo>
                  <a:pt x="1515540" y="1283828"/>
                  <a:pt x="1493535" y="1292001"/>
                  <a:pt x="1490391" y="1292630"/>
                </a:cubicBezTo>
                <a:cubicBezTo>
                  <a:pt x="1487248" y="1293258"/>
                  <a:pt x="1474045" y="1292001"/>
                  <a:pt x="1471530" y="1292630"/>
                </a:cubicBezTo>
                <a:cubicBezTo>
                  <a:pt x="1469015" y="1293258"/>
                  <a:pt x="1458955" y="1301432"/>
                  <a:pt x="1452668" y="1302061"/>
                </a:cubicBezTo>
                <a:cubicBezTo>
                  <a:pt x="1446381" y="1302689"/>
                  <a:pt x="1386654" y="1301432"/>
                  <a:pt x="1377223" y="1302061"/>
                </a:cubicBezTo>
                <a:cubicBezTo>
                  <a:pt x="1367792" y="1302689"/>
                  <a:pt x="1332584" y="1310862"/>
                  <a:pt x="1311208" y="1311492"/>
                </a:cubicBezTo>
                <a:cubicBezTo>
                  <a:pt x="1289832" y="1312120"/>
                  <a:pt x="1077327" y="1310862"/>
                  <a:pt x="1056579" y="1311492"/>
                </a:cubicBezTo>
                <a:cubicBezTo>
                  <a:pt x="1035832" y="1312120"/>
                  <a:pt x="1008797" y="1320293"/>
                  <a:pt x="999995" y="1320922"/>
                </a:cubicBezTo>
                <a:cubicBezTo>
                  <a:pt x="991193" y="1321550"/>
                  <a:pt x="932723" y="1321550"/>
                  <a:pt x="924550" y="1320922"/>
                </a:cubicBezTo>
                <a:cubicBezTo>
                  <a:pt x="916376" y="1320293"/>
                  <a:pt x="882426" y="1312120"/>
                  <a:pt x="877396" y="1311492"/>
                </a:cubicBezTo>
                <a:cubicBezTo>
                  <a:pt x="872366" y="1310862"/>
                  <a:pt x="853505" y="1312120"/>
                  <a:pt x="849104" y="1311492"/>
                </a:cubicBezTo>
                <a:cubicBezTo>
                  <a:pt x="844703" y="1310862"/>
                  <a:pt x="815782" y="1303318"/>
                  <a:pt x="811381" y="1302061"/>
                </a:cubicBezTo>
                <a:cubicBezTo>
                  <a:pt x="806980" y="1300803"/>
                  <a:pt x="787490" y="1293258"/>
                  <a:pt x="783089" y="1292630"/>
                </a:cubicBezTo>
                <a:cubicBezTo>
                  <a:pt x="778688" y="1292001"/>
                  <a:pt x="748510" y="1293258"/>
                  <a:pt x="745366" y="1292630"/>
                </a:cubicBezTo>
                <a:cubicBezTo>
                  <a:pt x="742223" y="1292001"/>
                  <a:pt x="740337" y="1283828"/>
                  <a:pt x="735936" y="1283200"/>
                </a:cubicBezTo>
                <a:cubicBezTo>
                  <a:pt x="731535" y="1282571"/>
                  <a:pt x="685010" y="1283828"/>
                  <a:pt x="679352" y="1283200"/>
                </a:cubicBezTo>
                <a:cubicBezTo>
                  <a:pt x="673693" y="1282571"/>
                  <a:pt x="656089" y="1274397"/>
                  <a:pt x="651059" y="1273769"/>
                </a:cubicBezTo>
                <a:cubicBezTo>
                  <a:pt x="646030" y="1273140"/>
                  <a:pt x="607678" y="1274397"/>
                  <a:pt x="603906" y="1273769"/>
                </a:cubicBezTo>
                <a:cubicBezTo>
                  <a:pt x="600134" y="1273140"/>
                  <a:pt x="596361" y="1264966"/>
                  <a:pt x="594475" y="1264338"/>
                </a:cubicBezTo>
                <a:cubicBezTo>
                  <a:pt x="592589" y="1263709"/>
                  <a:pt x="577500" y="1264966"/>
                  <a:pt x="575614" y="1264338"/>
                </a:cubicBezTo>
                <a:cubicBezTo>
                  <a:pt x="573728" y="1263709"/>
                  <a:pt x="567441" y="1255536"/>
                  <a:pt x="566183" y="1254907"/>
                </a:cubicBezTo>
                <a:cubicBezTo>
                  <a:pt x="564926" y="1254278"/>
                  <a:pt x="558639" y="1255536"/>
                  <a:pt x="556753" y="1254907"/>
                </a:cubicBezTo>
                <a:cubicBezTo>
                  <a:pt x="554866" y="1254278"/>
                  <a:pt x="539777" y="1246104"/>
                  <a:pt x="537891" y="1245476"/>
                </a:cubicBezTo>
                <a:cubicBezTo>
                  <a:pt x="536005" y="1244847"/>
                  <a:pt x="529718" y="1246104"/>
                  <a:pt x="528460" y="1245476"/>
                </a:cubicBezTo>
                <a:cubicBezTo>
                  <a:pt x="527203" y="1244847"/>
                  <a:pt x="519658" y="1237303"/>
                  <a:pt x="519030" y="1236046"/>
                </a:cubicBezTo>
                <a:cubicBezTo>
                  <a:pt x="518401" y="1234789"/>
                  <a:pt x="520287" y="1227872"/>
                  <a:pt x="519030" y="1226615"/>
                </a:cubicBezTo>
                <a:cubicBezTo>
                  <a:pt x="517772" y="1225358"/>
                  <a:pt x="502055" y="1217812"/>
                  <a:pt x="500168" y="1217184"/>
                </a:cubicBezTo>
                <a:cubicBezTo>
                  <a:pt x="498282" y="1216555"/>
                  <a:pt x="491995" y="1218441"/>
                  <a:pt x="490738" y="1217184"/>
                </a:cubicBezTo>
                <a:cubicBezTo>
                  <a:pt x="489480" y="1215926"/>
                  <a:pt x="483193" y="1199580"/>
                  <a:pt x="481307" y="1198323"/>
                </a:cubicBezTo>
                <a:cubicBezTo>
                  <a:pt x="479421" y="1197066"/>
                  <a:pt x="464332" y="1198952"/>
                  <a:pt x="462446" y="1198323"/>
                </a:cubicBezTo>
                <a:cubicBezTo>
                  <a:pt x="460559" y="1197694"/>
                  <a:pt x="454272" y="1190149"/>
                  <a:pt x="453015" y="1188893"/>
                </a:cubicBezTo>
                <a:cubicBezTo>
                  <a:pt x="451757" y="1187635"/>
                  <a:pt x="445470" y="1180719"/>
                  <a:pt x="443584" y="1179462"/>
                </a:cubicBezTo>
                <a:cubicBezTo>
                  <a:pt x="441698" y="1178204"/>
                  <a:pt x="426609" y="1170032"/>
                  <a:pt x="424723" y="1170032"/>
                </a:cubicBezTo>
                <a:cubicBezTo>
                  <a:pt x="422837" y="1170032"/>
                  <a:pt x="417807" y="1178833"/>
                  <a:pt x="415292" y="1179462"/>
                </a:cubicBezTo>
                <a:cubicBezTo>
                  <a:pt x="412777" y="1180090"/>
                  <a:pt x="389515" y="1180090"/>
                  <a:pt x="387000" y="1179462"/>
                </a:cubicBezTo>
                <a:cubicBezTo>
                  <a:pt x="384485" y="1178833"/>
                  <a:pt x="378827" y="1171917"/>
                  <a:pt x="377569" y="1170032"/>
                </a:cubicBezTo>
                <a:cubicBezTo>
                  <a:pt x="376312" y="1168145"/>
                  <a:pt x="370025" y="1152427"/>
                  <a:pt x="368139" y="1151170"/>
                </a:cubicBezTo>
                <a:cubicBezTo>
                  <a:pt x="366253" y="1149912"/>
                  <a:pt x="351163" y="1151798"/>
                  <a:pt x="349277" y="1151170"/>
                </a:cubicBezTo>
                <a:cubicBezTo>
                  <a:pt x="347391" y="1150541"/>
                  <a:pt x="341733" y="1142996"/>
                  <a:pt x="339847" y="1141739"/>
                </a:cubicBezTo>
                <a:cubicBezTo>
                  <a:pt x="337960" y="1140482"/>
                  <a:pt x="323500" y="1134194"/>
                  <a:pt x="320985" y="1132308"/>
                </a:cubicBezTo>
                <a:cubicBezTo>
                  <a:pt x="318470" y="1130422"/>
                  <a:pt x="304010" y="1115962"/>
                  <a:pt x="302124" y="1113447"/>
                </a:cubicBezTo>
                <a:cubicBezTo>
                  <a:pt x="300238" y="1110932"/>
                  <a:pt x="294579" y="1095842"/>
                  <a:pt x="292693" y="1094586"/>
                </a:cubicBezTo>
                <a:cubicBezTo>
                  <a:pt x="290807" y="1093328"/>
                  <a:pt x="275718" y="1095842"/>
                  <a:pt x="273832" y="1094586"/>
                </a:cubicBezTo>
                <a:cubicBezTo>
                  <a:pt x="271946" y="1093328"/>
                  <a:pt x="265659" y="1077610"/>
                  <a:pt x="264401" y="1075724"/>
                </a:cubicBezTo>
                <a:cubicBezTo>
                  <a:pt x="263144" y="1073837"/>
                  <a:pt x="256856" y="1068808"/>
                  <a:pt x="254970" y="1066294"/>
                </a:cubicBezTo>
                <a:cubicBezTo>
                  <a:pt x="253084" y="1063779"/>
                  <a:pt x="237995" y="1040516"/>
                  <a:pt x="236109" y="1038001"/>
                </a:cubicBezTo>
                <a:cubicBezTo>
                  <a:pt x="234223" y="1035486"/>
                  <a:pt x="227307" y="1031713"/>
                  <a:pt x="226678" y="1028570"/>
                </a:cubicBezTo>
                <a:cubicBezTo>
                  <a:pt x="226050" y="1025426"/>
                  <a:pt x="227936" y="995249"/>
                  <a:pt x="226678" y="990848"/>
                </a:cubicBezTo>
                <a:cubicBezTo>
                  <a:pt x="225421" y="986446"/>
                  <a:pt x="210332" y="965699"/>
                  <a:pt x="207817" y="962556"/>
                </a:cubicBezTo>
                <a:cubicBezTo>
                  <a:pt x="205302" y="959412"/>
                  <a:pt x="190213" y="946209"/>
                  <a:pt x="188956" y="943694"/>
                </a:cubicBezTo>
                <a:cubicBezTo>
                  <a:pt x="187698" y="941179"/>
                  <a:pt x="189584" y="926719"/>
                  <a:pt x="188956" y="924833"/>
                </a:cubicBezTo>
                <a:cubicBezTo>
                  <a:pt x="188327" y="922947"/>
                  <a:pt x="179525" y="917288"/>
                  <a:pt x="179525" y="915402"/>
                </a:cubicBezTo>
                <a:cubicBezTo>
                  <a:pt x="179525" y="913516"/>
                  <a:pt x="187698" y="898427"/>
                  <a:pt x="188956" y="896541"/>
                </a:cubicBezTo>
                <a:cubicBezTo>
                  <a:pt x="190213" y="894655"/>
                  <a:pt x="199015" y="888367"/>
                  <a:pt x="198386" y="887110"/>
                </a:cubicBezTo>
                <a:cubicBezTo>
                  <a:pt x="197758" y="885853"/>
                  <a:pt x="181411" y="878937"/>
                  <a:pt x="179525" y="877680"/>
                </a:cubicBezTo>
                <a:cubicBezTo>
                  <a:pt x="177639" y="876422"/>
                  <a:pt x="170094" y="873907"/>
                  <a:pt x="170094" y="868249"/>
                </a:cubicBezTo>
                <a:cubicBezTo>
                  <a:pt x="170094" y="862590"/>
                  <a:pt x="178267" y="798462"/>
                  <a:pt x="179525" y="792803"/>
                </a:cubicBezTo>
                <a:cubicBezTo>
                  <a:pt x="180782" y="787145"/>
                  <a:pt x="188327" y="789031"/>
                  <a:pt x="188956" y="783373"/>
                </a:cubicBezTo>
                <a:cubicBezTo>
                  <a:pt x="189584" y="777714"/>
                  <a:pt x="188327" y="714843"/>
                  <a:pt x="188956" y="707927"/>
                </a:cubicBezTo>
                <a:cubicBezTo>
                  <a:pt x="189584" y="701012"/>
                  <a:pt x="197758" y="684036"/>
                  <a:pt x="198386" y="679635"/>
                </a:cubicBezTo>
                <a:cubicBezTo>
                  <a:pt x="199015" y="675234"/>
                  <a:pt x="197758" y="645684"/>
                  <a:pt x="198386" y="641912"/>
                </a:cubicBezTo>
                <a:cubicBezTo>
                  <a:pt x="199015" y="638140"/>
                  <a:pt x="206559" y="625566"/>
                  <a:pt x="207817" y="623051"/>
                </a:cubicBezTo>
                <a:cubicBezTo>
                  <a:pt x="209074" y="620536"/>
                  <a:pt x="216619" y="606704"/>
                  <a:pt x="217248" y="604190"/>
                </a:cubicBezTo>
                <a:cubicBezTo>
                  <a:pt x="217876" y="601675"/>
                  <a:pt x="215990" y="588471"/>
                  <a:pt x="217248" y="585328"/>
                </a:cubicBezTo>
                <a:cubicBezTo>
                  <a:pt x="218505" y="582184"/>
                  <a:pt x="234223" y="560180"/>
                  <a:pt x="236109" y="557036"/>
                </a:cubicBezTo>
                <a:cubicBezTo>
                  <a:pt x="237995" y="553892"/>
                  <a:pt x="244282" y="540689"/>
                  <a:pt x="245540" y="538175"/>
                </a:cubicBezTo>
                <a:cubicBezTo>
                  <a:pt x="246797" y="535660"/>
                  <a:pt x="254342" y="521199"/>
                  <a:pt x="254970" y="519313"/>
                </a:cubicBezTo>
                <a:cubicBezTo>
                  <a:pt x="255599" y="517427"/>
                  <a:pt x="254342" y="511769"/>
                  <a:pt x="254970" y="509883"/>
                </a:cubicBezTo>
                <a:cubicBezTo>
                  <a:pt x="255599" y="507996"/>
                  <a:pt x="263144" y="492907"/>
                  <a:pt x="264401" y="491021"/>
                </a:cubicBezTo>
                <a:cubicBezTo>
                  <a:pt x="265659" y="489135"/>
                  <a:pt x="273203" y="482847"/>
                  <a:pt x="273832" y="481590"/>
                </a:cubicBezTo>
                <a:cubicBezTo>
                  <a:pt x="274461" y="480333"/>
                  <a:pt x="272574" y="474046"/>
                  <a:pt x="273832" y="472160"/>
                </a:cubicBezTo>
                <a:cubicBezTo>
                  <a:pt x="275089" y="470274"/>
                  <a:pt x="290178" y="455813"/>
                  <a:pt x="292693" y="453299"/>
                </a:cubicBezTo>
                <a:cubicBezTo>
                  <a:pt x="295208" y="450784"/>
                  <a:pt x="309668" y="436952"/>
                  <a:pt x="311554" y="434437"/>
                </a:cubicBezTo>
                <a:cubicBezTo>
                  <a:pt x="313441" y="431923"/>
                  <a:pt x="319728" y="417461"/>
                  <a:pt x="320985" y="415576"/>
                </a:cubicBezTo>
                <a:cubicBezTo>
                  <a:pt x="322243" y="413689"/>
                  <a:pt x="329158" y="407402"/>
                  <a:pt x="330416" y="406145"/>
                </a:cubicBezTo>
                <a:cubicBezTo>
                  <a:pt x="331673" y="404888"/>
                  <a:pt x="339218" y="398600"/>
                  <a:pt x="339847" y="396714"/>
                </a:cubicBezTo>
                <a:cubicBezTo>
                  <a:pt x="340475" y="394828"/>
                  <a:pt x="338589" y="379739"/>
                  <a:pt x="339847" y="377853"/>
                </a:cubicBezTo>
                <a:cubicBezTo>
                  <a:pt x="341104" y="375967"/>
                  <a:pt x="356822" y="369679"/>
                  <a:pt x="358708" y="368422"/>
                </a:cubicBezTo>
                <a:cubicBezTo>
                  <a:pt x="360594" y="367165"/>
                  <a:pt x="366881" y="360878"/>
                  <a:pt x="368139" y="358992"/>
                </a:cubicBezTo>
                <a:cubicBezTo>
                  <a:pt x="369396" y="357106"/>
                  <a:pt x="376312" y="342016"/>
                  <a:pt x="377569" y="340130"/>
                </a:cubicBezTo>
                <a:cubicBezTo>
                  <a:pt x="378827" y="338244"/>
                  <a:pt x="384485" y="332585"/>
                  <a:pt x="387000" y="330699"/>
                </a:cubicBezTo>
                <a:cubicBezTo>
                  <a:pt x="389515" y="328813"/>
                  <a:pt x="412777" y="313724"/>
                  <a:pt x="415292" y="311838"/>
                </a:cubicBezTo>
                <a:cubicBezTo>
                  <a:pt x="417807" y="309952"/>
                  <a:pt x="423465" y="302407"/>
                  <a:pt x="424723" y="302407"/>
                </a:cubicBezTo>
                <a:cubicBezTo>
                  <a:pt x="425980" y="302407"/>
                  <a:pt x="432896" y="311209"/>
                  <a:pt x="434154" y="311838"/>
                </a:cubicBezTo>
                <a:cubicBezTo>
                  <a:pt x="435411" y="312466"/>
                  <a:pt x="441698" y="312466"/>
                  <a:pt x="443584" y="311838"/>
                </a:cubicBezTo>
                <a:cubicBezTo>
                  <a:pt x="445470" y="311209"/>
                  <a:pt x="459931" y="304293"/>
                  <a:pt x="462446" y="302407"/>
                </a:cubicBezTo>
                <a:cubicBezTo>
                  <a:pt x="464960" y="300521"/>
                  <a:pt x="479421" y="286060"/>
                  <a:pt x="481307" y="283546"/>
                </a:cubicBezTo>
                <a:cubicBezTo>
                  <a:pt x="483193" y="281031"/>
                  <a:pt x="489480" y="266570"/>
                  <a:pt x="490738" y="264684"/>
                </a:cubicBezTo>
                <a:cubicBezTo>
                  <a:pt x="491995" y="262798"/>
                  <a:pt x="498282" y="255882"/>
                  <a:pt x="500168" y="255254"/>
                </a:cubicBezTo>
                <a:cubicBezTo>
                  <a:pt x="502055" y="254625"/>
                  <a:pt x="517144" y="255882"/>
                  <a:pt x="519030" y="255254"/>
                </a:cubicBezTo>
                <a:cubicBezTo>
                  <a:pt x="520916" y="254625"/>
                  <a:pt x="527203" y="247081"/>
                  <a:pt x="528460" y="245823"/>
                </a:cubicBezTo>
                <a:cubicBezTo>
                  <a:pt x="529718" y="244566"/>
                  <a:pt x="536005" y="237650"/>
                  <a:pt x="537891" y="236393"/>
                </a:cubicBezTo>
                <a:cubicBezTo>
                  <a:pt x="539777" y="235135"/>
                  <a:pt x="554238" y="228219"/>
                  <a:pt x="556753" y="226962"/>
                </a:cubicBezTo>
                <a:cubicBezTo>
                  <a:pt x="559267" y="225704"/>
                  <a:pt x="573099" y="218159"/>
                  <a:pt x="575614" y="217531"/>
                </a:cubicBezTo>
                <a:cubicBezTo>
                  <a:pt x="578129" y="216902"/>
                  <a:pt x="592589" y="218159"/>
                  <a:pt x="594475" y="217531"/>
                </a:cubicBezTo>
                <a:cubicBezTo>
                  <a:pt x="596361" y="216902"/>
                  <a:pt x="602649" y="208729"/>
                  <a:pt x="603906" y="208100"/>
                </a:cubicBezTo>
                <a:cubicBezTo>
                  <a:pt x="605163" y="207472"/>
                  <a:pt x="611450" y="209358"/>
                  <a:pt x="613337" y="208100"/>
                </a:cubicBezTo>
                <a:cubicBezTo>
                  <a:pt x="615223" y="206843"/>
                  <a:pt x="630312" y="190496"/>
                  <a:pt x="632198" y="189239"/>
                </a:cubicBezTo>
                <a:cubicBezTo>
                  <a:pt x="634084" y="187982"/>
                  <a:pt x="639743" y="189868"/>
                  <a:pt x="641629" y="189239"/>
                </a:cubicBezTo>
                <a:cubicBezTo>
                  <a:pt x="643515" y="188610"/>
                  <a:pt x="658604" y="180437"/>
                  <a:pt x="660490" y="179808"/>
                </a:cubicBezTo>
                <a:cubicBezTo>
                  <a:pt x="662376" y="179180"/>
                  <a:pt x="667406" y="180437"/>
                  <a:pt x="669921" y="179808"/>
                </a:cubicBezTo>
                <a:cubicBezTo>
                  <a:pt x="672436" y="179180"/>
                  <a:pt x="695698" y="171635"/>
                  <a:pt x="698213" y="170378"/>
                </a:cubicBezTo>
                <a:cubicBezTo>
                  <a:pt x="700728" y="169120"/>
                  <a:pt x="703871" y="162204"/>
                  <a:pt x="707644" y="160947"/>
                </a:cubicBezTo>
                <a:cubicBezTo>
                  <a:pt x="711416" y="159689"/>
                  <a:pt x="751025" y="152145"/>
                  <a:pt x="754797" y="151516"/>
                </a:cubicBezTo>
                <a:cubicBezTo>
                  <a:pt x="758569" y="150887"/>
                  <a:pt x="762970" y="152773"/>
                  <a:pt x="764228" y="151516"/>
                </a:cubicBezTo>
                <a:cubicBezTo>
                  <a:pt x="765485" y="150259"/>
                  <a:pt x="771772" y="133912"/>
                  <a:pt x="773659" y="132655"/>
                </a:cubicBezTo>
                <a:cubicBezTo>
                  <a:pt x="775545" y="131397"/>
                  <a:pt x="790634" y="133283"/>
                  <a:pt x="792520" y="132655"/>
                </a:cubicBezTo>
                <a:cubicBezTo>
                  <a:pt x="794406" y="132026"/>
                  <a:pt x="800064" y="123853"/>
                  <a:pt x="801951" y="123224"/>
                </a:cubicBezTo>
                <a:cubicBezTo>
                  <a:pt x="803837" y="122595"/>
                  <a:pt x="818297" y="123853"/>
                  <a:pt x="820812" y="123224"/>
                </a:cubicBezTo>
                <a:cubicBezTo>
                  <a:pt x="823327" y="122595"/>
                  <a:pt x="836530" y="115051"/>
                  <a:pt x="839673" y="113793"/>
                </a:cubicBezTo>
                <a:cubicBezTo>
                  <a:pt x="842817" y="112536"/>
                  <a:pt x="864193" y="106249"/>
                  <a:pt x="867965" y="104363"/>
                </a:cubicBezTo>
                <a:cubicBezTo>
                  <a:pt x="871738" y="102477"/>
                  <a:pt x="893114" y="88016"/>
                  <a:pt x="896257" y="85502"/>
                </a:cubicBezTo>
                <a:cubicBezTo>
                  <a:pt x="899401" y="82987"/>
                  <a:pt x="912604" y="67897"/>
                  <a:pt x="915119" y="66640"/>
                </a:cubicBezTo>
                <a:cubicBezTo>
                  <a:pt x="917634" y="65382"/>
                  <a:pt x="931465" y="67268"/>
                  <a:pt x="933980" y="66640"/>
                </a:cubicBezTo>
                <a:cubicBezTo>
                  <a:pt x="936495" y="66011"/>
                  <a:pt x="950327" y="58467"/>
                  <a:pt x="952842" y="57209"/>
                </a:cubicBezTo>
                <a:cubicBezTo>
                  <a:pt x="955357" y="55952"/>
                  <a:pt x="968560" y="49036"/>
                  <a:pt x="971703" y="47779"/>
                </a:cubicBezTo>
                <a:cubicBezTo>
                  <a:pt x="974847" y="46521"/>
                  <a:pt x="996852" y="39605"/>
                  <a:pt x="999995" y="38348"/>
                </a:cubicBezTo>
                <a:cubicBezTo>
                  <a:pt x="1003139" y="37091"/>
                  <a:pt x="1016341" y="30175"/>
                  <a:pt x="1018856" y="28917"/>
                </a:cubicBezTo>
                <a:cubicBezTo>
                  <a:pt x="1021371" y="27660"/>
                  <a:pt x="1034574" y="20115"/>
                  <a:pt x="1037718" y="19487"/>
                </a:cubicBezTo>
                <a:cubicBezTo>
                  <a:pt x="1040862" y="18858"/>
                  <a:pt x="1062238" y="20744"/>
                  <a:pt x="1066010" y="19487"/>
                </a:cubicBezTo>
                <a:cubicBezTo>
                  <a:pt x="1069782" y="18229"/>
                  <a:pt x="1089272" y="1882"/>
                  <a:pt x="1094302" y="625"/>
                </a:cubicBezTo>
                <a:cubicBezTo>
                  <a:pt x="1099332" y="-632"/>
                  <a:pt x="1135797" y="-3"/>
                  <a:pt x="1141456" y="625"/>
                </a:cubicBezTo>
                <a:cubicBezTo>
                  <a:pt x="1147114" y="1253"/>
                  <a:pt x="1175406" y="8798"/>
                  <a:pt x="1179178" y="10056"/>
                </a:cubicBezTo>
                <a:cubicBezTo>
                  <a:pt x="1182951" y="11313"/>
                  <a:pt x="1194267" y="18858"/>
                  <a:pt x="1198040" y="19487"/>
                </a:cubicBezTo>
                <a:cubicBezTo>
                  <a:pt x="1201812" y="20115"/>
                  <a:pt x="1231361" y="18858"/>
                  <a:pt x="1235762" y="19487"/>
                </a:cubicBezTo>
                <a:cubicBezTo>
                  <a:pt x="1240163" y="20115"/>
                  <a:pt x="1259654" y="28289"/>
                  <a:pt x="1264055" y="28917"/>
                </a:cubicBezTo>
                <a:cubicBezTo>
                  <a:pt x="1268455" y="29546"/>
                  <a:pt x="1296119" y="28289"/>
                  <a:pt x="1301777" y="28917"/>
                </a:cubicBezTo>
                <a:cubicBezTo>
                  <a:pt x="1307436" y="29546"/>
                  <a:pt x="1343272" y="37091"/>
                  <a:pt x="1348931" y="38348"/>
                </a:cubicBezTo>
                <a:cubicBezTo>
                  <a:pt x="1354589" y="39605"/>
                  <a:pt x="1382881" y="46521"/>
                  <a:pt x="1386653" y="47779"/>
                </a:cubicBezTo>
                <a:cubicBezTo>
                  <a:pt x="1390426" y="49036"/>
                  <a:pt x="1403000" y="57209"/>
                  <a:pt x="1405515" y="57209"/>
                </a:cubicBezTo>
                <a:cubicBezTo>
                  <a:pt x="1408030" y="57209"/>
                  <a:pt x="1419975" y="48407"/>
                  <a:pt x="1424376" y="47779"/>
                </a:cubicBezTo>
                <a:cubicBezTo>
                  <a:pt x="1428777" y="47150"/>
                  <a:pt x="1467129" y="47150"/>
                  <a:pt x="1471530" y="47779"/>
                </a:cubicBezTo>
                <a:cubicBezTo>
                  <a:pt x="1475931" y="48407"/>
                  <a:pt x="1487248" y="55952"/>
                  <a:pt x="1490391" y="57209"/>
                </a:cubicBezTo>
                <a:cubicBezTo>
                  <a:pt x="1493535" y="58467"/>
                  <a:pt x="1514911" y="64754"/>
                  <a:pt x="1518683" y="66640"/>
                </a:cubicBezTo>
                <a:cubicBezTo>
                  <a:pt x="1522455" y="68526"/>
                  <a:pt x="1542574" y="83616"/>
                  <a:pt x="1546975" y="85502"/>
                </a:cubicBezTo>
                <a:cubicBezTo>
                  <a:pt x="1551376" y="87388"/>
                  <a:pt x="1580297" y="93675"/>
                  <a:pt x="1584698" y="94932"/>
                </a:cubicBezTo>
                <a:cubicBezTo>
                  <a:pt x="1589099" y="96189"/>
                  <a:pt x="1609847" y="103105"/>
                  <a:pt x="1612990" y="104363"/>
                </a:cubicBezTo>
                <a:cubicBezTo>
                  <a:pt x="1616134" y="105620"/>
                  <a:pt x="1629337" y="112536"/>
                  <a:pt x="1631852" y="113793"/>
                </a:cubicBezTo>
                <a:cubicBezTo>
                  <a:pt x="1634366" y="115051"/>
                  <a:pt x="1648198" y="121967"/>
                  <a:pt x="1650713" y="123224"/>
                </a:cubicBezTo>
                <a:cubicBezTo>
                  <a:pt x="1653228" y="124481"/>
                  <a:pt x="1666431" y="130769"/>
                  <a:pt x="1669574" y="132655"/>
                </a:cubicBezTo>
                <a:cubicBezTo>
                  <a:pt x="1672718" y="134541"/>
                  <a:pt x="1695352" y="149630"/>
                  <a:pt x="1697866" y="151516"/>
                </a:cubicBezTo>
                <a:cubicBezTo>
                  <a:pt x="1700381" y="153402"/>
                  <a:pt x="1705411" y="159689"/>
                  <a:pt x="1707297" y="160947"/>
                </a:cubicBezTo>
                <a:cubicBezTo>
                  <a:pt x="1709183" y="162204"/>
                  <a:pt x="1723644" y="168492"/>
                  <a:pt x="1726159" y="170378"/>
                </a:cubicBezTo>
                <a:cubicBezTo>
                  <a:pt x="1728673" y="172264"/>
                  <a:pt x="1741876" y="186724"/>
                  <a:pt x="1745020" y="189239"/>
                </a:cubicBezTo>
                <a:cubicBezTo>
                  <a:pt x="1748164" y="191754"/>
                  <a:pt x="1771426" y="205585"/>
                  <a:pt x="1773312" y="208100"/>
                </a:cubicBezTo>
                <a:cubicBezTo>
                  <a:pt x="1775198" y="210615"/>
                  <a:pt x="1772055" y="225076"/>
                  <a:pt x="1773312" y="226962"/>
                </a:cubicBezTo>
                <a:cubicBezTo>
                  <a:pt x="1774570" y="228848"/>
                  <a:pt x="1790287" y="233878"/>
                  <a:pt x="1792174" y="236393"/>
                </a:cubicBezTo>
                <a:cubicBezTo>
                  <a:pt x="1794060" y="238907"/>
                  <a:pt x="1800975" y="262169"/>
                  <a:pt x="1801604" y="264684"/>
                </a:cubicBezTo>
                <a:cubicBezTo>
                  <a:pt x="1802233" y="267199"/>
                  <a:pt x="1800975" y="271600"/>
                  <a:pt x="1801604" y="274115"/>
                </a:cubicBezTo>
                <a:cubicBezTo>
                  <a:pt x="1802233" y="276630"/>
                  <a:pt x="1809149" y="298635"/>
                  <a:pt x="1811035" y="302407"/>
                </a:cubicBezTo>
                <a:cubicBezTo>
                  <a:pt x="1812921" y="306180"/>
                  <a:pt x="1828639" y="328184"/>
                  <a:pt x="1829896" y="330699"/>
                </a:cubicBezTo>
                <a:cubicBezTo>
                  <a:pt x="1831154" y="333214"/>
                  <a:pt x="1829267" y="336357"/>
                  <a:pt x="1829896" y="340130"/>
                </a:cubicBezTo>
                <a:cubicBezTo>
                  <a:pt x="1830525" y="343902"/>
                  <a:pt x="1838698" y="382254"/>
                  <a:pt x="1839327" y="387284"/>
                </a:cubicBezTo>
                <a:cubicBezTo>
                  <a:pt x="1839956" y="392313"/>
                  <a:pt x="1838698" y="412432"/>
                  <a:pt x="1839327" y="415576"/>
                </a:cubicBezTo>
                <a:cubicBezTo>
                  <a:pt x="1839956" y="418719"/>
                  <a:pt x="1848129" y="423120"/>
                  <a:pt x="1848758" y="434437"/>
                </a:cubicBezTo>
                <a:cubicBezTo>
                  <a:pt x="1849386" y="445754"/>
                  <a:pt x="1849386" y="573382"/>
                  <a:pt x="1848758" y="585328"/>
                </a:cubicBezTo>
                <a:cubicBezTo>
                  <a:pt x="1848129" y="597273"/>
                  <a:pt x="1840584" y="611105"/>
                  <a:pt x="1839327" y="613620"/>
                </a:cubicBezTo>
                <a:cubicBezTo>
                  <a:pt x="1838070" y="616135"/>
                  <a:pt x="1831154" y="621165"/>
                  <a:pt x="1829896" y="623051"/>
                </a:cubicBezTo>
                <a:cubicBezTo>
                  <a:pt x="1828639" y="624937"/>
                  <a:pt x="1821723" y="639397"/>
                  <a:pt x="1820465" y="641912"/>
                </a:cubicBezTo>
                <a:cubicBezTo>
                  <a:pt x="1819208" y="644427"/>
                  <a:pt x="1812292" y="658259"/>
                  <a:pt x="1811035" y="660774"/>
                </a:cubicBezTo>
                <a:cubicBezTo>
                  <a:pt x="1809777" y="663288"/>
                  <a:pt x="1803490" y="676492"/>
                  <a:pt x="1801604" y="679635"/>
                </a:cubicBezTo>
                <a:cubicBezTo>
                  <a:pt x="1799718" y="682779"/>
                  <a:pt x="1787144" y="703526"/>
                  <a:pt x="1782743" y="707927"/>
                </a:cubicBezTo>
                <a:cubicBezTo>
                  <a:pt x="1778342" y="712328"/>
                  <a:pt x="1740619" y="742506"/>
                  <a:pt x="1735589" y="745650"/>
                </a:cubicBezTo>
                <a:cubicBezTo>
                  <a:pt x="1730559" y="748793"/>
                  <a:pt x="1711069" y="753194"/>
                  <a:pt x="1707297" y="755081"/>
                </a:cubicBezTo>
                <a:cubicBezTo>
                  <a:pt x="1703525" y="756967"/>
                  <a:pt x="1682777" y="772684"/>
                  <a:pt x="1679005" y="773942"/>
                </a:cubicBezTo>
                <a:cubicBezTo>
                  <a:pt x="1675233" y="775199"/>
                  <a:pt x="1653857" y="773313"/>
                  <a:pt x="1650713" y="773942"/>
                </a:cubicBezTo>
                <a:cubicBezTo>
                  <a:pt x="1647569" y="774570"/>
                  <a:pt x="1636881" y="781486"/>
                  <a:pt x="1631852" y="783373"/>
                </a:cubicBezTo>
                <a:cubicBezTo>
                  <a:pt x="1626822" y="785259"/>
                  <a:pt x="1579668" y="800348"/>
                  <a:pt x="1575268" y="802234"/>
                </a:cubicBezTo>
                <a:cubicBezTo>
                  <a:pt x="1570867" y="804120"/>
                  <a:pt x="1572124" y="811036"/>
                  <a:pt x="1565837" y="811665"/>
                </a:cubicBezTo>
                <a:cubicBezTo>
                  <a:pt x="1559549" y="812294"/>
                  <a:pt x="1492277" y="812294"/>
                  <a:pt x="1480961" y="811665"/>
                </a:cubicBezTo>
                <a:cubicBezTo>
                  <a:pt x="1469644" y="811036"/>
                  <a:pt x="1405515" y="803491"/>
                  <a:pt x="1396084" y="802234"/>
                </a:cubicBezTo>
                <a:cubicBezTo>
                  <a:pt x="1386654" y="800976"/>
                  <a:pt x="1345787" y="794061"/>
                  <a:pt x="1339500" y="792803"/>
                </a:cubicBezTo>
                <a:cubicBezTo>
                  <a:pt x="1333213" y="791546"/>
                  <a:pt x="1309322" y="785259"/>
                  <a:pt x="1301777" y="783373"/>
                </a:cubicBezTo>
                <a:cubicBezTo>
                  <a:pt x="1294233" y="781486"/>
                  <a:pt x="1236391" y="767655"/>
                  <a:pt x="1226332" y="764512"/>
                </a:cubicBezTo>
                <a:cubicBezTo>
                  <a:pt x="1216272" y="761368"/>
                  <a:pt x="1160317" y="739992"/>
                  <a:pt x="1150886" y="736219"/>
                </a:cubicBezTo>
                <a:cubicBezTo>
                  <a:pt x="1141455" y="732447"/>
                  <a:pt x="1093673" y="711071"/>
                  <a:pt x="1084871" y="707927"/>
                </a:cubicBezTo>
                <a:cubicBezTo>
                  <a:pt x="1076069" y="704784"/>
                  <a:pt x="1029544" y="692209"/>
                  <a:pt x="1018856" y="689066"/>
                </a:cubicBezTo>
                <a:cubicBezTo>
                  <a:pt x="1008168" y="685922"/>
                  <a:pt x="933980" y="662660"/>
                  <a:pt x="924550" y="660774"/>
                </a:cubicBezTo>
                <a:cubicBezTo>
                  <a:pt x="915119" y="658887"/>
                  <a:pt x="881168" y="661402"/>
                  <a:pt x="877396" y="660774"/>
                </a:cubicBezTo>
                <a:cubicBezTo>
                  <a:pt x="873624" y="660145"/>
                  <a:pt x="870480" y="652601"/>
                  <a:pt x="867965" y="651343"/>
                </a:cubicBezTo>
                <a:cubicBezTo>
                  <a:pt x="865450" y="650086"/>
                  <a:pt x="842817" y="643798"/>
                  <a:pt x="839673" y="641912"/>
                </a:cubicBezTo>
                <a:cubicBezTo>
                  <a:pt x="836530" y="640026"/>
                  <a:pt x="822698" y="624937"/>
                  <a:pt x="820812" y="623051"/>
                </a:cubicBezTo>
                <a:cubicBezTo>
                  <a:pt x="818926" y="621165"/>
                  <a:pt x="812010" y="616135"/>
                  <a:pt x="811381" y="613620"/>
                </a:cubicBezTo>
                <a:cubicBezTo>
                  <a:pt x="810752" y="611105"/>
                  <a:pt x="810124" y="588471"/>
                  <a:pt x="811381" y="585328"/>
                </a:cubicBezTo>
                <a:cubicBezTo>
                  <a:pt x="812639" y="582184"/>
                  <a:pt x="828356" y="568353"/>
                  <a:pt x="830243" y="566467"/>
                </a:cubicBezTo>
                <a:cubicBezTo>
                  <a:pt x="832129" y="564580"/>
                  <a:pt x="837158" y="558922"/>
                  <a:pt x="839673" y="557036"/>
                </a:cubicBezTo>
                <a:cubicBezTo>
                  <a:pt x="842188" y="555150"/>
                  <a:pt x="862307" y="541318"/>
                  <a:pt x="867965" y="538175"/>
                </a:cubicBezTo>
                <a:cubicBezTo>
                  <a:pt x="873624" y="535031"/>
                  <a:pt x="915748" y="513026"/>
                  <a:pt x="924550" y="509883"/>
                </a:cubicBezTo>
                <a:cubicBezTo>
                  <a:pt x="933352" y="506739"/>
                  <a:pt x="991193" y="492278"/>
                  <a:pt x="999995" y="491021"/>
                </a:cubicBezTo>
                <a:cubicBezTo>
                  <a:pt x="1008797" y="489764"/>
                  <a:pt x="1048406" y="491650"/>
                  <a:pt x="1056579" y="491021"/>
                </a:cubicBezTo>
                <a:cubicBezTo>
                  <a:pt x="1064753" y="490392"/>
                  <a:pt x="1113164" y="482847"/>
                  <a:pt x="1122594" y="481590"/>
                </a:cubicBezTo>
                <a:cubicBezTo>
                  <a:pt x="1132025" y="480333"/>
                  <a:pt x="1176663" y="472788"/>
                  <a:pt x="1198040" y="472160"/>
                </a:cubicBezTo>
                <a:cubicBezTo>
                  <a:pt x="1219416" y="471531"/>
                  <a:pt x="1418089" y="471531"/>
                  <a:pt x="1443238" y="472160"/>
                </a:cubicBezTo>
                <a:cubicBezTo>
                  <a:pt x="1468386" y="472788"/>
                  <a:pt x="1561436" y="480333"/>
                  <a:pt x="1575268" y="481590"/>
                </a:cubicBezTo>
                <a:cubicBezTo>
                  <a:pt x="1589099" y="482847"/>
                  <a:pt x="1640654" y="489135"/>
                  <a:pt x="1650713" y="491021"/>
                </a:cubicBezTo>
                <a:cubicBezTo>
                  <a:pt x="1660772" y="492907"/>
                  <a:pt x="1717357" y="507996"/>
                  <a:pt x="1726159" y="509883"/>
                </a:cubicBezTo>
                <a:cubicBezTo>
                  <a:pt x="1734961" y="511769"/>
                  <a:pt x="1777084" y="518056"/>
                  <a:pt x="1782743" y="519313"/>
                </a:cubicBezTo>
                <a:cubicBezTo>
                  <a:pt x="1788401" y="520571"/>
                  <a:pt x="1807263" y="527486"/>
                  <a:pt x="1811035" y="528744"/>
                </a:cubicBezTo>
                <a:cubicBezTo>
                  <a:pt x="1814807" y="530001"/>
                  <a:pt x="1836183" y="536917"/>
                  <a:pt x="1839327" y="538175"/>
                </a:cubicBezTo>
                <a:cubicBezTo>
                  <a:pt x="1842471" y="539432"/>
                  <a:pt x="1856302" y="546348"/>
                  <a:pt x="1858188" y="547605"/>
                </a:cubicBezTo>
                <a:cubicBezTo>
                  <a:pt x="1860074" y="548862"/>
                  <a:pt x="1866990" y="554521"/>
                  <a:pt x="1867619" y="557036"/>
                </a:cubicBezTo>
                <a:cubicBezTo>
                  <a:pt x="1868248" y="559551"/>
                  <a:pt x="1869505" y="582184"/>
                  <a:pt x="1867619" y="585328"/>
                </a:cubicBezTo>
                <a:cubicBezTo>
                  <a:pt x="1865733" y="588471"/>
                  <a:pt x="1843099" y="602303"/>
                  <a:pt x="1839327" y="604190"/>
                </a:cubicBezTo>
                <a:cubicBezTo>
                  <a:pt x="1835555" y="606076"/>
                  <a:pt x="1814807" y="611105"/>
                  <a:pt x="1811035" y="613620"/>
                </a:cubicBezTo>
                <a:cubicBezTo>
                  <a:pt x="1807263" y="616135"/>
                  <a:pt x="1787772" y="638768"/>
                  <a:pt x="1782743" y="641912"/>
                </a:cubicBezTo>
                <a:cubicBezTo>
                  <a:pt x="1777713" y="645055"/>
                  <a:pt x="1742505" y="657630"/>
                  <a:pt x="1735589" y="660774"/>
                </a:cubicBezTo>
                <a:cubicBezTo>
                  <a:pt x="1728673" y="663917"/>
                  <a:pt x="1686550" y="686551"/>
                  <a:pt x="1679005" y="689066"/>
                </a:cubicBezTo>
                <a:cubicBezTo>
                  <a:pt x="1671461" y="691580"/>
                  <a:pt x="1629966" y="695981"/>
                  <a:pt x="1622421" y="698496"/>
                </a:cubicBezTo>
                <a:cubicBezTo>
                  <a:pt x="1614876" y="701011"/>
                  <a:pt x="1573381" y="723645"/>
                  <a:pt x="1565837" y="726789"/>
                </a:cubicBezTo>
                <a:cubicBezTo>
                  <a:pt x="1558292" y="729932"/>
                  <a:pt x="1517426" y="742506"/>
                  <a:pt x="1509253" y="745650"/>
                </a:cubicBezTo>
                <a:cubicBezTo>
                  <a:pt x="1501079" y="748793"/>
                  <a:pt x="1452669" y="771427"/>
                  <a:pt x="1443238" y="773942"/>
                </a:cubicBezTo>
                <a:cubicBezTo>
                  <a:pt x="1433807" y="776456"/>
                  <a:pt x="1377223" y="782115"/>
                  <a:pt x="1367792" y="783373"/>
                </a:cubicBezTo>
                <a:cubicBezTo>
                  <a:pt x="1358361" y="784630"/>
                  <a:pt x="1321896" y="792175"/>
                  <a:pt x="1301777" y="792803"/>
                </a:cubicBezTo>
                <a:cubicBezTo>
                  <a:pt x="1281658" y="793432"/>
                  <a:pt x="1087386" y="791546"/>
                  <a:pt x="1066010" y="792803"/>
                </a:cubicBezTo>
                <a:cubicBezTo>
                  <a:pt x="1044634" y="794061"/>
                  <a:pt x="989307" y="809779"/>
                  <a:pt x="981134" y="811665"/>
                </a:cubicBezTo>
                <a:cubicBezTo>
                  <a:pt x="972960" y="813551"/>
                  <a:pt x="950955" y="820467"/>
                  <a:pt x="943411" y="821095"/>
                </a:cubicBezTo>
                <a:cubicBezTo>
                  <a:pt x="935866" y="821724"/>
                  <a:pt x="872366" y="821724"/>
                  <a:pt x="867965" y="821095"/>
                </a:cubicBezTo>
                <a:cubicBezTo>
                  <a:pt x="863564" y="820467"/>
                  <a:pt x="874881" y="812294"/>
                  <a:pt x="877396" y="811665"/>
                </a:cubicBezTo>
                <a:cubicBezTo>
                  <a:pt x="879911" y="811037"/>
                  <a:pt x="900658" y="813551"/>
                  <a:pt x="905688" y="811665"/>
                </a:cubicBezTo>
                <a:cubicBezTo>
                  <a:pt x="910718" y="809779"/>
                  <a:pt x="946555" y="785887"/>
                  <a:pt x="952842" y="783373"/>
                </a:cubicBezTo>
                <a:cubicBezTo>
                  <a:pt x="959129" y="780858"/>
                  <a:pt x="993079" y="776456"/>
                  <a:pt x="999995" y="773942"/>
                </a:cubicBezTo>
                <a:cubicBezTo>
                  <a:pt x="1006911" y="771427"/>
                  <a:pt x="1047777" y="748793"/>
                  <a:pt x="1056579" y="745650"/>
                </a:cubicBezTo>
                <a:cubicBezTo>
                  <a:pt x="1065381" y="742506"/>
                  <a:pt x="1123223" y="728674"/>
                  <a:pt x="1132025" y="726789"/>
                </a:cubicBezTo>
                <a:cubicBezTo>
                  <a:pt x="1140827" y="724902"/>
                  <a:pt x="1179178" y="719872"/>
                  <a:pt x="1188609" y="717358"/>
                </a:cubicBezTo>
                <a:cubicBezTo>
                  <a:pt x="1198040" y="714843"/>
                  <a:pt x="1260282" y="692209"/>
                  <a:pt x="1273485" y="689066"/>
                </a:cubicBezTo>
                <a:cubicBezTo>
                  <a:pt x="1286688" y="685922"/>
                  <a:pt x="1370936" y="672090"/>
                  <a:pt x="1386653" y="670204"/>
                </a:cubicBezTo>
                <a:cubicBezTo>
                  <a:pt x="1402371" y="668318"/>
                  <a:pt x="1491020" y="662031"/>
                  <a:pt x="1509253" y="660774"/>
                </a:cubicBezTo>
                <a:cubicBezTo>
                  <a:pt x="1527485" y="659516"/>
                  <a:pt x="1621163" y="651972"/>
                  <a:pt x="1660144" y="651343"/>
                </a:cubicBezTo>
                <a:cubicBezTo>
                  <a:pt x="1699124" y="650715"/>
                  <a:pt x="2062520" y="651972"/>
                  <a:pt x="2093956" y="651343"/>
                </a:cubicBezTo>
                <a:cubicBezTo>
                  <a:pt x="2125391" y="650714"/>
                  <a:pt x="2127278" y="641912"/>
                  <a:pt x="2131679" y="641912"/>
                </a:cubicBezTo>
                <a:cubicBezTo>
                  <a:pt x="2136080" y="641912"/>
                  <a:pt x="2159971" y="650086"/>
                  <a:pt x="2159971" y="651343"/>
                </a:cubicBezTo>
                <a:cubicBezTo>
                  <a:pt x="2159971" y="652601"/>
                  <a:pt x="2136708" y="659516"/>
                  <a:pt x="2131679" y="660774"/>
                </a:cubicBezTo>
                <a:cubicBezTo>
                  <a:pt x="2126649" y="662031"/>
                  <a:pt x="2091441" y="668318"/>
                  <a:pt x="2084525" y="670204"/>
                </a:cubicBezTo>
                <a:cubicBezTo>
                  <a:pt x="2077609" y="672090"/>
                  <a:pt x="2034228" y="687179"/>
                  <a:pt x="2027941" y="689066"/>
                </a:cubicBezTo>
                <a:cubicBezTo>
                  <a:pt x="2021654" y="690951"/>
                  <a:pt x="1996505" y="696610"/>
                  <a:pt x="1990218" y="698496"/>
                </a:cubicBezTo>
                <a:cubicBezTo>
                  <a:pt x="1983931" y="700382"/>
                  <a:pt x="1940549" y="715471"/>
                  <a:pt x="1933634" y="717358"/>
                </a:cubicBezTo>
                <a:cubicBezTo>
                  <a:pt x="1926718" y="719244"/>
                  <a:pt x="1893396" y="724274"/>
                  <a:pt x="1886480" y="726789"/>
                </a:cubicBezTo>
                <a:cubicBezTo>
                  <a:pt x="1879564" y="729303"/>
                  <a:pt x="1837441" y="751937"/>
                  <a:pt x="1829896" y="755081"/>
                </a:cubicBezTo>
                <a:cubicBezTo>
                  <a:pt x="1822352" y="758224"/>
                  <a:pt x="1780857" y="771427"/>
                  <a:pt x="1773312" y="773942"/>
                </a:cubicBezTo>
                <a:cubicBezTo>
                  <a:pt x="1765768" y="776456"/>
                  <a:pt x="1724901" y="789660"/>
                  <a:pt x="1716728" y="792803"/>
                </a:cubicBezTo>
                <a:cubicBezTo>
                  <a:pt x="1708554" y="795947"/>
                  <a:pt x="1658886" y="817952"/>
                  <a:pt x="1650713" y="821095"/>
                </a:cubicBezTo>
                <a:cubicBezTo>
                  <a:pt x="1642540" y="824239"/>
                  <a:pt x="1601045" y="837442"/>
                  <a:pt x="1594129" y="839957"/>
                </a:cubicBezTo>
                <a:cubicBezTo>
                  <a:pt x="1587213" y="842472"/>
                  <a:pt x="1552634" y="856932"/>
                  <a:pt x="1546975" y="858818"/>
                </a:cubicBezTo>
                <a:cubicBezTo>
                  <a:pt x="1541317" y="860704"/>
                  <a:pt x="1513654" y="866363"/>
                  <a:pt x="1509253" y="868249"/>
                </a:cubicBezTo>
                <a:cubicBezTo>
                  <a:pt x="1504852" y="870135"/>
                  <a:pt x="1484733" y="885224"/>
                  <a:pt x="1480961" y="887110"/>
                </a:cubicBezTo>
                <a:cubicBezTo>
                  <a:pt x="1477188" y="888996"/>
                  <a:pt x="1455812" y="895913"/>
                  <a:pt x="1452668" y="896541"/>
                </a:cubicBezTo>
                <a:cubicBezTo>
                  <a:pt x="1449525" y="897170"/>
                  <a:pt x="1436950" y="895913"/>
                  <a:pt x="1433807" y="896541"/>
                </a:cubicBezTo>
                <a:cubicBezTo>
                  <a:pt x="1430663" y="897170"/>
                  <a:pt x="1408030" y="904714"/>
                  <a:pt x="1405515" y="905971"/>
                </a:cubicBezTo>
                <a:cubicBezTo>
                  <a:pt x="1403000" y="907228"/>
                  <a:pt x="1394827" y="914773"/>
                  <a:pt x="1396084" y="915402"/>
                </a:cubicBezTo>
                <a:cubicBezTo>
                  <a:pt x="1397342" y="916030"/>
                  <a:pt x="1421861" y="914773"/>
                  <a:pt x="1424376" y="915402"/>
                </a:cubicBezTo>
                <a:cubicBezTo>
                  <a:pt x="1426891" y="916030"/>
                  <a:pt x="1432550" y="924204"/>
                  <a:pt x="1433807" y="924833"/>
                </a:cubicBezTo>
                <a:cubicBezTo>
                  <a:pt x="1435064" y="925462"/>
                  <a:pt x="1441981" y="924204"/>
                  <a:pt x="1443238" y="924833"/>
                </a:cubicBezTo>
                <a:cubicBezTo>
                  <a:pt x="1444495" y="925462"/>
                  <a:pt x="1450782" y="933006"/>
                  <a:pt x="1452668" y="934264"/>
                </a:cubicBezTo>
                <a:cubicBezTo>
                  <a:pt x="1454554" y="935521"/>
                  <a:pt x="1470273" y="939922"/>
                  <a:pt x="1471530" y="943694"/>
                </a:cubicBezTo>
                <a:cubicBezTo>
                  <a:pt x="1472787" y="947466"/>
                  <a:pt x="1472159" y="986446"/>
                  <a:pt x="1471530" y="990848"/>
                </a:cubicBezTo>
                <a:cubicBezTo>
                  <a:pt x="1470901" y="995249"/>
                  <a:pt x="1462728" y="1007194"/>
                  <a:pt x="1462099" y="1009709"/>
                </a:cubicBezTo>
                <a:cubicBezTo>
                  <a:pt x="1461470" y="1012224"/>
                  <a:pt x="1462728" y="1026055"/>
                  <a:pt x="1462099" y="1028570"/>
                </a:cubicBezTo>
                <a:cubicBezTo>
                  <a:pt x="1461470" y="1031084"/>
                  <a:pt x="1453297" y="1045546"/>
                  <a:pt x="1452668" y="1047432"/>
                </a:cubicBezTo>
                <a:cubicBezTo>
                  <a:pt x="1452040" y="1049318"/>
                  <a:pt x="1453297" y="1055606"/>
                  <a:pt x="1452668" y="1056863"/>
                </a:cubicBezTo>
                <a:cubicBezTo>
                  <a:pt x="1452040" y="1058120"/>
                  <a:pt x="1444495" y="1065665"/>
                  <a:pt x="1443238" y="1066294"/>
                </a:cubicBezTo>
                <a:cubicBezTo>
                  <a:pt x="1441981" y="1066922"/>
                  <a:pt x="1435693" y="1065665"/>
                  <a:pt x="1433807" y="1066294"/>
                </a:cubicBezTo>
                <a:cubicBezTo>
                  <a:pt x="1431921" y="1066922"/>
                  <a:pt x="1417461" y="1075095"/>
                  <a:pt x="1414946" y="1075724"/>
                </a:cubicBezTo>
                <a:cubicBezTo>
                  <a:pt x="1412431" y="1076352"/>
                  <a:pt x="1397971" y="1075095"/>
                  <a:pt x="1396084" y="1075724"/>
                </a:cubicBezTo>
                <a:cubicBezTo>
                  <a:pt x="1394198" y="1076352"/>
                  <a:pt x="1389168" y="1084526"/>
                  <a:pt x="1386653" y="1085155"/>
                </a:cubicBezTo>
                <a:cubicBezTo>
                  <a:pt x="1384138" y="1085783"/>
                  <a:pt x="1361505" y="1084526"/>
                  <a:pt x="1358362" y="1085155"/>
                </a:cubicBezTo>
                <a:cubicBezTo>
                  <a:pt x="1355218" y="1085783"/>
                  <a:pt x="1348302" y="1093957"/>
                  <a:pt x="1339500" y="1094586"/>
                </a:cubicBezTo>
                <a:cubicBezTo>
                  <a:pt x="1330698" y="1095214"/>
                  <a:pt x="1234505" y="1093957"/>
                  <a:pt x="1226332" y="1094586"/>
                </a:cubicBezTo>
                <a:cubicBezTo>
                  <a:pt x="1218159" y="1095214"/>
                  <a:pt x="1219416" y="1104016"/>
                  <a:pt x="1216901" y="1104016"/>
                </a:cubicBezTo>
                <a:cubicBezTo>
                  <a:pt x="1214386" y="1104016"/>
                  <a:pt x="1189866" y="1096471"/>
                  <a:pt x="1188609" y="1094586"/>
                </a:cubicBezTo>
                <a:cubicBezTo>
                  <a:pt x="1187352" y="1092699"/>
                  <a:pt x="1195525" y="1079496"/>
                  <a:pt x="1198040" y="1075724"/>
                </a:cubicBezTo>
                <a:cubicBezTo>
                  <a:pt x="1200555" y="1071951"/>
                  <a:pt x="1222560" y="1043031"/>
                  <a:pt x="1226332" y="1038001"/>
                </a:cubicBezTo>
                <a:cubicBezTo>
                  <a:pt x="1230104" y="1032971"/>
                  <a:pt x="1250223" y="1004679"/>
                  <a:pt x="1254624" y="1000279"/>
                </a:cubicBezTo>
                <a:cubicBezTo>
                  <a:pt x="1259025" y="995877"/>
                  <a:pt x="1287317" y="975130"/>
                  <a:pt x="1292347" y="971987"/>
                </a:cubicBezTo>
                <a:cubicBezTo>
                  <a:pt x="1297376" y="968843"/>
                  <a:pt x="1323782" y="957526"/>
                  <a:pt x="1330069" y="953126"/>
                </a:cubicBezTo>
                <a:cubicBezTo>
                  <a:pt x="1336356" y="948724"/>
                  <a:pt x="1379738" y="911001"/>
                  <a:pt x="1386653" y="905971"/>
                </a:cubicBezTo>
                <a:cubicBezTo>
                  <a:pt x="1393569" y="900941"/>
                  <a:pt x="1426891" y="882081"/>
                  <a:pt x="1433807" y="877680"/>
                </a:cubicBezTo>
                <a:cubicBezTo>
                  <a:pt x="1440723" y="873278"/>
                  <a:pt x="1482218" y="844987"/>
                  <a:pt x="1490391" y="839957"/>
                </a:cubicBezTo>
                <a:cubicBezTo>
                  <a:pt x="1498565" y="834927"/>
                  <a:pt x="1548233" y="806006"/>
                  <a:pt x="1556406" y="802234"/>
                </a:cubicBezTo>
                <a:cubicBezTo>
                  <a:pt x="1564579" y="798461"/>
                  <a:pt x="1606703" y="785887"/>
                  <a:pt x="1612990" y="783373"/>
                </a:cubicBezTo>
                <a:cubicBezTo>
                  <a:pt x="1619277" y="780858"/>
                  <a:pt x="1646312" y="766398"/>
                  <a:pt x="1650713" y="764512"/>
                </a:cubicBezTo>
                <a:cubicBezTo>
                  <a:pt x="1655114" y="762626"/>
                  <a:pt x="1675233" y="756338"/>
                  <a:pt x="1679005" y="755081"/>
                </a:cubicBezTo>
                <a:cubicBezTo>
                  <a:pt x="1682777" y="753823"/>
                  <a:pt x="1704782" y="746278"/>
                  <a:pt x="1707297" y="745650"/>
                </a:cubicBezTo>
                <a:cubicBezTo>
                  <a:pt x="1709812" y="745021"/>
                  <a:pt x="1714841" y="746278"/>
                  <a:pt x="1716728" y="745650"/>
                </a:cubicBezTo>
                <a:cubicBezTo>
                  <a:pt x="1718614" y="745021"/>
                  <a:pt x="1734332" y="736848"/>
                  <a:pt x="1735589" y="736219"/>
                </a:cubicBezTo>
                <a:quadBezTo>
                  <a:pt x="1736847" y="735591"/>
                  <a:pt x="1735589" y="736219"/>
                </a:quadBezTo>
                <a:cubicBezTo>
                  <a:pt x="1734332" y="736848"/>
                  <a:pt x="1719871" y="744392"/>
                  <a:pt x="1716728" y="745650"/>
                </a:cubicBezTo>
                <a:cubicBezTo>
                  <a:pt x="1713584" y="746907"/>
                  <a:pt x="1692208" y="753194"/>
                  <a:pt x="1688436" y="755081"/>
                </a:cubicBezTo>
                <a:cubicBezTo>
                  <a:pt x="1684664" y="756967"/>
                  <a:pt x="1664545" y="771427"/>
                  <a:pt x="1660144" y="773942"/>
                </a:cubicBezTo>
                <a:cubicBezTo>
                  <a:pt x="1655743" y="776456"/>
                  <a:pt x="1626822" y="790917"/>
                  <a:pt x="1622421" y="792803"/>
                </a:cubicBezTo>
                <a:cubicBezTo>
                  <a:pt x="1618020" y="794689"/>
                  <a:pt x="1601673" y="802234"/>
                  <a:pt x="1594129" y="802234"/>
                </a:cubicBezTo>
                <a:cubicBezTo>
                  <a:pt x="1586584" y="802234"/>
                  <a:pt x="1518055" y="791546"/>
                  <a:pt x="1509253" y="792803"/>
                </a:cubicBezTo>
                <a:cubicBezTo>
                  <a:pt x="1500451" y="794061"/>
                  <a:pt x="1470901" y="816694"/>
                  <a:pt x="1462099" y="821095"/>
                </a:cubicBezTo>
                <a:cubicBezTo>
                  <a:pt x="1453297" y="825496"/>
                  <a:pt x="1386654" y="855046"/>
                  <a:pt x="1377223" y="858818"/>
                </a:cubicBezTo>
                <a:cubicBezTo>
                  <a:pt x="1367792" y="862590"/>
                  <a:pt x="1326926" y="875165"/>
                  <a:pt x="1320639" y="877680"/>
                </a:cubicBezTo>
                <a:cubicBezTo>
                  <a:pt x="1314352" y="880194"/>
                  <a:pt x="1288574" y="894655"/>
                  <a:pt x="1282916" y="896541"/>
                </a:cubicBezTo>
                <a:cubicBezTo>
                  <a:pt x="1277257" y="898427"/>
                  <a:pt x="1240163" y="904714"/>
                  <a:pt x="1235762" y="905971"/>
                </a:cubicBezTo>
                <a:cubicBezTo>
                  <a:pt x="1231361" y="907228"/>
                  <a:pt x="1220045" y="914145"/>
                  <a:pt x="1216901" y="915402"/>
                </a:cubicBezTo>
                <a:cubicBezTo>
                  <a:pt x="1213757" y="916659"/>
                  <a:pt x="1192381" y="924204"/>
                  <a:pt x="1188609" y="924833"/>
                </a:cubicBezTo>
                <a:cubicBezTo>
                  <a:pt x="1184837" y="925462"/>
                  <a:pt x="1164089" y="924204"/>
                  <a:pt x="1160317" y="924833"/>
                </a:cubicBezTo>
                <a:cubicBezTo>
                  <a:pt x="1156545" y="925462"/>
                  <a:pt x="1135168" y="933006"/>
                  <a:pt x="1132025" y="934264"/>
                </a:cubicBezTo>
                <a:cubicBezTo>
                  <a:pt x="1128881" y="935521"/>
                  <a:pt x="1115050" y="943694"/>
                  <a:pt x="1113163" y="943694"/>
                </a:cubicBezTo>
                <a:cubicBezTo>
                  <a:pt x="1111277" y="943694"/>
                  <a:pt x="1104990" y="934264"/>
                  <a:pt x="1103733" y="934264"/>
                </a:cubicBezTo>
                <a:cubicBezTo>
                  <a:pt x="1102475" y="934264"/>
                  <a:pt x="1094302" y="944951"/>
                  <a:pt x="1094302" y="943694"/>
                </a:cubicBezTo>
                <a:cubicBezTo>
                  <a:pt x="1094302" y="942437"/>
                  <a:pt x="1103104" y="917917"/>
                  <a:pt x="1103733" y="915402"/>
                </a:cubicBezTo>
                <a:cubicBezTo>
                  <a:pt x="1104362" y="912887"/>
                  <a:pt x="1104362" y="907857"/>
                  <a:pt x="1103733" y="905971"/>
                </a:cubicBezTo>
                <a:cubicBezTo>
                  <a:pt x="1103104" y="904085"/>
                  <a:pt x="1093673" y="888996"/>
                  <a:pt x="1094302" y="887110"/>
                </a:cubicBezTo>
                <a:cubicBezTo>
                  <a:pt x="1094931" y="885224"/>
                  <a:pt x="1110649" y="878937"/>
                  <a:pt x="1113163" y="877680"/>
                </a:cubicBezTo>
                <a:cubicBezTo>
                  <a:pt x="1115678" y="876422"/>
                  <a:pt x="1130139" y="869506"/>
                  <a:pt x="1132025" y="868249"/>
                </a:cubicBezTo>
                <a:cubicBezTo>
                  <a:pt x="1133911" y="866991"/>
                  <a:pt x="1140827" y="859446"/>
                  <a:pt x="1141456" y="858818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2" name=""/>
          <p:cNvSpPr/>
          <p:nvPr/>
        </p:nvSpPr>
        <p:spPr>
          <a:xfrm>
            <a:off x="3085909" y="3961209"/>
            <a:ext cx="2306082" cy="1321594"/>
          </a:xfrm>
          <a:custGeom>
            <a:avLst/>
            <a:gdLst>
              <a:gd name="connsiteX0" fmla="*/ 2141109 w 2306082"/>
              <a:gd name="connsiteY0" fmla="*/ 94932 h 1321594"/>
              <a:gd name="connsiteX1" fmla="*/ 2009079 w 2306082"/>
              <a:gd name="connsiteY1" fmla="*/ 160947 h 1321594"/>
              <a:gd name="connsiteX2" fmla="*/ 1914772 w 2306082"/>
              <a:gd name="connsiteY2" fmla="*/ 226962 h 1321594"/>
              <a:gd name="connsiteX3" fmla="*/ 1867619 w 2306082"/>
              <a:gd name="connsiteY3" fmla="*/ 245823 h 1321594"/>
              <a:gd name="connsiteX4" fmla="*/ 1848758 w 2306082"/>
              <a:gd name="connsiteY4" fmla="*/ 264684 h 1321594"/>
              <a:gd name="connsiteX5" fmla="*/ 1829896 w 2306082"/>
              <a:gd name="connsiteY5" fmla="*/ 283546 h 1321594"/>
              <a:gd name="connsiteX6" fmla="*/ 1773312 w 2306082"/>
              <a:gd name="connsiteY6" fmla="*/ 330699 h 1321594"/>
              <a:gd name="connsiteX7" fmla="*/ 1716728 w 2306082"/>
              <a:gd name="connsiteY7" fmla="*/ 358992 h 1321594"/>
              <a:gd name="connsiteX8" fmla="*/ 1679005 w 2306082"/>
              <a:gd name="connsiteY8" fmla="*/ 387284 h 1321594"/>
              <a:gd name="connsiteX9" fmla="*/ 1660144 w 2306082"/>
              <a:gd name="connsiteY9" fmla="*/ 406145 h 1321594"/>
              <a:gd name="connsiteX10" fmla="*/ 1622421 w 2306082"/>
              <a:gd name="connsiteY10" fmla="*/ 443868 h 1321594"/>
              <a:gd name="connsiteX11" fmla="*/ 1603559 w 2306082"/>
              <a:gd name="connsiteY11" fmla="*/ 462729 h 1321594"/>
              <a:gd name="connsiteX12" fmla="*/ 1575268 w 2306082"/>
              <a:gd name="connsiteY12" fmla="*/ 491021 h 1321594"/>
              <a:gd name="connsiteX13" fmla="*/ 1546975 w 2306082"/>
              <a:gd name="connsiteY13" fmla="*/ 519313 h 1321594"/>
              <a:gd name="connsiteX14" fmla="*/ 1518683 w 2306082"/>
              <a:gd name="connsiteY14" fmla="*/ 538175 h 1321594"/>
              <a:gd name="connsiteX15" fmla="*/ 1499822 w 2306082"/>
              <a:gd name="connsiteY15" fmla="*/ 566467 h 1321594"/>
              <a:gd name="connsiteX16" fmla="*/ 1471530 w 2306082"/>
              <a:gd name="connsiteY16" fmla="*/ 585328 h 1321594"/>
              <a:gd name="connsiteX17" fmla="*/ 1452668 w 2306082"/>
              <a:gd name="connsiteY17" fmla="*/ 604190 h 1321594"/>
              <a:gd name="connsiteX18" fmla="*/ 1405515 w 2306082"/>
              <a:gd name="connsiteY18" fmla="*/ 660774 h 1321594"/>
              <a:gd name="connsiteX19" fmla="*/ 1348931 w 2306082"/>
              <a:gd name="connsiteY19" fmla="*/ 707927 h 1321594"/>
              <a:gd name="connsiteX20" fmla="*/ 1320639 w 2306082"/>
              <a:gd name="connsiteY20" fmla="*/ 745650 h 1321594"/>
              <a:gd name="connsiteX21" fmla="*/ 1301777 w 2306082"/>
              <a:gd name="connsiteY21" fmla="*/ 764512 h 1321594"/>
              <a:gd name="connsiteX22" fmla="*/ 1282916 w 2306082"/>
              <a:gd name="connsiteY22" fmla="*/ 792803 h 1321594"/>
              <a:gd name="connsiteX23" fmla="*/ 1254624 w 2306082"/>
              <a:gd name="connsiteY23" fmla="*/ 811665 h 1321594"/>
              <a:gd name="connsiteX24" fmla="*/ 1226332 w 2306082"/>
              <a:gd name="connsiteY24" fmla="*/ 849388 h 1321594"/>
              <a:gd name="connsiteX25" fmla="*/ 1207471 w 2306082"/>
              <a:gd name="connsiteY25" fmla="*/ 868249 h 1321594"/>
              <a:gd name="connsiteX26" fmla="*/ 1188609 w 2306082"/>
              <a:gd name="connsiteY26" fmla="*/ 887110 h 1321594"/>
              <a:gd name="connsiteX27" fmla="*/ 1150886 w 2306082"/>
              <a:gd name="connsiteY27" fmla="*/ 915402 h 1321594"/>
              <a:gd name="connsiteX28" fmla="*/ 1132025 w 2306082"/>
              <a:gd name="connsiteY28" fmla="*/ 934264 h 1321594"/>
              <a:gd name="connsiteX29" fmla="*/ 1113163 w 2306082"/>
              <a:gd name="connsiteY29" fmla="*/ 962556 h 1321594"/>
              <a:gd name="connsiteX30" fmla="*/ 1075441 w 2306082"/>
              <a:gd name="connsiteY30" fmla="*/ 990848 h 1321594"/>
              <a:gd name="connsiteX31" fmla="*/ 1047149 w 2306082"/>
              <a:gd name="connsiteY31" fmla="*/ 1019140 h 1321594"/>
              <a:gd name="connsiteX32" fmla="*/ 1018856 w 2306082"/>
              <a:gd name="connsiteY32" fmla="*/ 1038001 h 1321594"/>
              <a:gd name="connsiteX33" fmla="*/ 1009426 w 2306082"/>
              <a:gd name="connsiteY33" fmla="*/ 1047432 h 1321594"/>
              <a:gd name="connsiteX34" fmla="*/ 981134 w 2306082"/>
              <a:gd name="connsiteY34" fmla="*/ 1056863 h 1321594"/>
              <a:gd name="connsiteX35" fmla="*/ 971703 w 2306082"/>
              <a:gd name="connsiteY35" fmla="*/ 1066294 h 1321594"/>
              <a:gd name="connsiteX36" fmla="*/ 962272 w 2306082"/>
              <a:gd name="connsiteY36" fmla="*/ 1075724 h 1321594"/>
              <a:gd name="connsiteX37" fmla="*/ 952842 w 2306082"/>
              <a:gd name="connsiteY37" fmla="*/ 1075724 h 1321594"/>
              <a:gd name="connsiteX38" fmla="*/ 943411 w 2306082"/>
              <a:gd name="connsiteY38" fmla="*/ 1085155 h 1321594"/>
              <a:gd name="connsiteX39" fmla="*/ 924550 w 2306082"/>
              <a:gd name="connsiteY39" fmla="*/ 1094586 h 1321594"/>
              <a:gd name="connsiteX40" fmla="*/ 915119 w 2306082"/>
              <a:gd name="connsiteY40" fmla="*/ 1104016 h 1321594"/>
              <a:gd name="connsiteX41" fmla="*/ 858535 w 2306082"/>
              <a:gd name="connsiteY41" fmla="*/ 1094586 h 1321594"/>
              <a:gd name="connsiteX42" fmla="*/ 849104 w 2306082"/>
              <a:gd name="connsiteY42" fmla="*/ 1094586 h 1321594"/>
              <a:gd name="connsiteX43" fmla="*/ 839673 w 2306082"/>
              <a:gd name="connsiteY43" fmla="*/ 1085155 h 1321594"/>
              <a:gd name="connsiteX44" fmla="*/ 830243 w 2306082"/>
              <a:gd name="connsiteY44" fmla="*/ 1075724 h 1321594"/>
              <a:gd name="connsiteX45" fmla="*/ 820812 w 2306082"/>
              <a:gd name="connsiteY45" fmla="*/ 1075724 h 1321594"/>
              <a:gd name="connsiteX46" fmla="*/ 811381 w 2306082"/>
              <a:gd name="connsiteY46" fmla="*/ 1038001 h 1321594"/>
              <a:gd name="connsiteX47" fmla="*/ 792520 w 2306082"/>
              <a:gd name="connsiteY47" fmla="*/ 990848 h 1321594"/>
              <a:gd name="connsiteX48" fmla="*/ 773659 w 2306082"/>
              <a:gd name="connsiteY48" fmla="*/ 971987 h 1321594"/>
              <a:gd name="connsiteX49" fmla="*/ 764228 w 2306082"/>
              <a:gd name="connsiteY49" fmla="*/ 962556 h 1321594"/>
              <a:gd name="connsiteX50" fmla="*/ 735936 w 2306082"/>
              <a:gd name="connsiteY50" fmla="*/ 924833 h 1321594"/>
              <a:gd name="connsiteX51" fmla="*/ 726505 w 2306082"/>
              <a:gd name="connsiteY51" fmla="*/ 905971 h 1321594"/>
              <a:gd name="connsiteX52" fmla="*/ 717074 w 2306082"/>
              <a:gd name="connsiteY52" fmla="*/ 887110 h 1321594"/>
              <a:gd name="connsiteX53" fmla="*/ 688782 w 2306082"/>
              <a:gd name="connsiteY53" fmla="*/ 858818 h 1321594"/>
              <a:gd name="connsiteX54" fmla="*/ 679352 w 2306082"/>
              <a:gd name="connsiteY54" fmla="*/ 849388 h 1321594"/>
              <a:gd name="connsiteX55" fmla="*/ 651059 w 2306082"/>
              <a:gd name="connsiteY55" fmla="*/ 811665 h 1321594"/>
              <a:gd name="connsiteX56" fmla="*/ 641629 w 2306082"/>
              <a:gd name="connsiteY56" fmla="*/ 792803 h 1321594"/>
              <a:gd name="connsiteX57" fmla="*/ 632198 w 2306082"/>
              <a:gd name="connsiteY57" fmla="*/ 773942 h 1321594"/>
              <a:gd name="connsiteX58" fmla="*/ 613337 w 2306082"/>
              <a:gd name="connsiteY58" fmla="*/ 745650 h 1321594"/>
              <a:gd name="connsiteX59" fmla="*/ 585045 w 2306082"/>
              <a:gd name="connsiteY59" fmla="*/ 698496 h 1321594"/>
              <a:gd name="connsiteX60" fmla="*/ 547322 w 2306082"/>
              <a:gd name="connsiteY60" fmla="*/ 651343 h 1321594"/>
              <a:gd name="connsiteX61" fmla="*/ 528460 w 2306082"/>
              <a:gd name="connsiteY61" fmla="*/ 613620 h 1321594"/>
              <a:gd name="connsiteX62" fmla="*/ 509599 w 2306082"/>
              <a:gd name="connsiteY62" fmla="*/ 585328 h 1321594"/>
              <a:gd name="connsiteX63" fmla="*/ 500168 w 2306082"/>
              <a:gd name="connsiteY63" fmla="*/ 566467 h 1321594"/>
              <a:gd name="connsiteX64" fmla="*/ 490738 w 2306082"/>
              <a:gd name="connsiteY64" fmla="*/ 538175 h 1321594"/>
              <a:gd name="connsiteX65" fmla="*/ 490738 w 2306082"/>
              <a:gd name="connsiteY65" fmla="*/ 528744 h 1321594"/>
              <a:gd name="connsiteX66" fmla="*/ 481307 w 2306082"/>
              <a:gd name="connsiteY66" fmla="*/ 500452 h 1321594"/>
              <a:gd name="connsiteX67" fmla="*/ 481307 w 2306082"/>
              <a:gd name="connsiteY67" fmla="*/ 491021 h 1321594"/>
              <a:gd name="connsiteX68" fmla="*/ 471876 w 2306082"/>
              <a:gd name="connsiteY68" fmla="*/ 472160 h 1321594"/>
              <a:gd name="connsiteX69" fmla="*/ 490738 w 2306082"/>
              <a:gd name="connsiteY69" fmla="*/ 368422 h 1321594"/>
              <a:gd name="connsiteX70" fmla="*/ 509599 w 2306082"/>
              <a:gd name="connsiteY70" fmla="*/ 349561 h 1321594"/>
              <a:gd name="connsiteX71" fmla="*/ 519030 w 2306082"/>
              <a:gd name="connsiteY71" fmla="*/ 330699 h 1321594"/>
              <a:gd name="connsiteX72" fmla="*/ 528460 w 2306082"/>
              <a:gd name="connsiteY72" fmla="*/ 321269 h 1321594"/>
              <a:gd name="connsiteX73" fmla="*/ 528460 w 2306082"/>
              <a:gd name="connsiteY73" fmla="*/ 302407 h 1321594"/>
              <a:gd name="connsiteX74" fmla="*/ 547322 w 2306082"/>
              <a:gd name="connsiteY74" fmla="*/ 292977 h 1321594"/>
              <a:gd name="connsiteX75" fmla="*/ 566183 w 2306082"/>
              <a:gd name="connsiteY75" fmla="*/ 274115 h 1321594"/>
              <a:gd name="connsiteX76" fmla="*/ 594475 w 2306082"/>
              <a:gd name="connsiteY76" fmla="*/ 255254 h 1321594"/>
              <a:gd name="connsiteX77" fmla="*/ 603906 w 2306082"/>
              <a:gd name="connsiteY77" fmla="*/ 245823 h 1321594"/>
              <a:gd name="connsiteX78" fmla="*/ 622767 w 2306082"/>
              <a:gd name="connsiteY78" fmla="*/ 236393 h 1321594"/>
              <a:gd name="connsiteX79" fmla="*/ 641629 w 2306082"/>
              <a:gd name="connsiteY79" fmla="*/ 217531 h 1321594"/>
              <a:gd name="connsiteX80" fmla="*/ 660490 w 2306082"/>
              <a:gd name="connsiteY80" fmla="*/ 208100 h 1321594"/>
              <a:gd name="connsiteX81" fmla="*/ 707644 w 2306082"/>
              <a:gd name="connsiteY81" fmla="*/ 189239 h 1321594"/>
              <a:gd name="connsiteX82" fmla="*/ 707644 w 2306082"/>
              <a:gd name="connsiteY82" fmla="*/ 170378 h 1321594"/>
              <a:gd name="connsiteX83" fmla="*/ 735936 w 2306082"/>
              <a:gd name="connsiteY83" fmla="*/ 151516 h 1321594"/>
              <a:gd name="connsiteX84" fmla="*/ 764228 w 2306082"/>
              <a:gd name="connsiteY84" fmla="*/ 142086 h 1321594"/>
              <a:gd name="connsiteX85" fmla="*/ 783089 w 2306082"/>
              <a:gd name="connsiteY85" fmla="*/ 132655 h 1321594"/>
              <a:gd name="connsiteX86" fmla="*/ 811381 w 2306082"/>
              <a:gd name="connsiteY86" fmla="*/ 132655 h 1321594"/>
              <a:gd name="connsiteX87" fmla="*/ 830243 w 2306082"/>
              <a:gd name="connsiteY87" fmla="*/ 113793 h 1321594"/>
              <a:gd name="connsiteX88" fmla="*/ 886827 w 2306082"/>
              <a:gd name="connsiteY88" fmla="*/ 104363 h 1321594"/>
              <a:gd name="connsiteX89" fmla="*/ 924550 w 2306082"/>
              <a:gd name="connsiteY89" fmla="*/ 94932 h 1321594"/>
              <a:gd name="connsiteX90" fmla="*/ 971703 w 2306082"/>
              <a:gd name="connsiteY90" fmla="*/ 85502 h 1321594"/>
              <a:gd name="connsiteX91" fmla="*/ 990564 w 2306082"/>
              <a:gd name="connsiteY91" fmla="*/ 76071 h 1321594"/>
              <a:gd name="connsiteX92" fmla="*/ 1047149 w 2306082"/>
              <a:gd name="connsiteY92" fmla="*/ 66640 h 1321594"/>
              <a:gd name="connsiteX93" fmla="*/ 1094302 w 2306082"/>
              <a:gd name="connsiteY93" fmla="*/ 66640 h 1321594"/>
              <a:gd name="connsiteX94" fmla="*/ 1141456 w 2306082"/>
              <a:gd name="connsiteY94" fmla="*/ 47779 h 1321594"/>
              <a:gd name="connsiteX95" fmla="*/ 1264055 w 2306082"/>
              <a:gd name="connsiteY95" fmla="*/ 47779 h 1321594"/>
              <a:gd name="connsiteX96" fmla="*/ 1282916 w 2306082"/>
              <a:gd name="connsiteY96" fmla="*/ 38348 h 1321594"/>
              <a:gd name="connsiteX97" fmla="*/ 1575268 w 2306082"/>
              <a:gd name="connsiteY97" fmla="*/ 38348 h 1321594"/>
              <a:gd name="connsiteX98" fmla="*/ 1584698 w 2306082"/>
              <a:gd name="connsiteY98" fmla="*/ 47779 h 1321594"/>
              <a:gd name="connsiteX99" fmla="*/ 1594129 w 2306082"/>
              <a:gd name="connsiteY99" fmla="*/ 47779 h 1321594"/>
              <a:gd name="connsiteX100" fmla="*/ 1603559 w 2306082"/>
              <a:gd name="connsiteY100" fmla="*/ 57209 h 1321594"/>
              <a:gd name="connsiteX101" fmla="*/ 1612990 w 2306082"/>
              <a:gd name="connsiteY101" fmla="*/ 57209 h 1321594"/>
              <a:gd name="connsiteX102" fmla="*/ 1622421 w 2306082"/>
              <a:gd name="connsiteY102" fmla="*/ 66640 h 1321594"/>
              <a:gd name="connsiteX103" fmla="*/ 1641282 w 2306082"/>
              <a:gd name="connsiteY103" fmla="*/ 94932 h 1321594"/>
              <a:gd name="connsiteX104" fmla="*/ 1650713 w 2306082"/>
              <a:gd name="connsiteY104" fmla="*/ 113793 h 1321594"/>
              <a:gd name="connsiteX105" fmla="*/ 1660144 w 2306082"/>
              <a:gd name="connsiteY105" fmla="*/ 123224 h 1321594"/>
              <a:gd name="connsiteX106" fmla="*/ 1688436 w 2306082"/>
              <a:gd name="connsiteY106" fmla="*/ 170378 h 1321594"/>
              <a:gd name="connsiteX107" fmla="*/ 1697866 w 2306082"/>
              <a:gd name="connsiteY107" fmla="*/ 189239 h 1321594"/>
              <a:gd name="connsiteX108" fmla="*/ 1697866 w 2306082"/>
              <a:gd name="connsiteY108" fmla="*/ 198670 h 1321594"/>
              <a:gd name="connsiteX109" fmla="*/ 1707297 w 2306082"/>
              <a:gd name="connsiteY109" fmla="*/ 208100 h 1321594"/>
              <a:gd name="connsiteX110" fmla="*/ 1707297 w 2306082"/>
              <a:gd name="connsiteY110" fmla="*/ 226962 h 1321594"/>
              <a:gd name="connsiteX111" fmla="*/ 1726159 w 2306082"/>
              <a:gd name="connsiteY111" fmla="*/ 245823 h 1321594"/>
              <a:gd name="connsiteX112" fmla="*/ 1735589 w 2306082"/>
              <a:gd name="connsiteY112" fmla="*/ 264684 h 1321594"/>
              <a:gd name="connsiteX113" fmla="*/ 1745020 w 2306082"/>
              <a:gd name="connsiteY113" fmla="*/ 292977 h 1321594"/>
              <a:gd name="connsiteX114" fmla="*/ 1754451 w 2306082"/>
              <a:gd name="connsiteY114" fmla="*/ 311838 h 1321594"/>
              <a:gd name="connsiteX115" fmla="*/ 1763881 w 2306082"/>
              <a:gd name="connsiteY115" fmla="*/ 340130 h 1321594"/>
              <a:gd name="connsiteX116" fmla="*/ 1763881 w 2306082"/>
              <a:gd name="connsiteY116" fmla="*/ 443868 h 1321594"/>
              <a:gd name="connsiteX117" fmla="*/ 1745020 w 2306082"/>
              <a:gd name="connsiteY117" fmla="*/ 462729 h 1321594"/>
              <a:gd name="connsiteX118" fmla="*/ 1735589 w 2306082"/>
              <a:gd name="connsiteY118" fmla="*/ 481590 h 1321594"/>
              <a:gd name="connsiteX119" fmla="*/ 1707297 w 2306082"/>
              <a:gd name="connsiteY119" fmla="*/ 509883 h 1321594"/>
              <a:gd name="connsiteX120" fmla="*/ 1669574 w 2306082"/>
              <a:gd name="connsiteY120" fmla="*/ 528744 h 1321594"/>
              <a:gd name="connsiteX121" fmla="*/ 1612990 w 2306082"/>
              <a:gd name="connsiteY121" fmla="*/ 557036 h 1321594"/>
              <a:gd name="connsiteX122" fmla="*/ 1584698 w 2306082"/>
              <a:gd name="connsiteY122" fmla="*/ 575897 h 1321594"/>
              <a:gd name="connsiteX123" fmla="*/ 1537545 w 2306082"/>
              <a:gd name="connsiteY123" fmla="*/ 594759 h 1321594"/>
              <a:gd name="connsiteX124" fmla="*/ 1490391 w 2306082"/>
              <a:gd name="connsiteY124" fmla="*/ 613620 h 1321594"/>
              <a:gd name="connsiteX125" fmla="*/ 1443238 w 2306082"/>
              <a:gd name="connsiteY125" fmla="*/ 632481 h 1321594"/>
              <a:gd name="connsiteX126" fmla="*/ 1367792 w 2306082"/>
              <a:gd name="connsiteY126" fmla="*/ 651343 h 1321594"/>
              <a:gd name="connsiteX127" fmla="*/ 1311208 w 2306082"/>
              <a:gd name="connsiteY127" fmla="*/ 660774 h 1321594"/>
              <a:gd name="connsiteX128" fmla="*/ 1235762 w 2306082"/>
              <a:gd name="connsiteY128" fmla="*/ 689066 h 1321594"/>
              <a:gd name="connsiteX129" fmla="*/ 1179178 w 2306082"/>
              <a:gd name="connsiteY129" fmla="*/ 689066 h 1321594"/>
              <a:gd name="connsiteX130" fmla="*/ 1094302 w 2306082"/>
              <a:gd name="connsiteY130" fmla="*/ 698496 h 1321594"/>
              <a:gd name="connsiteX131" fmla="*/ 981134 w 2306082"/>
              <a:gd name="connsiteY131" fmla="*/ 707927 h 1321594"/>
              <a:gd name="connsiteX132" fmla="*/ 556753 w 2306082"/>
              <a:gd name="connsiteY132" fmla="*/ 707927 h 1321594"/>
              <a:gd name="connsiteX133" fmla="*/ 490738 w 2306082"/>
              <a:gd name="connsiteY133" fmla="*/ 698496 h 1321594"/>
              <a:gd name="connsiteX134" fmla="*/ 368139 w 2306082"/>
              <a:gd name="connsiteY134" fmla="*/ 698496 h 1321594"/>
              <a:gd name="connsiteX135" fmla="*/ 330416 w 2306082"/>
              <a:gd name="connsiteY135" fmla="*/ 689066 h 1321594"/>
              <a:gd name="connsiteX136" fmla="*/ 283262 w 2306082"/>
              <a:gd name="connsiteY136" fmla="*/ 679635 h 1321594"/>
              <a:gd name="connsiteX137" fmla="*/ 236109 w 2306082"/>
              <a:gd name="connsiteY137" fmla="*/ 670204 h 1321594"/>
              <a:gd name="connsiteX138" fmla="*/ 141802 w 2306082"/>
              <a:gd name="connsiteY138" fmla="*/ 651343 h 1321594"/>
              <a:gd name="connsiteX139" fmla="*/ 113510 w 2306082"/>
              <a:gd name="connsiteY139" fmla="*/ 651343 h 1321594"/>
              <a:gd name="connsiteX140" fmla="*/ 85218 w 2306082"/>
              <a:gd name="connsiteY140" fmla="*/ 641912 h 1321594"/>
              <a:gd name="connsiteX141" fmla="*/ 66357 w 2306082"/>
              <a:gd name="connsiteY141" fmla="*/ 632481 h 1321594"/>
              <a:gd name="connsiteX142" fmla="*/ 56926 w 2306082"/>
              <a:gd name="connsiteY142" fmla="*/ 632481 h 1321594"/>
              <a:gd name="connsiteX143" fmla="*/ 47495 w 2306082"/>
              <a:gd name="connsiteY143" fmla="*/ 623051 h 1321594"/>
              <a:gd name="connsiteX144" fmla="*/ 47495 w 2306082"/>
              <a:gd name="connsiteY144" fmla="*/ 594759 h 1321594"/>
              <a:gd name="connsiteX145" fmla="*/ 56926 w 2306082"/>
              <a:gd name="connsiteY145" fmla="*/ 575897 h 1321594"/>
              <a:gd name="connsiteX146" fmla="*/ 66357 w 2306082"/>
              <a:gd name="connsiteY146" fmla="*/ 547605 h 1321594"/>
              <a:gd name="connsiteX147" fmla="*/ 75787 w 2306082"/>
              <a:gd name="connsiteY147" fmla="*/ 528744 h 1321594"/>
              <a:gd name="connsiteX148" fmla="*/ 104079 w 2306082"/>
              <a:gd name="connsiteY148" fmla="*/ 509883 h 1321594"/>
              <a:gd name="connsiteX149" fmla="*/ 122941 w 2306082"/>
              <a:gd name="connsiteY149" fmla="*/ 491021 h 1321594"/>
              <a:gd name="connsiteX150" fmla="*/ 151233 w 2306082"/>
              <a:gd name="connsiteY150" fmla="*/ 472160 h 1321594"/>
              <a:gd name="connsiteX151" fmla="*/ 188956 w 2306082"/>
              <a:gd name="connsiteY151" fmla="*/ 453299 h 1321594"/>
              <a:gd name="connsiteX152" fmla="*/ 245540 w 2306082"/>
              <a:gd name="connsiteY152" fmla="*/ 434437 h 1321594"/>
              <a:gd name="connsiteX153" fmla="*/ 283262 w 2306082"/>
              <a:gd name="connsiteY153" fmla="*/ 425006 h 1321594"/>
              <a:gd name="connsiteX154" fmla="*/ 320985 w 2306082"/>
              <a:gd name="connsiteY154" fmla="*/ 406145 h 1321594"/>
              <a:gd name="connsiteX155" fmla="*/ 387000 w 2306082"/>
              <a:gd name="connsiteY155" fmla="*/ 396714 h 1321594"/>
              <a:gd name="connsiteX156" fmla="*/ 481307 w 2306082"/>
              <a:gd name="connsiteY156" fmla="*/ 368422 h 1321594"/>
              <a:gd name="connsiteX157" fmla="*/ 575614 w 2306082"/>
              <a:gd name="connsiteY157" fmla="*/ 358992 h 1321594"/>
              <a:gd name="connsiteX158" fmla="*/ 660490 w 2306082"/>
              <a:gd name="connsiteY158" fmla="*/ 349561 h 1321594"/>
              <a:gd name="connsiteX159" fmla="*/ 858535 w 2306082"/>
              <a:gd name="connsiteY159" fmla="*/ 349561 h 1321594"/>
              <a:gd name="connsiteX160" fmla="*/ 962272 w 2306082"/>
              <a:gd name="connsiteY160" fmla="*/ 340130 h 1321594"/>
              <a:gd name="connsiteX161" fmla="*/ 1943065 w 2306082"/>
              <a:gd name="connsiteY161" fmla="*/ 340130 h 1321594"/>
              <a:gd name="connsiteX162" fmla="*/ 1990218 w 2306082"/>
              <a:gd name="connsiteY162" fmla="*/ 349561 h 1321594"/>
              <a:gd name="connsiteX163" fmla="*/ 2046802 w 2306082"/>
              <a:gd name="connsiteY163" fmla="*/ 358992 h 1321594"/>
              <a:gd name="connsiteX164" fmla="*/ 2122248 w 2306082"/>
              <a:gd name="connsiteY164" fmla="*/ 358992 h 1321594"/>
              <a:gd name="connsiteX165" fmla="*/ 2141109 w 2306082"/>
              <a:gd name="connsiteY165" fmla="*/ 368422 h 1321594"/>
              <a:gd name="connsiteX166" fmla="*/ 2159971 w 2306082"/>
              <a:gd name="connsiteY166" fmla="*/ 377853 h 1321594"/>
              <a:gd name="connsiteX167" fmla="*/ 2178832 w 2306082"/>
              <a:gd name="connsiteY167" fmla="*/ 387284 h 1321594"/>
              <a:gd name="connsiteX168" fmla="*/ 2188263 w 2306082"/>
              <a:gd name="connsiteY168" fmla="*/ 387284 h 1321594"/>
              <a:gd name="connsiteX169" fmla="*/ 2197693 w 2306082"/>
              <a:gd name="connsiteY169" fmla="*/ 396714 h 1321594"/>
              <a:gd name="connsiteX170" fmla="*/ 2197693 w 2306082"/>
              <a:gd name="connsiteY170" fmla="*/ 434437 h 1321594"/>
              <a:gd name="connsiteX171" fmla="*/ 2188263 w 2306082"/>
              <a:gd name="connsiteY171" fmla="*/ 453299 h 1321594"/>
              <a:gd name="connsiteX172" fmla="*/ 2178832 w 2306082"/>
              <a:gd name="connsiteY172" fmla="*/ 462729 h 1321594"/>
              <a:gd name="connsiteX173" fmla="*/ 2169401 w 2306082"/>
              <a:gd name="connsiteY173" fmla="*/ 472160 h 1321594"/>
              <a:gd name="connsiteX174" fmla="*/ 2141109 w 2306082"/>
              <a:gd name="connsiteY174" fmla="*/ 491021 h 1321594"/>
              <a:gd name="connsiteX175" fmla="*/ 2131679 w 2306082"/>
              <a:gd name="connsiteY175" fmla="*/ 491021 h 1321594"/>
              <a:gd name="connsiteX176" fmla="*/ 2093956 w 2306082"/>
              <a:gd name="connsiteY176" fmla="*/ 538175 h 1321594"/>
              <a:gd name="connsiteX177" fmla="*/ 2075094 w 2306082"/>
              <a:gd name="connsiteY177" fmla="*/ 547605 h 1321594"/>
              <a:gd name="connsiteX178" fmla="*/ 2037371 w 2306082"/>
              <a:gd name="connsiteY178" fmla="*/ 575897 h 1321594"/>
              <a:gd name="connsiteX179" fmla="*/ 2009079 w 2306082"/>
              <a:gd name="connsiteY179" fmla="*/ 585328 h 1321594"/>
              <a:gd name="connsiteX180" fmla="*/ 1952495 w 2306082"/>
              <a:gd name="connsiteY180" fmla="*/ 613620 h 1321594"/>
              <a:gd name="connsiteX181" fmla="*/ 1924203 w 2306082"/>
              <a:gd name="connsiteY181" fmla="*/ 632481 h 1321594"/>
              <a:gd name="connsiteX182" fmla="*/ 1858188 w 2306082"/>
              <a:gd name="connsiteY182" fmla="*/ 651343 h 1321594"/>
              <a:gd name="connsiteX183" fmla="*/ 1811035 w 2306082"/>
              <a:gd name="connsiteY183" fmla="*/ 660774 h 1321594"/>
              <a:gd name="connsiteX184" fmla="*/ 1735589 w 2306082"/>
              <a:gd name="connsiteY184" fmla="*/ 689066 h 1321594"/>
              <a:gd name="connsiteX185" fmla="*/ 1612990 w 2306082"/>
              <a:gd name="connsiteY185" fmla="*/ 717358 h 1321594"/>
              <a:gd name="connsiteX186" fmla="*/ 1556406 w 2306082"/>
              <a:gd name="connsiteY186" fmla="*/ 736219 h 1321594"/>
              <a:gd name="connsiteX187" fmla="*/ 1452668 w 2306082"/>
              <a:gd name="connsiteY187" fmla="*/ 745650 h 1321594"/>
              <a:gd name="connsiteX188" fmla="*/ 764228 w 2306082"/>
              <a:gd name="connsiteY188" fmla="*/ 745650 h 1321594"/>
              <a:gd name="connsiteX189" fmla="*/ 651059 w 2306082"/>
              <a:gd name="connsiteY189" fmla="*/ 726789 h 1321594"/>
              <a:gd name="connsiteX190" fmla="*/ 509599 w 2306082"/>
              <a:gd name="connsiteY190" fmla="*/ 698496 h 1321594"/>
              <a:gd name="connsiteX191" fmla="*/ 453015 w 2306082"/>
              <a:gd name="connsiteY191" fmla="*/ 689066 h 1321594"/>
              <a:gd name="connsiteX192" fmla="*/ 387000 w 2306082"/>
              <a:gd name="connsiteY192" fmla="*/ 679635 h 1321594"/>
              <a:gd name="connsiteX193" fmla="*/ 320985 w 2306082"/>
              <a:gd name="connsiteY193" fmla="*/ 670204 h 1321594"/>
              <a:gd name="connsiteX194" fmla="*/ 273832 w 2306082"/>
              <a:gd name="connsiteY194" fmla="*/ 660774 h 1321594"/>
              <a:gd name="connsiteX195" fmla="*/ 217248 w 2306082"/>
              <a:gd name="connsiteY195" fmla="*/ 632481 h 1321594"/>
              <a:gd name="connsiteX196" fmla="*/ 198386 w 2306082"/>
              <a:gd name="connsiteY196" fmla="*/ 632481 h 1321594"/>
              <a:gd name="connsiteX197" fmla="*/ 160663 w 2306082"/>
              <a:gd name="connsiteY197" fmla="*/ 613620 h 1321594"/>
              <a:gd name="connsiteX198" fmla="*/ 122941 w 2306082"/>
              <a:gd name="connsiteY198" fmla="*/ 594759 h 1321594"/>
              <a:gd name="connsiteX199" fmla="*/ 113510 w 2306082"/>
              <a:gd name="connsiteY199" fmla="*/ 585328 h 1321594"/>
              <a:gd name="connsiteX200" fmla="*/ 94649 w 2306082"/>
              <a:gd name="connsiteY200" fmla="*/ 566467 h 1321594"/>
              <a:gd name="connsiteX201" fmla="*/ 85218 w 2306082"/>
              <a:gd name="connsiteY201" fmla="*/ 557036 h 1321594"/>
              <a:gd name="connsiteX202" fmla="*/ 85218 w 2306082"/>
              <a:gd name="connsiteY202" fmla="*/ 509883 h 1321594"/>
              <a:gd name="connsiteX203" fmla="*/ 94649 w 2306082"/>
              <a:gd name="connsiteY203" fmla="*/ 481590 h 1321594"/>
              <a:gd name="connsiteX204" fmla="*/ 104079 w 2306082"/>
              <a:gd name="connsiteY204" fmla="*/ 453299 h 1321594"/>
              <a:gd name="connsiteX205" fmla="*/ 122941 w 2306082"/>
              <a:gd name="connsiteY205" fmla="*/ 434437 h 1321594"/>
              <a:gd name="connsiteX206" fmla="*/ 141802 w 2306082"/>
              <a:gd name="connsiteY206" fmla="*/ 425006 h 1321594"/>
              <a:gd name="connsiteX207" fmla="*/ 170094 w 2306082"/>
              <a:gd name="connsiteY207" fmla="*/ 396714 h 1321594"/>
              <a:gd name="connsiteX208" fmla="*/ 245540 w 2306082"/>
              <a:gd name="connsiteY208" fmla="*/ 377853 h 1321594"/>
              <a:gd name="connsiteX209" fmla="*/ 320985 w 2306082"/>
              <a:gd name="connsiteY209" fmla="*/ 349561 h 1321594"/>
              <a:gd name="connsiteX210" fmla="*/ 443584 w 2306082"/>
              <a:gd name="connsiteY210" fmla="*/ 292977 h 1321594"/>
              <a:gd name="connsiteX211" fmla="*/ 509599 w 2306082"/>
              <a:gd name="connsiteY211" fmla="*/ 264684 h 1321594"/>
              <a:gd name="connsiteX212" fmla="*/ 566183 w 2306082"/>
              <a:gd name="connsiteY212" fmla="*/ 245823 h 1321594"/>
              <a:gd name="connsiteX213" fmla="*/ 641629 w 2306082"/>
              <a:gd name="connsiteY213" fmla="*/ 217531 h 1321594"/>
              <a:gd name="connsiteX214" fmla="*/ 698213 w 2306082"/>
              <a:gd name="connsiteY214" fmla="*/ 198670 h 1321594"/>
              <a:gd name="connsiteX215" fmla="*/ 783089 w 2306082"/>
              <a:gd name="connsiteY215" fmla="*/ 179808 h 1321594"/>
              <a:gd name="connsiteX216" fmla="*/ 839673 w 2306082"/>
              <a:gd name="connsiteY216" fmla="*/ 170378 h 1321594"/>
              <a:gd name="connsiteX217" fmla="*/ 905688 w 2306082"/>
              <a:gd name="connsiteY217" fmla="*/ 160947 h 1321594"/>
              <a:gd name="connsiteX218" fmla="*/ 990564 w 2306082"/>
              <a:gd name="connsiteY218" fmla="*/ 151516 h 1321594"/>
              <a:gd name="connsiteX219" fmla="*/ 1103733 w 2306082"/>
              <a:gd name="connsiteY219" fmla="*/ 142086 h 1321594"/>
              <a:gd name="connsiteX220" fmla="*/ 1443238 w 2306082"/>
              <a:gd name="connsiteY220" fmla="*/ 142086 h 1321594"/>
              <a:gd name="connsiteX221" fmla="*/ 1528114 w 2306082"/>
              <a:gd name="connsiteY221" fmla="*/ 151516 h 1321594"/>
              <a:gd name="connsiteX222" fmla="*/ 1641282 w 2306082"/>
              <a:gd name="connsiteY222" fmla="*/ 151516 h 1321594"/>
              <a:gd name="connsiteX223" fmla="*/ 1716728 w 2306082"/>
              <a:gd name="connsiteY223" fmla="*/ 160947 h 1321594"/>
              <a:gd name="connsiteX224" fmla="*/ 1763881 w 2306082"/>
              <a:gd name="connsiteY224" fmla="*/ 160947 h 1321594"/>
              <a:gd name="connsiteX225" fmla="*/ 1820465 w 2306082"/>
              <a:gd name="connsiteY225" fmla="*/ 170378 h 1321594"/>
              <a:gd name="connsiteX226" fmla="*/ 1858188 w 2306082"/>
              <a:gd name="connsiteY226" fmla="*/ 170378 h 1321594"/>
              <a:gd name="connsiteX227" fmla="*/ 1895911 w 2306082"/>
              <a:gd name="connsiteY227" fmla="*/ 179808 h 1321594"/>
              <a:gd name="connsiteX228" fmla="*/ 1914772 w 2306082"/>
              <a:gd name="connsiteY228" fmla="*/ 179808 h 1321594"/>
              <a:gd name="connsiteX229" fmla="*/ 1943065 w 2306082"/>
              <a:gd name="connsiteY229" fmla="*/ 189239 h 1321594"/>
              <a:gd name="connsiteX230" fmla="*/ 1961926 w 2306082"/>
              <a:gd name="connsiteY230" fmla="*/ 198670 h 1321594"/>
              <a:gd name="connsiteX231" fmla="*/ 1971356 w 2306082"/>
              <a:gd name="connsiteY231" fmla="*/ 208100 h 1321594"/>
              <a:gd name="connsiteX232" fmla="*/ 1971356 w 2306082"/>
              <a:gd name="connsiteY232" fmla="*/ 226962 h 1321594"/>
              <a:gd name="connsiteX233" fmla="*/ 1961926 w 2306082"/>
              <a:gd name="connsiteY233" fmla="*/ 236393 h 1321594"/>
              <a:gd name="connsiteX234" fmla="*/ 1952495 w 2306082"/>
              <a:gd name="connsiteY234" fmla="*/ 255254 h 1321594"/>
              <a:gd name="connsiteX235" fmla="*/ 1924203 w 2306082"/>
              <a:gd name="connsiteY235" fmla="*/ 264684 h 1321594"/>
              <a:gd name="connsiteX236" fmla="*/ 1895911 w 2306082"/>
              <a:gd name="connsiteY236" fmla="*/ 292977 h 1321594"/>
              <a:gd name="connsiteX237" fmla="*/ 1877050 w 2306082"/>
              <a:gd name="connsiteY237" fmla="*/ 330699 h 1321594"/>
              <a:gd name="connsiteX238" fmla="*/ 1848758 w 2306082"/>
              <a:gd name="connsiteY238" fmla="*/ 349561 h 1321594"/>
              <a:gd name="connsiteX239" fmla="*/ 1801604 w 2306082"/>
              <a:gd name="connsiteY239" fmla="*/ 368422 h 1321594"/>
              <a:gd name="connsiteX240" fmla="*/ 1754451 w 2306082"/>
              <a:gd name="connsiteY240" fmla="*/ 387284 h 1321594"/>
              <a:gd name="connsiteX241" fmla="*/ 1707297 w 2306082"/>
              <a:gd name="connsiteY241" fmla="*/ 415576 h 1321594"/>
              <a:gd name="connsiteX242" fmla="*/ 1679005 w 2306082"/>
              <a:gd name="connsiteY242" fmla="*/ 434437 h 1321594"/>
              <a:gd name="connsiteX243" fmla="*/ 1622421 w 2306082"/>
              <a:gd name="connsiteY243" fmla="*/ 453299 h 1321594"/>
              <a:gd name="connsiteX244" fmla="*/ 1584698 w 2306082"/>
              <a:gd name="connsiteY244" fmla="*/ 472160 h 1321594"/>
              <a:gd name="connsiteX245" fmla="*/ 1537545 w 2306082"/>
              <a:gd name="connsiteY245" fmla="*/ 491021 h 1321594"/>
              <a:gd name="connsiteX246" fmla="*/ 1471530 w 2306082"/>
              <a:gd name="connsiteY246" fmla="*/ 509883 h 1321594"/>
              <a:gd name="connsiteX247" fmla="*/ 1367792 w 2306082"/>
              <a:gd name="connsiteY247" fmla="*/ 538175 h 1321594"/>
              <a:gd name="connsiteX248" fmla="*/ 1311208 w 2306082"/>
              <a:gd name="connsiteY248" fmla="*/ 557036 h 1321594"/>
              <a:gd name="connsiteX249" fmla="*/ 1245193 w 2306082"/>
              <a:gd name="connsiteY249" fmla="*/ 566467 h 1321594"/>
              <a:gd name="connsiteX250" fmla="*/ 1179178 w 2306082"/>
              <a:gd name="connsiteY250" fmla="*/ 566467 h 1321594"/>
              <a:gd name="connsiteX251" fmla="*/ 1122594 w 2306082"/>
              <a:gd name="connsiteY251" fmla="*/ 575897 h 1321594"/>
              <a:gd name="connsiteX252" fmla="*/ 849104 w 2306082"/>
              <a:gd name="connsiteY252" fmla="*/ 575897 h 1321594"/>
              <a:gd name="connsiteX253" fmla="*/ 792520 w 2306082"/>
              <a:gd name="connsiteY253" fmla="*/ 557036 h 1321594"/>
              <a:gd name="connsiteX254" fmla="*/ 801951 w 2306082"/>
              <a:gd name="connsiteY254" fmla="*/ 575897 h 1321594"/>
              <a:gd name="connsiteX255" fmla="*/ 773659 w 2306082"/>
              <a:gd name="connsiteY255" fmla="*/ 566467 h 1321594"/>
              <a:gd name="connsiteX256" fmla="*/ 754797 w 2306082"/>
              <a:gd name="connsiteY256" fmla="*/ 566467 h 1321594"/>
              <a:gd name="connsiteX257" fmla="*/ 745366 w 2306082"/>
              <a:gd name="connsiteY257" fmla="*/ 557036 h 1321594"/>
              <a:gd name="connsiteX258" fmla="*/ 745366 w 2306082"/>
              <a:gd name="connsiteY258" fmla="*/ 519313 h 1321594"/>
              <a:gd name="connsiteX259" fmla="*/ 764228 w 2306082"/>
              <a:gd name="connsiteY259" fmla="*/ 500452 h 1321594"/>
              <a:gd name="connsiteX260" fmla="*/ 783089 w 2306082"/>
              <a:gd name="connsiteY260" fmla="*/ 481590 h 1321594"/>
              <a:gd name="connsiteX261" fmla="*/ 811381 w 2306082"/>
              <a:gd name="connsiteY261" fmla="*/ 462729 h 1321594"/>
              <a:gd name="connsiteX262" fmla="*/ 839673 w 2306082"/>
              <a:gd name="connsiteY262" fmla="*/ 443868 h 1321594"/>
              <a:gd name="connsiteX263" fmla="*/ 877396 w 2306082"/>
              <a:gd name="connsiteY263" fmla="*/ 425006 h 1321594"/>
              <a:gd name="connsiteX264" fmla="*/ 905688 w 2306082"/>
              <a:gd name="connsiteY264" fmla="*/ 406145 h 1321594"/>
              <a:gd name="connsiteX265" fmla="*/ 924550 w 2306082"/>
              <a:gd name="connsiteY265" fmla="*/ 425006 h 1321594"/>
              <a:gd name="connsiteX266" fmla="*/ 981134 w 2306082"/>
              <a:gd name="connsiteY266" fmla="*/ 406145 h 1321594"/>
              <a:gd name="connsiteX267" fmla="*/ 1018856 w 2306082"/>
              <a:gd name="connsiteY267" fmla="*/ 396714 h 1321594"/>
              <a:gd name="connsiteX268" fmla="*/ 1075441 w 2306082"/>
              <a:gd name="connsiteY268" fmla="*/ 377853 h 1321594"/>
              <a:gd name="connsiteX269" fmla="*/ 1122594 w 2306082"/>
              <a:gd name="connsiteY269" fmla="*/ 368422 h 1321594"/>
              <a:gd name="connsiteX270" fmla="*/ 1235762 w 2306082"/>
              <a:gd name="connsiteY270" fmla="*/ 330699 h 1321594"/>
              <a:gd name="connsiteX271" fmla="*/ 1301777 w 2306082"/>
              <a:gd name="connsiteY271" fmla="*/ 311838 h 1321594"/>
              <a:gd name="connsiteX272" fmla="*/ 1358362 w 2306082"/>
              <a:gd name="connsiteY272" fmla="*/ 292977 h 1321594"/>
              <a:gd name="connsiteX273" fmla="*/ 1424376 w 2306082"/>
              <a:gd name="connsiteY273" fmla="*/ 283546 h 1321594"/>
              <a:gd name="connsiteX274" fmla="*/ 1490391 w 2306082"/>
              <a:gd name="connsiteY274" fmla="*/ 264684 h 1321594"/>
              <a:gd name="connsiteX275" fmla="*/ 1546975 w 2306082"/>
              <a:gd name="connsiteY275" fmla="*/ 245823 h 1321594"/>
              <a:gd name="connsiteX276" fmla="*/ 1603559 w 2306082"/>
              <a:gd name="connsiteY276" fmla="*/ 236393 h 1321594"/>
              <a:gd name="connsiteX277" fmla="*/ 1650713 w 2306082"/>
              <a:gd name="connsiteY277" fmla="*/ 226962 h 1321594"/>
              <a:gd name="connsiteX278" fmla="*/ 1697866 w 2306082"/>
              <a:gd name="connsiteY278" fmla="*/ 217531 h 1321594"/>
              <a:gd name="connsiteX279" fmla="*/ 1754451 w 2306082"/>
              <a:gd name="connsiteY279" fmla="*/ 236393 h 1321594"/>
              <a:gd name="connsiteX280" fmla="*/ 2027941 w 2306082"/>
              <a:gd name="connsiteY280" fmla="*/ 236393 h 1321594"/>
              <a:gd name="connsiteX281" fmla="*/ 2046802 w 2306082"/>
              <a:gd name="connsiteY281" fmla="*/ 245823 h 1321594"/>
              <a:gd name="connsiteX282" fmla="*/ 2065664 w 2306082"/>
              <a:gd name="connsiteY282" fmla="*/ 245823 h 1321594"/>
              <a:gd name="connsiteX283" fmla="*/ 2075094 w 2306082"/>
              <a:gd name="connsiteY283" fmla="*/ 255254 h 1321594"/>
              <a:gd name="connsiteX284" fmla="*/ 2084525 w 2306082"/>
              <a:gd name="connsiteY284" fmla="*/ 264684 h 1321594"/>
              <a:gd name="connsiteX285" fmla="*/ 2084525 w 2306082"/>
              <a:gd name="connsiteY285" fmla="*/ 340130 h 1321594"/>
              <a:gd name="connsiteX286" fmla="*/ 2065664 w 2306082"/>
              <a:gd name="connsiteY286" fmla="*/ 358992 h 1321594"/>
              <a:gd name="connsiteX287" fmla="*/ 2056233 w 2306082"/>
              <a:gd name="connsiteY287" fmla="*/ 387284 h 1321594"/>
              <a:gd name="connsiteX288" fmla="*/ 2037371 w 2306082"/>
              <a:gd name="connsiteY288" fmla="*/ 415576 h 1321594"/>
              <a:gd name="connsiteX289" fmla="*/ 2018510 w 2306082"/>
              <a:gd name="connsiteY289" fmla="*/ 443868 h 1321594"/>
              <a:gd name="connsiteX290" fmla="*/ 2009079 w 2306082"/>
              <a:gd name="connsiteY290" fmla="*/ 472160 h 1321594"/>
              <a:gd name="connsiteX291" fmla="*/ 1990218 w 2306082"/>
              <a:gd name="connsiteY291" fmla="*/ 509883 h 1321594"/>
              <a:gd name="connsiteX292" fmla="*/ 1961926 w 2306082"/>
              <a:gd name="connsiteY292" fmla="*/ 547605 h 1321594"/>
              <a:gd name="connsiteX293" fmla="*/ 1952495 w 2306082"/>
              <a:gd name="connsiteY293" fmla="*/ 575897 h 1321594"/>
              <a:gd name="connsiteX294" fmla="*/ 1933634 w 2306082"/>
              <a:gd name="connsiteY294" fmla="*/ 604190 h 1321594"/>
              <a:gd name="connsiteX295" fmla="*/ 1924203 w 2306082"/>
              <a:gd name="connsiteY295" fmla="*/ 623051 h 1321594"/>
              <a:gd name="connsiteX296" fmla="*/ 1905342 w 2306082"/>
              <a:gd name="connsiteY296" fmla="*/ 651343 h 1321594"/>
              <a:gd name="connsiteX297" fmla="*/ 1886480 w 2306082"/>
              <a:gd name="connsiteY297" fmla="*/ 670204 h 1321594"/>
              <a:gd name="connsiteX298" fmla="*/ 1858188 w 2306082"/>
              <a:gd name="connsiteY298" fmla="*/ 698496 h 1321594"/>
              <a:gd name="connsiteX299" fmla="*/ 1829896 w 2306082"/>
              <a:gd name="connsiteY299" fmla="*/ 726789 h 1321594"/>
              <a:gd name="connsiteX300" fmla="*/ 1811035 w 2306082"/>
              <a:gd name="connsiteY300" fmla="*/ 736219 h 1321594"/>
              <a:gd name="connsiteX301" fmla="*/ 1792174 w 2306082"/>
              <a:gd name="connsiteY301" fmla="*/ 755081 h 1321594"/>
              <a:gd name="connsiteX302" fmla="*/ 1773312 w 2306082"/>
              <a:gd name="connsiteY302" fmla="*/ 764512 h 1321594"/>
              <a:gd name="connsiteX303" fmla="*/ 1763881 w 2306082"/>
              <a:gd name="connsiteY303" fmla="*/ 764512 h 1321594"/>
              <a:gd name="connsiteX304" fmla="*/ 1754451 w 2306082"/>
              <a:gd name="connsiteY304" fmla="*/ 773942 h 1321594"/>
              <a:gd name="connsiteX305" fmla="*/ 1735589 w 2306082"/>
              <a:gd name="connsiteY305" fmla="*/ 783373 h 1321594"/>
              <a:gd name="connsiteX306" fmla="*/ 1726159 w 2306082"/>
              <a:gd name="connsiteY306" fmla="*/ 792803 h 1321594"/>
              <a:gd name="connsiteX307" fmla="*/ 1707297 w 2306082"/>
              <a:gd name="connsiteY307" fmla="*/ 783373 h 1321594"/>
              <a:gd name="connsiteX308" fmla="*/ 1707297 w 2306082"/>
              <a:gd name="connsiteY308" fmla="*/ 679635 h 1321594"/>
              <a:gd name="connsiteX309" fmla="*/ 1716728 w 2306082"/>
              <a:gd name="connsiteY309" fmla="*/ 660774 h 1321594"/>
              <a:gd name="connsiteX310" fmla="*/ 1735589 w 2306082"/>
              <a:gd name="connsiteY310" fmla="*/ 651343 h 1321594"/>
              <a:gd name="connsiteX311" fmla="*/ 1745020 w 2306082"/>
              <a:gd name="connsiteY311" fmla="*/ 623051 h 1321594"/>
              <a:gd name="connsiteX312" fmla="*/ 1754451 w 2306082"/>
              <a:gd name="connsiteY312" fmla="*/ 594759 h 1321594"/>
              <a:gd name="connsiteX313" fmla="*/ 1773312 w 2306082"/>
              <a:gd name="connsiteY313" fmla="*/ 566467 h 1321594"/>
              <a:gd name="connsiteX314" fmla="*/ 1782743 w 2306082"/>
              <a:gd name="connsiteY314" fmla="*/ 557036 h 1321594"/>
              <a:gd name="connsiteX315" fmla="*/ 1792174 w 2306082"/>
              <a:gd name="connsiteY315" fmla="*/ 538175 h 1321594"/>
              <a:gd name="connsiteX316" fmla="*/ 1811035 w 2306082"/>
              <a:gd name="connsiteY316" fmla="*/ 509883 h 1321594"/>
              <a:gd name="connsiteX317" fmla="*/ 1829896 w 2306082"/>
              <a:gd name="connsiteY317" fmla="*/ 491021 h 1321594"/>
              <a:gd name="connsiteX318" fmla="*/ 1829896 w 2306082"/>
              <a:gd name="connsiteY318" fmla="*/ 481590 h 1321594"/>
              <a:gd name="connsiteX319" fmla="*/ 1858188 w 2306082"/>
              <a:gd name="connsiteY319" fmla="*/ 472160 h 1321594"/>
              <a:gd name="connsiteX320" fmla="*/ 1858188 w 2306082"/>
              <a:gd name="connsiteY320" fmla="*/ 443868 h 1321594"/>
              <a:gd name="connsiteX321" fmla="*/ 1877050 w 2306082"/>
              <a:gd name="connsiteY321" fmla="*/ 434437 h 1321594"/>
              <a:gd name="connsiteX322" fmla="*/ 1886480 w 2306082"/>
              <a:gd name="connsiteY322" fmla="*/ 415576 h 1321594"/>
              <a:gd name="connsiteX323" fmla="*/ 1905342 w 2306082"/>
              <a:gd name="connsiteY323" fmla="*/ 406145 h 1321594"/>
              <a:gd name="connsiteX324" fmla="*/ 1933634 w 2306082"/>
              <a:gd name="connsiteY324" fmla="*/ 415576 h 1321594"/>
              <a:gd name="connsiteX325" fmla="*/ 1943065 w 2306082"/>
              <a:gd name="connsiteY325" fmla="*/ 434437 h 1321594"/>
              <a:gd name="connsiteX326" fmla="*/ 1943065 w 2306082"/>
              <a:gd name="connsiteY326" fmla="*/ 472160 h 1321594"/>
              <a:gd name="connsiteX327" fmla="*/ 1933634 w 2306082"/>
              <a:gd name="connsiteY327" fmla="*/ 500452 h 1321594"/>
              <a:gd name="connsiteX328" fmla="*/ 1924203 w 2306082"/>
              <a:gd name="connsiteY328" fmla="*/ 519313 h 1321594"/>
              <a:gd name="connsiteX329" fmla="*/ 1905342 w 2306082"/>
              <a:gd name="connsiteY329" fmla="*/ 547605 h 1321594"/>
              <a:gd name="connsiteX330" fmla="*/ 1886480 w 2306082"/>
              <a:gd name="connsiteY330" fmla="*/ 585328 h 1321594"/>
              <a:gd name="connsiteX331" fmla="*/ 1848758 w 2306082"/>
              <a:gd name="connsiteY331" fmla="*/ 651343 h 1321594"/>
              <a:gd name="connsiteX332" fmla="*/ 1801604 w 2306082"/>
              <a:gd name="connsiteY332" fmla="*/ 717358 h 1321594"/>
              <a:gd name="connsiteX333" fmla="*/ 1763881 w 2306082"/>
              <a:gd name="connsiteY333" fmla="*/ 755081 h 1321594"/>
              <a:gd name="connsiteX334" fmla="*/ 1735589 w 2306082"/>
              <a:gd name="connsiteY334" fmla="*/ 792803 h 1321594"/>
              <a:gd name="connsiteX335" fmla="*/ 1697866 w 2306082"/>
              <a:gd name="connsiteY335" fmla="*/ 821095 h 1321594"/>
              <a:gd name="connsiteX336" fmla="*/ 1679005 w 2306082"/>
              <a:gd name="connsiteY336" fmla="*/ 858818 h 1321594"/>
              <a:gd name="connsiteX337" fmla="*/ 1660144 w 2306082"/>
              <a:gd name="connsiteY337" fmla="*/ 887110 h 1321594"/>
              <a:gd name="connsiteX338" fmla="*/ 1622421 w 2306082"/>
              <a:gd name="connsiteY338" fmla="*/ 924833 h 1321594"/>
              <a:gd name="connsiteX339" fmla="*/ 1584698 w 2306082"/>
              <a:gd name="connsiteY339" fmla="*/ 962556 h 1321594"/>
              <a:gd name="connsiteX340" fmla="*/ 1546975 w 2306082"/>
              <a:gd name="connsiteY340" fmla="*/ 1000279 h 1321594"/>
              <a:gd name="connsiteX341" fmla="*/ 1499822 w 2306082"/>
              <a:gd name="connsiteY341" fmla="*/ 1038001 h 1321594"/>
              <a:gd name="connsiteX342" fmla="*/ 1443238 w 2306082"/>
              <a:gd name="connsiteY342" fmla="*/ 1066294 h 1321594"/>
              <a:gd name="connsiteX343" fmla="*/ 1414946 w 2306082"/>
              <a:gd name="connsiteY343" fmla="*/ 1085155 h 1321594"/>
              <a:gd name="connsiteX344" fmla="*/ 1377223 w 2306082"/>
              <a:gd name="connsiteY344" fmla="*/ 1104016 h 1321594"/>
              <a:gd name="connsiteX345" fmla="*/ 1339500 w 2306082"/>
              <a:gd name="connsiteY345" fmla="*/ 1122877 h 1321594"/>
              <a:gd name="connsiteX346" fmla="*/ 1301777 w 2306082"/>
              <a:gd name="connsiteY346" fmla="*/ 1141739 h 1321594"/>
              <a:gd name="connsiteX347" fmla="*/ 1273485 w 2306082"/>
              <a:gd name="connsiteY347" fmla="*/ 1151170 h 1321594"/>
              <a:gd name="connsiteX348" fmla="*/ 1226332 w 2306082"/>
              <a:gd name="connsiteY348" fmla="*/ 1170032 h 1321594"/>
              <a:gd name="connsiteX349" fmla="*/ 1198040 w 2306082"/>
              <a:gd name="connsiteY349" fmla="*/ 1170032 h 1321594"/>
              <a:gd name="connsiteX350" fmla="*/ 1169748 w 2306082"/>
              <a:gd name="connsiteY350" fmla="*/ 1179462 h 1321594"/>
              <a:gd name="connsiteX351" fmla="*/ 990564 w 2306082"/>
              <a:gd name="connsiteY351" fmla="*/ 1179462 h 1321594"/>
              <a:gd name="connsiteX352" fmla="*/ 962272 w 2306082"/>
              <a:gd name="connsiteY352" fmla="*/ 1170032 h 1321594"/>
              <a:gd name="connsiteX353" fmla="*/ 943411 w 2306082"/>
              <a:gd name="connsiteY353" fmla="*/ 1160600 h 1321594"/>
              <a:gd name="connsiteX354" fmla="*/ 924550 w 2306082"/>
              <a:gd name="connsiteY354" fmla="*/ 1151170 h 1321594"/>
              <a:gd name="connsiteX355" fmla="*/ 905688 w 2306082"/>
              <a:gd name="connsiteY355" fmla="*/ 1141739 h 1321594"/>
              <a:gd name="connsiteX356" fmla="*/ 896257 w 2306082"/>
              <a:gd name="connsiteY356" fmla="*/ 1132308 h 1321594"/>
              <a:gd name="connsiteX357" fmla="*/ 877396 w 2306082"/>
              <a:gd name="connsiteY357" fmla="*/ 1113447 h 1321594"/>
              <a:gd name="connsiteX358" fmla="*/ 858535 w 2306082"/>
              <a:gd name="connsiteY358" fmla="*/ 1085155 h 1321594"/>
              <a:gd name="connsiteX359" fmla="*/ 858535 w 2306082"/>
              <a:gd name="connsiteY359" fmla="*/ 1075724 h 1321594"/>
              <a:gd name="connsiteX360" fmla="*/ 849104 w 2306082"/>
              <a:gd name="connsiteY360" fmla="*/ 1066294 h 1321594"/>
              <a:gd name="connsiteX361" fmla="*/ 830243 w 2306082"/>
              <a:gd name="connsiteY361" fmla="*/ 1038001 h 1321594"/>
              <a:gd name="connsiteX362" fmla="*/ 830243 w 2306082"/>
              <a:gd name="connsiteY362" fmla="*/ 981417 h 1321594"/>
              <a:gd name="connsiteX363" fmla="*/ 849104 w 2306082"/>
              <a:gd name="connsiteY363" fmla="*/ 953126 h 1321594"/>
              <a:gd name="connsiteX364" fmla="*/ 849104 w 2306082"/>
              <a:gd name="connsiteY364" fmla="*/ 934264 h 1321594"/>
              <a:gd name="connsiteX365" fmla="*/ 877396 w 2306082"/>
              <a:gd name="connsiteY365" fmla="*/ 905971 h 1321594"/>
              <a:gd name="connsiteX366" fmla="*/ 896257 w 2306082"/>
              <a:gd name="connsiteY366" fmla="*/ 887110 h 1321594"/>
              <a:gd name="connsiteX367" fmla="*/ 924550 w 2306082"/>
              <a:gd name="connsiteY367" fmla="*/ 868249 h 1321594"/>
              <a:gd name="connsiteX368" fmla="*/ 971703 w 2306082"/>
              <a:gd name="connsiteY368" fmla="*/ 849388 h 1321594"/>
              <a:gd name="connsiteX369" fmla="*/ 999995 w 2306082"/>
              <a:gd name="connsiteY369" fmla="*/ 830526 h 1321594"/>
              <a:gd name="connsiteX370" fmla="*/ 1047149 w 2306082"/>
              <a:gd name="connsiteY370" fmla="*/ 811665 h 1321594"/>
              <a:gd name="connsiteX371" fmla="*/ 1094302 w 2306082"/>
              <a:gd name="connsiteY371" fmla="*/ 811665 h 1321594"/>
              <a:gd name="connsiteX372" fmla="*/ 1141456 w 2306082"/>
              <a:gd name="connsiteY372" fmla="*/ 792803 h 1321594"/>
              <a:gd name="connsiteX373" fmla="*/ 1179178 w 2306082"/>
              <a:gd name="connsiteY373" fmla="*/ 783373 h 1321594"/>
              <a:gd name="connsiteX374" fmla="*/ 1216901 w 2306082"/>
              <a:gd name="connsiteY374" fmla="*/ 773942 h 1321594"/>
              <a:gd name="connsiteX375" fmla="*/ 1480961 w 2306082"/>
              <a:gd name="connsiteY375" fmla="*/ 773942 h 1321594"/>
              <a:gd name="connsiteX376" fmla="*/ 1490391 w 2306082"/>
              <a:gd name="connsiteY376" fmla="*/ 783373 h 1321594"/>
              <a:gd name="connsiteX377" fmla="*/ 1499822 w 2306082"/>
              <a:gd name="connsiteY377" fmla="*/ 792803 h 1321594"/>
              <a:gd name="connsiteX378" fmla="*/ 1499822 w 2306082"/>
              <a:gd name="connsiteY378" fmla="*/ 830526 h 1321594"/>
              <a:gd name="connsiteX379" fmla="*/ 1480961 w 2306082"/>
              <a:gd name="connsiteY379" fmla="*/ 849388 h 1321594"/>
              <a:gd name="connsiteX380" fmla="*/ 1443238 w 2306082"/>
              <a:gd name="connsiteY380" fmla="*/ 877680 h 1321594"/>
              <a:gd name="connsiteX381" fmla="*/ 1405515 w 2306082"/>
              <a:gd name="connsiteY381" fmla="*/ 896541 h 1321594"/>
              <a:gd name="connsiteX382" fmla="*/ 1396084 w 2306082"/>
              <a:gd name="connsiteY382" fmla="*/ 915402 h 1321594"/>
              <a:gd name="connsiteX383" fmla="*/ 1367792 w 2306082"/>
              <a:gd name="connsiteY383" fmla="*/ 934264 h 1321594"/>
              <a:gd name="connsiteX384" fmla="*/ 1339500 w 2306082"/>
              <a:gd name="connsiteY384" fmla="*/ 953126 h 1321594"/>
              <a:gd name="connsiteX385" fmla="*/ 1311208 w 2306082"/>
              <a:gd name="connsiteY385" fmla="*/ 971987 h 1321594"/>
              <a:gd name="connsiteX386" fmla="*/ 1292347 w 2306082"/>
              <a:gd name="connsiteY386" fmla="*/ 981417 h 1321594"/>
              <a:gd name="connsiteX387" fmla="*/ 1273485 w 2306082"/>
              <a:gd name="connsiteY387" fmla="*/ 1000279 h 1321594"/>
              <a:gd name="connsiteX388" fmla="*/ 1245193 w 2306082"/>
              <a:gd name="connsiteY388" fmla="*/ 1019140 h 1321594"/>
              <a:gd name="connsiteX389" fmla="*/ 1207471 w 2306082"/>
              <a:gd name="connsiteY389" fmla="*/ 1038001 h 1321594"/>
              <a:gd name="connsiteX390" fmla="*/ 1188609 w 2306082"/>
              <a:gd name="connsiteY390" fmla="*/ 1047432 h 1321594"/>
              <a:gd name="connsiteX391" fmla="*/ 1179178 w 2306082"/>
              <a:gd name="connsiteY391" fmla="*/ 1047432 h 1321594"/>
              <a:gd name="connsiteX392" fmla="*/ 1160317 w 2306082"/>
              <a:gd name="connsiteY392" fmla="*/ 1056863 h 1321594"/>
              <a:gd name="connsiteX393" fmla="*/ 1028287 w 2306082"/>
              <a:gd name="connsiteY393" fmla="*/ 1056863 h 1321594"/>
              <a:gd name="connsiteX394" fmla="*/ 999995 w 2306082"/>
              <a:gd name="connsiteY394" fmla="*/ 1038001 h 1321594"/>
              <a:gd name="connsiteX395" fmla="*/ 981134 w 2306082"/>
              <a:gd name="connsiteY395" fmla="*/ 1038001 h 1321594"/>
              <a:gd name="connsiteX396" fmla="*/ 990564 w 2306082"/>
              <a:gd name="connsiteY396" fmla="*/ 1047432 h 1321594"/>
              <a:gd name="connsiteX397" fmla="*/ 981134 w 2306082"/>
              <a:gd name="connsiteY397" fmla="*/ 1056863 h 1321594"/>
              <a:gd name="connsiteX398" fmla="*/ 981134 w 2306082"/>
              <a:gd name="connsiteY398" fmla="*/ 1047432 h 1321594"/>
              <a:gd name="connsiteX399" fmla="*/ 971703 w 2306082"/>
              <a:gd name="connsiteY399" fmla="*/ 1038001 h 1321594"/>
              <a:gd name="connsiteX400" fmla="*/ 962272 w 2306082"/>
              <a:gd name="connsiteY400" fmla="*/ 1028570 h 1321594"/>
              <a:gd name="connsiteX401" fmla="*/ 962272 w 2306082"/>
              <a:gd name="connsiteY401" fmla="*/ 971987 h 1321594"/>
              <a:gd name="connsiteX402" fmla="*/ 971703 w 2306082"/>
              <a:gd name="connsiteY402" fmla="*/ 943694 h 1321594"/>
              <a:gd name="connsiteX403" fmla="*/ 990564 w 2306082"/>
              <a:gd name="connsiteY403" fmla="*/ 924833 h 1321594"/>
              <a:gd name="connsiteX404" fmla="*/ 1009426 w 2306082"/>
              <a:gd name="connsiteY404" fmla="*/ 905971 h 1321594"/>
              <a:gd name="connsiteX405" fmla="*/ 1028287 w 2306082"/>
              <a:gd name="connsiteY405" fmla="*/ 896541 h 1321594"/>
              <a:gd name="connsiteX406" fmla="*/ 1056579 w 2306082"/>
              <a:gd name="connsiteY406" fmla="*/ 887110 h 1321594"/>
              <a:gd name="connsiteX407" fmla="*/ 1094302 w 2306082"/>
              <a:gd name="connsiteY407" fmla="*/ 877680 h 1321594"/>
              <a:gd name="connsiteX408" fmla="*/ 1113163 w 2306082"/>
              <a:gd name="connsiteY408" fmla="*/ 858818 h 1321594"/>
              <a:gd name="connsiteX409" fmla="*/ 1169748 w 2306082"/>
              <a:gd name="connsiteY409" fmla="*/ 858818 h 1321594"/>
              <a:gd name="connsiteX410" fmla="*/ 1216901 w 2306082"/>
              <a:gd name="connsiteY410" fmla="*/ 839957 h 1321594"/>
              <a:gd name="connsiteX411" fmla="*/ 1282916 w 2306082"/>
              <a:gd name="connsiteY411" fmla="*/ 821095 h 1321594"/>
              <a:gd name="connsiteX412" fmla="*/ 1330069 w 2306082"/>
              <a:gd name="connsiteY412" fmla="*/ 802234 h 1321594"/>
              <a:gd name="connsiteX413" fmla="*/ 1641282 w 2306082"/>
              <a:gd name="connsiteY413" fmla="*/ 811665 h 1321594"/>
              <a:gd name="connsiteX414" fmla="*/ 1641282 w 2306082"/>
              <a:gd name="connsiteY414" fmla="*/ 830526 h 1321594"/>
              <a:gd name="connsiteX415" fmla="*/ 1631852 w 2306082"/>
              <a:gd name="connsiteY415" fmla="*/ 849388 h 1321594"/>
              <a:gd name="connsiteX416" fmla="*/ 1612990 w 2306082"/>
              <a:gd name="connsiteY416" fmla="*/ 868249 h 1321594"/>
              <a:gd name="connsiteX417" fmla="*/ 1603559 w 2306082"/>
              <a:gd name="connsiteY417" fmla="*/ 877680 h 1321594"/>
              <a:gd name="connsiteX418" fmla="*/ 1584698 w 2306082"/>
              <a:gd name="connsiteY418" fmla="*/ 896541 h 1321594"/>
              <a:gd name="connsiteX419" fmla="*/ 1575268 w 2306082"/>
              <a:gd name="connsiteY419" fmla="*/ 905971 h 1321594"/>
              <a:gd name="connsiteX420" fmla="*/ 1528114 w 2306082"/>
              <a:gd name="connsiteY420" fmla="*/ 934264 h 1321594"/>
              <a:gd name="connsiteX421" fmla="*/ 1480961 w 2306082"/>
              <a:gd name="connsiteY421" fmla="*/ 953126 h 1321594"/>
              <a:gd name="connsiteX422" fmla="*/ 1433807 w 2306082"/>
              <a:gd name="connsiteY422" fmla="*/ 981417 h 1321594"/>
              <a:gd name="connsiteX423" fmla="*/ 1396084 w 2306082"/>
              <a:gd name="connsiteY423" fmla="*/ 1000279 h 1321594"/>
              <a:gd name="connsiteX424" fmla="*/ 1339500 w 2306082"/>
              <a:gd name="connsiteY424" fmla="*/ 1028570 h 1321594"/>
              <a:gd name="connsiteX425" fmla="*/ 1292347 w 2306082"/>
              <a:gd name="connsiteY425" fmla="*/ 1038001 h 1321594"/>
              <a:gd name="connsiteX426" fmla="*/ 1245193 w 2306082"/>
              <a:gd name="connsiteY426" fmla="*/ 1047432 h 1321594"/>
              <a:gd name="connsiteX427" fmla="*/ 1188609 w 2306082"/>
              <a:gd name="connsiteY427" fmla="*/ 1056863 h 1321594"/>
              <a:gd name="connsiteX428" fmla="*/ 1132025 w 2306082"/>
              <a:gd name="connsiteY428" fmla="*/ 1066294 h 1321594"/>
              <a:gd name="connsiteX429" fmla="*/ 1009426 w 2306082"/>
              <a:gd name="connsiteY429" fmla="*/ 1066294 h 1321594"/>
              <a:gd name="connsiteX430" fmla="*/ 971703 w 2306082"/>
              <a:gd name="connsiteY430" fmla="*/ 1085155 h 1321594"/>
              <a:gd name="connsiteX431" fmla="*/ 943411 w 2306082"/>
              <a:gd name="connsiteY431" fmla="*/ 1094586 h 1321594"/>
              <a:gd name="connsiteX432" fmla="*/ 915119 w 2306082"/>
              <a:gd name="connsiteY432" fmla="*/ 1085155 h 1321594"/>
              <a:gd name="connsiteX433" fmla="*/ 867965 w 2306082"/>
              <a:gd name="connsiteY433" fmla="*/ 1075724 h 1321594"/>
              <a:gd name="connsiteX434" fmla="*/ 830243 w 2306082"/>
              <a:gd name="connsiteY434" fmla="*/ 1056863 h 1321594"/>
              <a:gd name="connsiteX435" fmla="*/ 792520 w 2306082"/>
              <a:gd name="connsiteY435" fmla="*/ 1038001 h 1321594"/>
              <a:gd name="connsiteX436" fmla="*/ 745366 w 2306082"/>
              <a:gd name="connsiteY436" fmla="*/ 1019140 h 1321594"/>
              <a:gd name="connsiteX437" fmla="*/ 688782 w 2306082"/>
              <a:gd name="connsiteY437" fmla="*/ 981417 h 1321594"/>
              <a:gd name="connsiteX438" fmla="*/ 632198 w 2306082"/>
              <a:gd name="connsiteY438" fmla="*/ 934264 h 1321594"/>
              <a:gd name="connsiteX439" fmla="*/ 603906 w 2306082"/>
              <a:gd name="connsiteY439" fmla="*/ 915402 h 1321594"/>
              <a:gd name="connsiteX440" fmla="*/ 556753 w 2306082"/>
              <a:gd name="connsiteY440" fmla="*/ 877680 h 1321594"/>
              <a:gd name="connsiteX441" fmla="*/ 537891 w 2306082"/>
              <a:gd name="connsiteY441" fmla="*/ 849388 h 1321594"/>
              <a:gd name="connsiteX442" fmla="*/ 537891 w 2306082"/>
              <a:gd name="connsiteY442" fmla="*/ 830526 h 1321594"/>
              <a:gd name="connsiteX443" fmla="*/ 528460 w 2306082"/>
              <a:gd name="connsiteY443" fmla="*/ 811665 h 1321594"/>
              <a:gd name="connsiteX444" fmla="*/ 528460 w 2306082"/>
              <a:gd name="connsiteY444" fmla="*/ 764512 h 1321594"/>
              <a:gd name="connsiteX445" fmla="*/ 537891 w 2306082"/>
              <a:gd name="connsiteY445" fmla="*/ 736219 h 1321594"/>
              <a:gd name="connsiteX446" fmla="*/ 556753 w 2306082"/>
              <a:gd name="connsiteY446" fmla="*/ 689066 h 1321594"/>
              <a:gd name="connsiteX447" fmla="*/ 575614 w 2306082"/>
              <a:gd name="connsiteY447" fmla="*/ 651343 h 1321594"/>
              <a:gd name="connsiteX448" fmla="*/ 594475 w 2306082"/>
              <a:gd name="connsiteY448" fmla="*/ 632481 h 1321594"/>
              <a:gd name="connsiteX449" fmla="*/ 613337 w 2306082"/>
              <a:gd name="connsiteY449" fmla="*/ 604190 h 1321594"/>
              <a:gd name="connsiteX450" fmla="*/ 641629 w 2306082"/>
              <a:gd name="connsiteY450" fmla="*/ 575897 h 1321594"/>
              <a:gd name="connsiteX451" fmla="*/ 660490 w 2306082"/>
              <a:gd name="connsiteY451" fmla="*/ 557036 h 1321594"/>
              <a:gd name="connsiteX452" fmla="*/ 688782 w 2306082"/>
              <a:gd name="connsiteY452" fmla="*/ 538175 h 1321594"/>
              <a:gd name="connsiteX453" fmla="*/ 745366 w 2306082"/>
              <a:gd name="connsiteY453" fmla="*/ 509883 h 1321594"/>
              <a:gd name="connsiteX454" fmla="*/ 811381 w 2306082"/>
              <a:gd name="connsiteY454" fmla="*/ 472160 h 1321594"/>
              <a:gd name="connsiteX455" fmla="*/ 867965 w 2306082"/>
              <a:gd name="connsiteY455" fmla="*/ 453299 h 1321594"/>
              <a:gd name="connsiteX456" fmla="*/ 1386653 w 2306082"/>
              <a:gd name="connsiteY456" fmla="*/ 453299 h 1321594"/>
              <a:gd name="connsiteX457" fmla="*/ 1443238 w 2306082"/>
              <a:gd name="connsiteY457" fmla="*/ 443868 h 1321594"/>
              <a:gd name="connsiteX458" fmla="*/ 1546975 w 2306082"/>
              <a:gd name="connsiteY458" fmla="*/ 443868 h 1321594"/>
              <a:gd name="connsiteX459" fmla="*/ 1565837 w 2306082"/>
              <a:gd name="connsiteY459" fmla="*/ 453299 h 1321594"/>
              <a:gd name="connsiteX460" fmla="*/ 1556406 w 2306082"/>
              <a:gd name="connsiteY460" fmla="*/ 472160 h 1321594"/>
              <a:gd name="connsiteX461" fmla="*/ 1575268 w 2306082"/>
              <a:gd name="connsiteY461" fmla="*/ 491021 h 1321594"/>
              <a:gd name="connsiteX462" fmla="*/ 1594129 w 2306082"/>
              <a:gd name="connsiteY462" fmla="*/ 500452 h 1321594"/>
              <a:gd name="connsiteX463" fmla="*/ 1660144 w 2306082"/>
              <a:gd name="connsiteY463" fmla="*/ 509883 h 1321594"/>
              <a:gd name="connsiteX464" fmla="*/ 1612990 w 2306082"/>
              <a:gd name="connsiteY464" fmla="*/ 509883 h 1321594"/>
              <a:gd name="connsiteX465" fmla="*/ 1584698 w 2306082"/>
              <a:gd name="connsiteY465" fmla="*/ 519313 h 1321594"/>
              <a:gd name="connsiteX466" fmla="*/ 1556406 w 2306082"/>
              <a:gd name="connsiteY466" fmla="*/ 528744 h 1321594"/>
              <a:gd name="connsiteX467" fmla="*/ 1528114 w 2306082"/>
              <a:gd name="connsiteY467" fmla="*/ 538175 h 1321594"/>
              <a:gd name="connsiteX468" fmla="*/ 1499822 w 2306082"/>
              <a:gd name="connsiteY468" fmla="*/ 547605 h 1321594"/>
              <a:gd name="connsiteX469" fmla="*/ 1462099 w 2306082"/>
              <a:gd name="connsiteY469" fmla="*/ 547605 h 1321594"/>
              <a:gd name="connsiteX470" fmla="*/ 1424376 w 2306082"/>
              <a:gd name="connsiteY470" fmla="*/ 557036 h 1321594"/>
              <a:gd name="connsiteX471" fmla="*/ 1320639 w 2306082"/>
              <a:gd name="connsiteY471" fmla="*/ 557036 h 1321594"/>
              <a:gd name="connsiteX472" fmla="*/ 1235762 w 2306082"/>
              <a:gd name="connsiteY472" fmla="*/ 566467 h 1321594"/>
              <a:gd name="connsiteX473" fmla="*/ 1018856 w 2306082"/>
              <a:gd name="connsiteY473" fmla="*/ 566467 h 1321594"/>
              <a:gd name="connsiteX474" fmla="*/ 933980 w 2306082"/>
              <a:gd name="connsiteY474" fmla="*/ 547605 h 1321594"/>
              <a:gd name="connsiteX475" fmla="*/ 820812 w 2306082"/>
              <a:gd name="connsiteY475" fmla="*/ 528744 h 1321594"/>
              <a:gd name="connsiteX476" fmla="*/ 735936 w 2306082"/>
              <a:gd name="connsiteY476" fmla="*/ 519313 h 1321594"/>
              <a:gd name="connsiteX477" fmla="*/ 679352 w 2306082"/>
              <a:gd name="connsiteY477" fmla="*/ 519313 h 1321594"/>
              <a:gd name="connsiteX478" fmla="*/ 603906 w 2306082"/>
              <a:gd name="connsiteY478" fmla="*/ 509883 h 1321594"/>
              <a:gd name="connsiteX479" fmla="*/ 519030 w 2306082"/>
              <a:gd name="connsiteY479" fmla="*/ 509883 h 1321594"/>
              <a:gd name="connsiteX480" fmla="*/ 434154 w 2306082"/>
              <a:gd name="connsiteY480" fmla="*/ 491021 h 1321594"/>
              <a:gd name="connsiteX481" fmla="*/ 311554 w 2306082"/>
              <a:gd name="connsiteY481" fmla="*/ 453299 h 1321594"/>
              <a:gd name="connsiteX482" fmla="*/ 226678 w 2306082"/>
              <a:gd name="connsiteY482" fmla="*/ 434437 h 1321594"/>
              <a:gd name="connsiteX483" fmla="*/ 170094 w 2306082"/>
              <a:gd name="connsiteY483" fmla="*/ 406145 h 1321594"/>
              <a:gd name="connsiteX484" fmla="*/ 122941 w 2306082"/>
              <a:gd name="connsiteY484" fmla="*/ 387284 h 1321594"/>
              <a:gd name="connsiteX485" fmla="*/ 94649 w 2306082"/>
              <a:gd name="connsiteY485" fmla="*/ 377853 h 1321594"/>
              <a:gd name="connsiteX486" fmla="*/ 66357 w 2306082"/>
              <a:gd name="connsiteY486" fmla="*/ 368422 h 1321594"/>
              <a:gd name="connsiteX487" fmla="*/ 47495 w 2306082"/>
              <a:gd name="connsiteY487" fmla="*/ 358992 h 1321594"/>
              <a:gd name="connsiteX488" fmla="*/ 28634 w 2306082"/>
              <a:gd name="connsiteY488" fmla="*/ 349561 h 1321594"/>
              <a:gd name="connsiteX489" fmla="*/ 19203 w 2306082"/>
              <a:gd name="connsiteY489" fmla="*/ 340130 h 1321594"/>
              <a:gd name="connsiteX490" fmla="*/ 9772 w 2306082"/>
              <a:gd name="connsiteY490" fmla="*/ 340130 h 1321594"/>
              <a:gd name="connsiteX491" fmla="*/ 342 w 2306082"/>
              <a:gd name="connsiteY491" fmla="*/ 330699 h 1321594"/>
              <a:gd name="connsiteX492" fmla="*/ 342 w 2306082"/>
              <a:gd name="connsiteY492" fmla="*/ 274115 h 1321594"/>
              <a:gd name="connsiteX493" fmla="*/ 19203 w 2306082"/>
              <a:gd name="connsiteY493" fmla="*/ 264684 h 1321594"/>
              <a:gd name="connsiteX494" fmla="*/ 19203 w 2306082"/>
              <a:gd name="connsiteY494" fmla="*/ 245823 h 1321594"/>
              <a:gd name="connsiteX495" fmla="*/ 38064 w 2306082"/>
              <a:gd name="connsiteY495" fmla="*/ 236393 h 1321594"/>
              <a:gd name="connsiteX496" fmla="*/ 56926 w 2306082"/>
              <a:gd name="connsiteY496" fmla="*/ 226962 h 1321594"/>
              <a:gd name="connsiteX497" fmla="*/ 94649 w 2306082"/>
              <a:gd name="connsiteY497" fmla="*/ 198670 h 1321594"/>
              <a:gd name="connsiteX498" fmla="*/ 132371 w 2306082"/>
              <a:gd name="connsiteY498" fmla="*/ 170378 h 1321594"/>
              <a:gd name="connsiteX499" fmla="*/ 160663 w 2306082"/>
              <a:gd name="connsiteY499" fmla="*/ 170378 h 1321594"/>
              <a:gd name="connsiteX500" fmla="*/ 170094 w 2306082"/>
              <a:gd name="connsiteY500" fmla="*/ 160947 h 1321594"/>
              <a:gd name="connsiteX501" fmla="*/ 198386 w 2306082"/>
              <a:gd name="connsiteY501" fmla="*/ 151516 h 1321594"/>
              <a:gd name="connsiteX502" fmla="*/ 226678 w 2306082"/>
              <a:gd name="connsiteY502" fmla="*/ 142086 h 1321594"/>
              <a:gd name="connsiteX503" fmla="*/ 254970 w 2306082"/>
              <a:gd name="connsiteY503" fmla="*/ 132655 h 1321594"/>
              <a:gd name="connsiteX504" fmla="*/ 311554 w 2306082"/>
              <a:gd name="connsiteY504" fmla="*/ 132655 h 1321594"/>
              <a:gd name="connsiteX505" fmla="*/ 358708 w 2306082"/>
              <a:gd name="connsiteY505" fmla="*/ 123224 h 1321594"/>
              <a:gd name="connsiteX506" fmla="*/ 434154 w 2306082"/>
              <a:gd name="connsiteY506" fmla="*/ 132655 h 1321594"/>
              <a:gd name="connsiteX507" fmla="*/ 424723 w 2306082"/>
              <a:gd name="connsiteY507" fmla="*/ 132655 h 1321594"/>
              <a:gd name="connsiteX508" fmla="*/ 415292 w 2306082"/>
              <a:gd name="connsiteY508" fmla="*/ 123224 h 1321594"/>
              <a:gd name="connsiteX509" fmla="*/ 434154 w 2306082"/>
              <a:gd name="connsiteY509" fmla="*/ 123224 h 1321594"/>
              <a:gd name="connsiteX510" fmla="*/ 462446 w 2306082"/>
              <a:gd name="connsiteY510" fmla="*/ 113793 h 1321594"/>
              <a:gd name="connsiteX511" fmla="*/ 481307 w 2306082"/>
              <a:gd name="connsiteY511" fmla="*/ 94932 h 1321594"/>
              <a:gd name="connsiteX512" fmla="*/ 490738 w 2306082"/>
              <a:gd name="connsiteY512" fmla="*/ 85502 h 1321594"/>
              <a:gd name="connsiteX513" fmla="*/ 641629 w 2306082"/>
              <a:gd name="connsiteY513" fmla="*/ 85502 h 1321594"/>
              <a:gd name="connsiteX514" fmla="*/ 651059 w 2306082"/>
              <a:gd name="connsiteY514" fmla="*/ 94932 h 1321594"/>
              <a:gd name="connsiteX515" fmla="*/ 660490 w 2306082"/>
              <a:gd name="connsiteY515" fmla="*/ 104363 h 1321594"/>
              <a:gd name="connsiteX516" fmla="*/ 773659 w 2306082"/>
              <a:gd name="connsiteY516" fmla="*/ 104363 h 1321594"/>
              <a:gd name="connsiteX517" fmla="*/ 839673 w 2306082"/>
              <a:gd name="connsiteY517" fmla="*/ 113793 h 1321594"/>
              <a:gd name="connsiteX518" fmla="*/ 867965 w 2306082"/>
              <a:gd name="connsiteY518" fmla="*/ 123224 h 1321594"/>
              <a:gd name="connsiteX519" fmla="*/ 896257 w 2306082"/>
              <a:gd name="connsiteY519" fmla="*/ 123224 h 1321594"/>
              <a:gd name="connsiteX520" fmla="*/ 933980 w 2306082"/>
              <a:gd name="connsiteY520" fmla="*/ 132655 h 1321594"/>
              <a:gd name="connsiteX521" fmla="*/ 1433807 w 2306082"/>
              <a:gd name="connsiteY521" fmla="*/ 132655 h 1321594"/>
              <a:gd name="connsiteX522" fmla="*/ 1499822 w 2306082"/>
              <a:gd name="connsiteY522" fmla="*/ 123224 h 1321594"/>
              <a:gd name="connsiteX523" fmla="*/ 1556406 w 2306082"/>
              <a:gd name="connsiteY523" fmla="*/ 113793 h 1321594"/>
              <a:gd name="connsiteX524" fmla="*/ 1631852 w 2306082"/>
              <a:gd name="connsiteY524" fmla="*/ 104363 h 1321594"/>
              <a:gd name="connsiteX525" fmla="*/ 1679005 w 2306082"/>
              <a:gd name="connsiteY525" fmla="*/ 104363 h 1321594"/>
              <a:gd name="connsiteX526" fmla="*/ 1735589 w 2306082"/>
              <a:gd name="connsiteY526" fmla="*/ 94932 h 1321594"/>
              <a:gd name="connsiteX527" fmla="*/ 1801604 w 2306082"/>
              <a:gd name="connsiteY527" fmla="*/ 94932 h 1321594"/>
              <a:gd name="connsiteX528" fmla="*/ 1848758 w 2306082"/>
              <a:gd name="connsiteY528" fmla="*/ 85502 h 1321594"/>
              <a:gd name="connsiteX529" fmla="*/ 1914772 w 2306082"/>
              <a:gd name="connsiteY529" fmla="*/ 66640 h 1321594"/>
              <a:gd name="connsiteX530" fmla="*/ 1999649 w 2306082"/>
              <a:gd name="connsiteY530" fmla="*/ 66640 h 1321594"/>
              <a:gd name="connsiteX531" fmla="*/ 2056233 w 2306082"/>
              <a:gd name="connsiteY531" fmla="*/ 47779 h 1321594"/>
              <a:gd name="connsiteX532" fmla="*/ 2103386 w 2306082"/>
              <a:gd name="connsiteY532" fmla="*/ 47779 h 1321594"/>
              <a:gd name="connsiteX533" fmla="*/ 2141109 w 2306082"/>
              <a:gd name="connsiteY533" fmla="*/ 38348 h 1321594"/>
              <a:gd name="connsiteX534" fmla="*/ 2169401 w 2306082"/>
              <a:gd name="connsiteY534" fmla="*/ 28917 h 1321594"/>
              <a:gd name="connsiteX535" fmla="*/ 2216555 w 2306082"/>
              <a:gd name="connsiteY535" fmla="*/ 28917 h 1321594"/>
              <a:gd name="connsiteX536" fmla="*/ 2254277 w 2306082"/>
              <a:gd name="connsiteY536" fmla="*/ 19487 h 1321594"/>
              <a:gd name="connsiteX537" fmla="*/ 2263708 w 2306082"/>
              <a:gd name="connsiteY537" fmla="*/ 10056 h 1321594"/>
              <a:gd name="connsiteX538" fmla="*/ 2273139 w 2306082"/>
              <a:gd name="connsiteY538" fmla="*/ 19487 h 1321594"/>
              <a:gd name="connsiteX539" fmla="*/ 2282570 w 2306082"/>
              <a:gd name="connsiteY539" fmla="*/ 28917 h 1321594"/>
              <a:gd name="connsiteX540" fmla="*/ 2292000 w 2306082"/>
              <a:gd name="connsiteY540" fmla="*/ 19487 h 1321594"/>
              <a:gd name="connsiteX541" fmla="*/ 2301431 w 2306082"/>
              <a:gd name="connsiteY541" fmla="*/ 10056 h 1321594"/>
              <a:gd name="connsiteX542" fmla="*/ 2292000 w 2306082"/>
              <a:gd name="connsiteY542" fmla="*/ 10056 h 1321594"/>
              <a:gd name="connsiteX543" fmla="*/ 2282570 w 2306082"/>
              <a:gd name="connsiteY543" fmla="*/ 19487 h 1321594"/>
              <a:gd name="connsiteX544" fmla="*/ 2282570 w 2306082"/>
              <a:gd name="connsiteY544" fmla="*/ 28917 h 1321594"/>
              <a:gd name="connsiteX545" fmla="*/ 2273139 w 2306082"/>
              <a:gd name="connsiteY545" fmla="*/ 38348 h 1321594"/>
              <a:gd name="connsiteX546" fmla="*/ 2273139 w 2306082"/>
              <a:gd name="connsiteY546" fmla="*/ 57209 h 1321594"/>
              <a:gd name="connsiteX547" fmla="*/ 2263708 w 2306082"/>
              <a:gd name="connsiteY547" fmla="*/ 66640 h 1321594"/>
              <a:gd name="connsiteX548" fmla="*/ 2254277 w 2306082"/>
              <a:gd name="connsiteY548" fmla="*/ 76071 h 1321594"/>
              <a:gd name="connsiteX549" fmla="*/ 2244847 w 2306082"/>
              <a:gd name="connsiteY549" fmla="*/ 85502 h 1321594"/>
              <a:gd name="connsiteX550" fmla="*/ 2235416 w 2306082"/>
              <a:gd name="connsiteY550" fmla="*/ 113793 h 1321594"/>
              <a:gd name="connsiteX551" fmla="*/ 2225986 w 2306082"/>
              <a:gd name="connsiteY551" fmla="*/ 123224 h 1321594"/>
              <a:gd name="connsiteX552" fmla="*/ 2216555 w 2306082"/>
              <a:gd name="connsiteY552" fmla="*/ 142086 h 1321594"/>
              <a:gd name="connsiteX553" fmla="*/ 2207124 w 2306082"/>
              <a:gd name="connsiteY553" fmla="*/ 151516 h 1321594"/>
              <a:gd name="connsiteX554" fmla="*/ 2207124 w 2306082"/>
              <a:gd name="connsiteY554" fmla="*/ 179808 h 1321594"/>
              <a:gd name="connsiteX555" fmla="*/ 2197693 w 2306082"/>
              <a:gd name="connsiteY555" fmla="*/ 198670 h 1321594"/>
              <a:gd name="connsiteX556" fmla="*/ 2188263 w 2306082"/>
              <a:gd name="connsiteY556" fmla="*/ 217531 h 1321594"/>
              <a:gd name="connsiteX557" fmla="*/ 2178832 w 2306082"/>
              <a:gd name="connsiteY557" fmla="*/ 226962 h 1321594"/>
              <a:gd name="connsiteX558" fmla="*/ 2169401 w 2306082"/>
              <a:gd name="connsiteY558" fmla="*/ 245823 h 1321594"/>
              <a:gd name="connsiteX559" fmla="*/ 2169401 w 2306082"/>
              <a:gd name="connsiteY559" fmla="*/ 274115 h 1321594"/>
              <a:gd name="connsiteX560" fmla="*/ 2159971 w 2306082"/>
              <a:gd name="connsiteY560" fmla="*/ 283546 h 1321594"/>
              <a:gd name="connsiteX561" fmla="*/ 2159971 w 2306082"/>
              <a:gd name="connsiteY561" fmla="*/ 292977 h 1321594"/>
              <a:gd name="connsiteX562" fmla="*/ 2150540 w 2306082"/>
              <a:gd name="connsiteY562" fmla="*/ 302407 h 1321594"/>
              <a:gd name="connsiteX563" fmla="*/ 2150540 w 2306082"/>
              <a:gd name="connsiteY563" fmla="*/ 311838 h 1321594"/>
              <a:gd name="connsiteX564" fmla="*/ 2141109 w 2306082"/>
              <a:gd name="connsiteY564" fmla="*/ 321269 h 1321594"/>
              <a:gd name="connsiteX565" fmla="*/ 2131679 w 2306082"/>
              <a:gd name="connsiteY565" fmla="*/ 330699 h 1321594"/>
              <a:gd name="connsiteX566" fmla="*/ 2141109 w 2306082"/>
              <a:gd name="connsiteY566" fmla="*/ 349561 h 1321594"/>
              <a:gd name="connsiteX567" fmla="*/ 2141109 w 2306082"/>
              <a:gd name="connsiteY567" fmla="*/ 358992 h 1321594"/>
              <a:gd name="connsiteX568" fmla="*/ 2122248 w 2306082"/>
              <a:gd name="connsiteY568" fmla="*/ 368422 h 1321594"/>
              <a:gd name="connsiteX569" fmla="*/ 2112817 w 2306082"/>
              <a:gd name="connsiteY569" fmla="*/ 387284 h 1321594"/>
              <a:gd name="connsiteX570" fmla="*/ 2112817 w 2306082"/>
              <a:gd name="connsiteY570" fmla="*/ 406145 h 1321594"/>
              <a:gd name="connsiteX571" fmla="*/ 2103386 w 2306082"/>
              <a:gd name="connsiteY571" fmla="*/ 415576 h 1321594"/>
              <a:gd name="connsiteX572" fmla="*/ 2093956 w 2306082"/>
              <a:gd name="connsiteY572" fmla="*/ 425006 h 1321594"/>
              <a:gd name="connsiteX573" fmla="*/ 2084525 w 2306082"/>
              <a:gd name="connsiteY573" fmla="*/ 443868 h 1321594"/>
              <a:gd name="connsiteX574" fmla="*/ 2084525 w 2306082"/>
              <a:gd name="connsiteY574" fmla="*/ 453299 h 1321594"/>
              <a:gd name="connsiteX575" fmla="*/ 2075094 w 2306082"/>
              <a:gd name="connsiteY575" fmla="*/ 472160 h 1321594"/>
              <a:gd name="connsiteX576" fmla="*/ 2075094 w 2306082"/>
              <a:gd name="connsiteY576" fmla="*/ 491021 h 1321594"/>
              <a:gd name="connsiteX577" fmla="*/ 2065664 w 2306082"/>
              <a:gd name="connsiteY577" fmla="*/ 500452 h 1321594"/>
              <a:gd name="connsiteX578" fmla="*/ 2065664 w 2306082"/>
              <a:gd name="connsiteY578" fmla="*/ 519313 h 1321594"/>
              <a:gd name="connsiteX579" fmla="*/ 2056233 w 2306082"/>
              <a:gd name="connsiteY579" fmla="*/ 528744 h 1321594"/>
              <a:gd name="connsiteX580" fmla="*/ 2056233 w 2306082"/>
              <a:gd name="connsiteY580" fmla="*/ 538175 h 1321594"/>
              <a:gd name="connsiteX581" fmla="*/ 2046802 w 2306082"/>
              <a:gd name="connsiteY581" fmla="*/ 557036 h 1321594"/>
              <a:gd name="connsiteX582" fmla="*/ 2027941 w 2306082"/>
              <a:gd name="connsiteY582" fmla="*/ 623051 h 1321594"/>
              <a:gd name="connsiteX583" fmla="*/ 2018510 w 2306082"/>
              <a:gd name="connsiteY583" fmla="*/ 641912 h 1321594"/>
              <a:gd name="connsiteX584" fmla="*/ 2018510 w 2306082"/>
              <a:gd name="connsiteY584" fmla="*/ 651343 h 1321594"/>
              <a:gd name="connsiteX585" fmla="*/ 2009079 w 2306082"/>
              <a:gd name="connsiteY585" fmla="*/ 679635 h 1321594"/>
              <a:gd name="connsiteX586" fmla="*/ 2009079 w 2306082"/>
              <a:gd name="connsiteY586" fmla="*/ 905971 h 1321594"/>
              <a:gd name="connsiteX587" fmla="*/ 2018510 w 2306082"/>
              <a:gd name="connsiteY587" fmla="*/ 943694 h 1321594"/>
              <a:gd name="connsiteX588" fmla="*/ 2018510 w 2306082"/>
              <a:gd name="connsiteY588" fmla="*/ 1000279 h 1321594"/>
              <a:gd name="connsiteX589" fmla="*/ 2027941 w 2306082"/>
              <a:gd name="connsiteY589" fmla="*/ 1019140 h 1321594"/>
              <a:gd name="connsiteX590" fmla="*/ 2027941 w 2306082"/>
              <a:gd name="connsiteY590" fmla="*/ 1104016 h 1321594"/>
              <a:gd name="connsiteX591" fmla="*/ 2009079 w 2306082"/>
              <a:gd name="connsiteY591" fmla="*/ 1113447 h 1321594"/>
              <a:gd name="connsiteX592" fmla="*/ 2009079 w 2306082"/>
              <a:gd name="connsiteY592" fmla="*/ 1122877 h 1321594"/>
              <a:gd name="connsiteX593" fmla="*/ 1990218 w 2306082"/>
              <a:gd name="connsiteY593" fmla="*/ 1132308 h 1321594"/>
              <a:gd name="connsiteX594" fmla="*/ 1980787 w 2306082"/>
              <a:gd name="connsiteY594" fmla="*/ 1141739 h 1321594"/>
              <a:gd name="connsiteX595" fmla="*/ 1961926 w 2306082"/>
              <a:gd name="connsiteY595" fmla="*/ 1151170 h 1321594"/>
              <a:gd name="connsiteX596" fmla="*/ 1943065 w 2306082"/>
              <a:gd name="connsiteY596" fmla="*/ 1160600 h 1321594"/>
              <a:gd name="connsiteX597" fmla="*/ 1905342 w 2306082"/>
              <a:gd name="connsiteY597" fmla="*/ 1170032 h 1321594"/>
              <a:gd name="connsiteX598" fmla="*/ 1895911 w 2306082"/>
              <a:gd name="connsiteY598" fmla="*/ 1170032 h 1321594"/>
              <a:gd name="connsiteX599" fmla="*/ 1858188 w 2306082"/>
              <a:gd name="connsiteY599" fmla="*/ 1188893 h 1321594"/>
              <a:gd name="connsiteX600" fmla="*/ 1839327 w 2306082"/>
              <a:gd name="connsiteY600" fmla="*/ 1198323 h 1321594"/>
              <a:gd name="connsiteX601" fmla="*/ 1792174 w 2306082"/>
              <a:gd name="connsiteY601" fmla="*/ 1207754 h 1321594"/>
              <a:gd name="connsiteX602" fmla="*/ 1763881 w 2306082"/>
              <a:gd name="connsiteY602" fmla="*/ 1207754 h 1321594"/>
              <a:gd name="connsiteX603" fmla="*/ 1735589 w 2306082"/>
              <a:gd name="connsiteY603" fmla="*/ 1226615 h 1321594"/>
              <a:gd name="connsiteX604" fmla="*/ 1726159 w 2306082"/>
              <a:gd name="connsiteY604" fmla="*/ 1226615 h 1321594"/>
              <a:gd name="connsiteX605" fmla="*/ 1697866 w 2306082"/>
              <a:gd name="connsiteY605" fmla="*/ 1236046 h 1321594"/>
              <a:gd name="connsiteX606" fmla="*/ 1679005 w 2306082"/>
              <a:gd name="connsiteY606" fmla="*/ 1236046 h 1321594"/>
              <a:gd name="connsiteX607" fmla="*/ 1660144 w 2306082"/>
              <a:gd name="connsiteY607" fmla="*/ 1245476 h 1321594"/>
              <a:gd name="connsiteX608" fmla="*/ 1641282 w 2306082"/>
              <a:gd name="connsiteY608" fmla="*/ 1245476 h 1321594"/>
              <a:gd name="connsiteX609" fmla="*/ 1622421 w 2306082"/>
              <a:gd name="connsiteY609" fmla="*/ 1254907 h 1321594"/>
              <a:gd name="connsiteX610" fmla="*/ 1594129 w 2306082"/>
              <a:gd name="connsiteY610" fmla="*/ 1264338 h 1321594"/>
              <a:gd name="connsiteX611" fmla="*/ 1565837 w 2306082"/>
              <a:gd name="connsiteY611" fmla="*/ 1273769 h 1321594"/>
              <a:gd name="connsiteX612" fmla="*/ 1537545 w 2306082"/>
              <a:gd name="connsiteY612" fmla="*/ 1283200 h 1321594"/>
              <a:gd name="connsiteX613" fmla="*/ 1518683 w 2306082"/>
              <a:gd name="connsiteY613" fmla="*/ 1283200 h 1321594"/>
              <a:gd name="connsiteX614" fmla="*/ 1490391 w 2306082"/>
              <a:gd name="connsiteY614" fmla="*/ 1292630 h 1321594"/>
              <a:gd name="connsiteX615" fmla="*/ 1471530 w 2306082"/>
              <a:gd name="connsiteY615" fmla="*/ 1292630 h 1321594"/>
              <a:gd name="connsiteX616" fmla="*/ 1452668 w 2306082"/>
              <a:gd name="connsiteY616" fmla="*/ 1302061 h 1321594"/>
              <a:gd name="connsiteX617" fmla="*/ 1377223 w 2306082"/>
              <a:gd name="connsiteY617" fmla="*/ 1302061 h 1321594"/>
              <a:gd name="connsiteX618" fmla="*/ 1311208 w 2306082"/>
              <a:gd name="connsiteY618" fmla="*/ 1311492 h 1321594"/>
              <a:gd name="connsiteX619" fmla="*/ 1056579 w 2306082"/>
              <a:gd name="connsiteY619" fmla="*/ 1311492 h 1321594"/>
              <a:gd name="connsiteX620" fmla="*/ 999995 w 2306082"/>
              <a:gd name="connsiteY620" fmla="*/ 1320922 h 1321594"/>
              <a:gd name="connsiteX621" fmla="*/ 924550 w 2306082"/>
              <a:gd name="connsiteY621" fmla="*/ 1320922 h 1321594"/>
              <a:gd name="connsiteX622" fmla="*/ 877396 w 2306082"/>
              <a:gd name="connsiteY622" fmla="*/ 1311492 h 1321594"/>
              <a:gd name="connsiteX623" fmla="*/ 849104 w 2306082"/>
              <a:gd name="connsiteY623" fmla="*/ 1311492 h 1321594"/>
              <a:gd name="connsiteX624" fmla="*/ 811381 w 2306082"/>
              <a:gd name="connsiteY624" fmla="*/ 1302061 h 1321594"/>
              <a:gd name="connsiteX625" fmla="*/ 783089 w 2306082"/>
              <a:gd name="connsiteY625" fmla="*/ 1292630 h 1321594"/>
              <a:gd name="connsiteX626" fmla="*/ 745366 w 2306082"/>
              <a:gd name="connsiteY626" fmla="*/ 1292630 h 1321594"/>
              <a:gd name="connsiteX627" fmla="*/ 735936 w 2306082"/>
              <a:gd name="connsiteY627" fmla="*/ 1283200 h 1321594"/>
              <a:gd name="connsiteX628" fmla="*/ 679352 w 2306082"/>
              <a:gd name="connsiteY628" fmla="*/ 1283200 h 1321594"/>
              <a:gd name="connsiteX629" fmla="*/ 651059 w 2306082"/>
              <a:gd name="connsiteY629" fmla="*/ 1273769 h 1321594"/>
              <a:gd name="connsiteX630" fmla="*/ 603906 w 2306082"/>
              <a:gd name="connsiteY630" fmla="*/ 1273769 h 1321594"/>
              <a:gd name="connsiteX631" fmla="*/ 594475 w 2306082"/>
              <a:gd name="connsiteY631" fmla="*/ 1264338 h 1321594"/>
              <a:gd name="connsiteX632" fmla="*/ 575614 w 2306082"/>
              <a:gd name="connsiteY632" fmla="*/ 1264338 h 1321594"/>
              <a:gd name="connsiteX633" fmla="*/ 566183 w 2306082"/>
              <a:gd name="connsiteY633" fmla="*/ 1254907 h 1321594"/>
              <a:gd name="connsiteX634" fmla="*/ 556753 w 2306082"/>
              <a:gd name="connsiteY634" fmla="*/ 1254907 h 1321594"/>
              <a:gd name="connsiteX635" fmla="*/ 537891 w 2306082"/>
              <a:gd name="connsiteY635" fmla="*/ 1245476 h 1321594"/>
              <a:gd name="connsiteX636" fmla="*/ 528460 w 2306082"/>
              <a:gd name="connsiteY636" fmla="*/ 1245476 h 1321594"/>
              <a:gd name="connsiteX637" fmla="*/ 519030 w 2306082"/>
              <a:gd name="connsiteY637" fmla="*/ 1236046 h 1321594"/>
              <a:gd name="connsiteX638" fmla="*/ 519030 w 2306082"/>
              <a:gd name="connsiteY638" fmla="*/ 1226615 h 1321594"/>
              <a:gd name="connsiteX639" fmla="*/ 500168 w 2306082"/>
              <a:gd name="connsiteY639" fmla="*/ 1217184 h 1321594"/>
              <a:gd name="connsiteX640" fmla="*/ 490738 w 2306082"/>
              <a:gd name="connsiteY640" fmla="*/ 1217184 h 1321594"/>
              <a:gd name="connsiteX641" fmla="*/ 481307 w 2306082"/>
              <a:gd name="connsiteY641" fmla="*/ 1198323 h 1321594"/>
              <a:gd name="connsiteX642" fmla="*/ 462446 w 2306082"/>
              <a:gd name="connsiteY642" fmla="*/ 1198323 h 1321594"/>
              <a:gd name="connsiteX643" fmla="*/ 453015 w 2306082"/>
              <a:gd name="connsiteY643" fmla="*/ 1188893 h 1321594"/>
              <a:gd name="connsiteX644" fmla="*/ 443584 w 2306082"/>
              <a:gd name="connsiteY644" fmla="*/ 1179462 h 1321594"/>
              <a:gd name="connsiteX645" fmla="*/ 424723 w 2306082"/>
              <a:gd name="connsiteY645" fmla="*/ 1170032 h 1321594"/>
              <a:gd name="connsiteX646" fmla="*/ 415292 w 2306082"/>
              <a:gd name="connsiteY646" fmla="*/ 1179462 h 1321594"/>
              <a:gd name="connsiteX647" fmla="*/ 387000 w 2306082"/>
              <a:gd name="connsiteY647" fmla="*/ 1179462 h 1321594"/>
              <a:gd name="connsiteX648" fmla="*/ 377569 w 2306082"/>
              <a:gd name="connsiteY648" fmla="*/ 1170032 h 1321594"/>
              <a:gd name="connsiteX649" fmla="*/ 368139 w 2306082"/>
              <a:gd name="connsiteY649" fmla="*/ 1151170 h 1321594"/>
              <a:gd name="connsiteX650" fmla="*/ 349277 w 2306082"/>
              <a:gd name="connsiteY650" fmla="*/ 1151170 h 1321594"/>
              <a:gd name="connsiteX651" fmla="*/ 339847 w 2306082"/>
              <a:gd name="connsiteY651" fmla="*/ 1141739 h 1321594"/>
              <a:gd name="connsiteX652" fmla="*/ 320985 w 2306082"/>
              <a:gd name="connsiteY652" fmla="*/ 1132308 h 1321594"/>
              <a:gd name="connsiteX653" fmla="*/ 302124 w 2306082"/>
              <a:gd name="connsiteY653" fmla="*/ 1113447 h 1321594"/>
              <a:gd name="connsiteX654" fmla="*/ 292693 w 2306082"/>
              <a:gd name="connsiteY654" fmla="*/ 1094586 h 1321594"/>
              <a:gd name="connsiteX655" fmla="*/ 273832 w 2306082"/>
              <a:gd name="connsiteY655" fmla="*/ 1094586 h 1321594"/>
              <a:gd name="connsiteX656" fmla="*/ 264401 w 2306082"/>
              <a:gd name="connsiteY656" fmla="*/ 1075724 h 1321594"/>
              <a:gd name="connsiteX657" fmla="*/ 254970 w 2306082"/>
              <a:gd name="connsiteY657" fmla="*/ 1066294 h 1321594"/>
              <a:gd name="connsiteX658" fmla="*/ 236109 w 2306082"/>
              <a:gd name="connsiteY658" fmla="*/ 1038001 h 1321594"/>
              <a:gd name="connsiteX659" fmla="*/ 226678 w 2306082"/>
              <a:gd name="connsiteY659" fmla="*/ 1028570 h 1321594"/>
              <a:gd name="connsiteX660" fmla="*/ 226678 w 2306082"/>
              <a:gd name="connsiteY660" fmla="*/ 990848 h 1321594"/>
              <a:gd name="connsiteX661" fmla="*/ 207817 w 2306082"/>
              <a:gd name="connsiteY661" fmla="*/ 962556 h 1321594"/>
              <a:gd name="connsiteX662" fmla="*/ 188956 w 2306082"/>
              <a:gd name="connsiteY662" fmla="*/ 943694 h 1321594"/>
              <a:gd name="connsiteX663" fmla="*/ 188956 w 2306082"/>
              <a:gd name="connsiteY663" fmla="*/ 924833 h 1321594"/>
              <a:gd name="connsiteX664" fmla="*/ 179525 w 2306082"/>
              <a:gd name="connsiteY664" fmla="*/ 915402 h 1321594"/>
              <a:gd name="connsiteX665" fmla="*/ 188956 w 2306082"/>
              <a:gd name="connsiteY665" fmla="*/ 896541 h 1321594"/>
              <a:gd name="connsiteX666" fmla="*/ 198386 w 2306082"/>
              <a:gd name="connsiteY666" fmla="*/ 887110 h 1321594"/>
              <a:gd name="connsiteX667" fmla="*/ 179525 w 2306082"/>
              <a:gd name="connsiteY667" fmla="*/ 877680 h 1321594"/>
              <a:gd name="connsiteX668" fmla="*/ 170094 w 2306082"/>
              <a:gd name="connsiteY668" fmla="*/ 868249 h 1321594"/>
              <a:gd name="connsiteX669" fmla="*/ 179525 w 2306082"/>
              <a:gd name="connsiteY669" fmla="*/ 792803 h 1321594"/>
              <a:gd name="connsiteX670" fmla="*/ 188956 w 2306082"/>
              <a:gd name="connsiteY670" fmla="*/ 783373 h 1321594"/>
              <a:gd name="connsiteX671" fmla="*/ 188956 w 2306082"/>
              <a:gd name="connsiteY671" fmla="*/ 707927 h 1321594"/>
              <a:gd name="connsiteX672" fmla="*/ 198386 w 2306082"/>
              <a:gd name="connsiteY672" fmla="*/ 679635 h 1321594"/>
              <a:gd name="connsiteX673" fmla="*/ 198386 w 2306082"/>
              <a:gd name="connsiteY673" fmla="*/ 641912 h 1321594"/>
              <a:gd name="connsiteX674" fmla="*/ 207817 w 2306082"/>
              <a:gd name="connsiteY674" fmla="*/ 623051 h 1321594"/>
              <a:gd name="connsiteX675" fmla="*/ 217248 w 2306082"/>
              <a:gd name="connsiteY675" fmla="*/ 604190 h 1321594"/>
              <a:gd name="connsiteX676" fmla="*/ 217248 w 2306082"/>
              <a:gd name="connsiteY676" fmla="*/ 585328 h 1321594"/>
              <a:gd name="connsiteX677" fmla="*/ 236109 w 2306082"/>
              <a:gd name="connsiteY677" fmla="*/ 557036 h 1321594"/>
              <a:gd name="connsiteX678" fmla="*/ 245540 w 2306082"/>
              <a:gd name="connsiteY678" fmla="*/ 538175 h 1321594"/>
              <a:gd name="connsiteX679" fmla="*/ 254970 w 2306082"/>
              <a:gd name="connsiteY679" fmla="*/ 519313 h 1321594"/>
              <a:gd name="connsiteX680" fmla="*/ 254970 w 2306082"/>
              <a:gd name="connsiteY680" fmla="*/ 509883 h 1321594"/>
              <a:gd name="connsiteX681" fmla="*/ 264401 w 2306082"/>
              <a:gd name="connsiteY681" fmla="*/ 491021 h 1321594"/>
              <a:gd name="connsiteX682" fmla="*/ 273832 w 2306082"/>
              <a:gd name="connsiteY682" fmla="*/ 481590 h 1321594"/>
              <a:gd name="connsiteX683" fmla="*/ 273832 w 2306082"/>
              <a:gd name="connsiteY683" fmla="*/ 472160 h 1321594"/>
              <a:gd name="connsiteX684" fmla="*/ 292693 w 2306082"/>
              <a:gd name="connsiteY684" fmla="*/ 453299 h 1321594"/>
              <a:gd name="connsiteX685" fmla="*/ 311554 w 2306082"/>
              <a:gd name="connsiteY685" fmla="*/ 434437 h 1321594"/>
              <a:gd name="connsiteX686" fmla="*/ 320985 w 2306082"/>
              <a:gd name="connsiteY686" fmla="*/ 415576 h 1321594"/>
              <a:gd name="connsiteX687" fmla="*/ 330416 w 2306082"/>
              <a:gd name="connsiteY687" fmla="*/ 406145 h 1321594"/>
              <a:gd name="connsiteX688" fmla="*/ 339847 w 2306082"/>
              <a:gd name="connsiteY688" fmla="*/ 396714 h 1321594"/>
              <a:gd name="connsiteX689" fmla="*/ 339847 w 2306082"/>
              <a:gd name="connsiteY689" fmla="*/ 377853 h 1321594"/>
              <a:gd name="connsiteX690" fmla="*/ 358708 w 2306082"/>
              <a:gd name="connsiteY690" fmla="*/ 368422 h 1321594"/>
              <a:gd name="connsiteX691" fmla="*/ 368139 w 2306082"/>
              <a:gd name="connsiteY691" fmla="*/ 358992 h 1321594"/>
              <a:gd name="connsiteX692" fmla="*/ 377569 w 2306082"/>
              <a:gd name="connsiteY692" fmla="*/ 340130 h 1321594"/>
              <a:gd name="connsiteX693" fmla="*/ 387000 w 2306082"/>
              <a:gd name="connsiteY693" fmla="*/ 330699 h 1321594"/>
              <a:gd name="connsiteX694" fmla="*/ 415292 w 2306082"/>
              <a:gd name="connsiteY694" fmla="*/ 311838 h 1321594"/>
              <a:gd name="connsiteX695" fmla="*/ 424723 w 2306082"/>
              <a:gd name="connsiteY695" fmla="*/ 302407 h 1321594"/>
              <a:gd name="connsiteX696" fmla="*/ 434154 w 2306082"/>
              <a:gd name="connsiteY696" fmla="*/ 311838 h 1321594"/>
              <a:gd name="connsiteX697" fmla="*/ 443584 w 2306082"/>
              <a:gd name="connsiteY697" fmla="*/ 311838 h 1321594"/>
              <a:gd name="connsiteX698" fmla="*/ 462446 w 2306082"/>
              <a:gd name="connsiteY698" fmla="*/ 302407 h 1321594"/>
              <a:gd name="connsiteX699" fmla="*/ 481307 w 2306082"/>
              <a:gd name="connsiteY699" fmla="*/ 283546 h 1321594"/>
              <a:gd name="connsiteX700" fmla="*/ 490738 w 2306082"/>
              <a:gd name="connsiteY700" fmla="*/ 264684 h 1321594"/>
              <a:gd name="connsiteX701" fmla="*/ 500168 w 2306082"/>
              <a:gd name="connsiteY701" fmla="*/ 255254 h 1321594"/>
              <a:gd name="connsiteX702" fmla="*/ 519030 w 2306082"/>
              <a:gd name="connsiteY702" fmla="*/ 255254 h 1321594"/>
              <a:gd name="connsiteX703" fmla="*/ 528460 w 2306082"/>
              <a:gd name="connsiteY703" fmla="*/ 245823 h 1321594"/>
              <a:gd name="connsiteX704" fmla="*/ 537891 w 2306082"/>
              <a:gd name="connsiteY704" fmla="*/ 236393 h 1321594"/>
              <a:gd name="connsiteX705" fmla="*/ 556753 w 2306082"/>
              <a:gd name="connsiteY705" fmla="*/ 226962 h 1321594"/>
              <a:gd name="connsiteX706" fmla="*/ 575614 w 2306082"/>
              <a:gd name="connsiteY706" fmla="*/ 217531 h 1321594"/>
              <a:gd name="connsiteX707" fmla="*/ 594475 w 2306082"/>
              <a:gd name="connsiteY707" fmla="*/ 217531 h 1321594"/>
              <a:gd name="connsiteX708" fmla="*/ 603906 w 2306082"/>
              <a:gd name="connsiteY708" fmla="*/ 208100 h 1321594"/>
              <a:gd name="connsiteX709" fmla="*/ 613337 w 2306082"/>
              <a:gd name="connsiteY709" fmla="*/ 208100 h 1321594"/>
              <a:gd name="connsiteX710" fmla="*/ 632198 w 2306082"/>
              <a:gd name="connsiteY710" fmla="*/ 189239 h 1321594"/>
              <a:gd name="connsiteX711" fmla="*/ 641629 w 2306082"/>
              <a:gd name="connsiteY711" fmla="*/ 189239 h 1321594"/>
              <a:gd name="connsiteX712" fmla="*/ 660490 w 2306082"/>
              <a:gd name="connsiteY712" fmla="*/ 179808 h 1321594"/>
              <a:gd name="connsiteX713" fmla="*/ 669921 w 2306082"/>
              <a:gd name="connsiteY713" fmla="*/ 179808 h 1321594"/>
              <a:gd name="connsiteX714" fmla="*/ 698213 w 2306082"/>
              <a:gd name="connsiteY714" fmla="*/ 170378 h 1321594"/>
              <a:gd name="connsiteX715" fmla="*/ 707644 w 2306082"/>
              <a:gd name="connsiteY715" fmla="*/ 160947 h 1321594"/>
              <a:gd name="connsiteX716" fmla="*/ 754797 w 2306082"/>
              <a:gd name="connsiteY716" fmla="*/ 151516 h 1321594"/>
              <a:gd name="connsiteX717" fmla="*/ 764228 w 2306082"/>
              <a:gd name="connsiteY717" fmla="*/ 151516 h 1321594"/>
              <a:gd name="connsiteX718" fmla="*/ 773659 w 2306082"/>
              <a:gd name="connsiteY718" fmla="*/ 132655 h 1321594"/>
              <a:gd name="connsiteX719" fmla="*/ 792520 w 2306082"/>
              <a:gd name="connsiteY719" fmla="*/ 132655 h 1321594"/>
              <a:gd name="connsiteX720" fmla="*/ 801951 w 2306082"/>
              <a:gd name="connsiteY720" fmla="*/ 123224 h 1321594"/>
              <a:gd name="connsiteX721" fmla="*/ 820812 w 2306082"/>
              <a:gd name="connsiteY721" fmla="*/ 123224 h 1321594"/>
              <a:gd name="connsiteX722" fmla="*/ 839673 w 2306082"/>
              <a:gd name="connsiteY722" fmla="*/ 113793 h 1321594"/>
              <a:gd name="connsiteX723" fmla="*/ 867965 w 2306082"/>
              <a:gd name="connsiteY723" fmla="*/ 104363 h 1321594"/>
              <a:gd name="connsiteX724" fmla="*/ 896257 w 2306082"/>
              <a:gd name="connsiteY724" fmla="*/ 85502 h 1321594"/>
              <a:gd name="connsiteX725" fmla="*/ 915119 w 2306082"/>
              <a:gd name="connsiteY725" fmla="*/ 66640 h 1321594"/>
              <a:gd name="connsiteX726" fmla="*/ 933980 w 2306082"/>
              <a:gd name="connsiteY726" fmla="*/ 66640 h 1321594"/>
              <a:gd name="connsiteX727" fmla="*/ 952842 w 2306082"/>
              <a:gd name="connsiteY727" fmla="*/ 57209 h 1321594"/>
              <a:gd name="connsiteX728" fmla="*/ 971703 w 2306082"/>
              <a:gd name="connsiteY728" fmla="*/ 47779 h 1321594"/>
              <a:gd name="connsiteX729" fmla="*/ 999995 w 2306082"/>
              <a:gd name="connsiteY729" fmla="*/ 38348 h 1321594"/>
              <a:gd name="connsiteX730" fmla="*/ 1018856 w 2306082"/>
              <a:gd name="connsiteY730" fmla="*/ 28917 h 1321594"/>
              <a:gd name="connsiteX731" fmla="*/ 1037718 w 2306082"/>
              <a:gd name="connsiteY731" fmla="*/ 19487 h 1321594"/>
              <a:gd name="connsiteX732" fmla="*/ 1066010 w 2306082"/>
              <a:gd name="connsiteY732" fmla="*/ 19487 h 1321594"/>
              <a:gd name="connsiteX733" fmla="*/ 1094302 w 2306082"/>
              <a:gd name="connsiteY733" fmla="*/ 625 h 1321594"/>
              <a:gd name="connsiteX734" fmla="*/ 1141456 w 2306082"/>
              <a:gd name="connsiteY734" fmla="*/ 625 h 1321594"/>
              <a:gd name="connsiteX735" fmla="*/ 1179178 w 2306082"/>
              <a:gd name="connsiteY735" fmla="*/ 10056 h 1321594"/>
              <a:gd name="connsiteX736" fmla="*/ 1198040 w 2306082"/>
              <a:gd name="connsiteY736" fmla="*/ 19487 h 1321594"/>
              <a:gd name="connsiteX737" fmla="*/ 1235762 w 2306082"/>
              <a:gd name="connsiteY737" fmla="*/ 19487 h 1321594"/>
              <a:gd name="connsiteX738" fmla="*/ 1264055 w 2306082"/>
              <a:gd name="connsiteY738" fmla="*/ 28917 h 1321594"/>
              <a:gd name="connsiteX739" fmla="*/ 1301777 w 2306082"/>
              <a:gd name="connsiteY739" fmla="*/ 28917 h 1321594"/>
              <a:gd name="connsiteX740" fmla="*/ 1348931 w 2306082"/>
              <a:gd name="connsiteY740" fmla="*/ 38348 h 1321594"/>
              <a:gd name="connsiteX741" fmla="*/ 1386653 w 2306082"/>
              <a:gd name="connsiteY741" fmla="*/ 47779 h 1321594"/>
              <a:gd name="connsiteX742" fmla="*/ 1405515 w 2306082"/>
              <a:gd name="connsiteY742" fmla="*/ 57209 h 1321594"/>
              <a:gd name="connsiteX743" fmla="*/ 1424376 w 2306082"/>
              <a:gd name="connsiteY743" fmla="*/ 47779 h 1321594"/>
              <a:gd name="connsiteX744" fmla="*/ 1471530 w 2306082"/>
              <a:gd name="connsiteY744" fmla="*/ 47779 h 1321594"/>
              <a:gd name="connsiteX745" fmla="*/ 1490391 w 2306082"/>
              <a:gd name="connsiteY745" fmla="*/ 57209 h 1321594"/>
              <a:gd name="connsiteX746" fmla="*/ 1518683 w 2306082"/>
              <a:gd name="connsiteY746" fmla="*/ 66640 h 1321594"/>
              <a:gd name="connsiteX747" fmla="*/ 1546975 w 2306082"/>
              <a:gd name="connsiteY747" fmla="*/ 85502 h 1321594"/>
              <a:gd name="connsiteX748" fmla="*/ 1584698 w 2306082"/>
              <a:gd name="connsiteY748" fmla="*/ 94932 h 1321594"/>
              <a:gd name="connsiteX749" fmla="*/ 1612990 w 2306082"/>
              <a:gd name="connsiteY749" fmla="*/ 104363 h 1321594"/>
              <a:gd name="connsiteX750" fmla="*/ 1631852 w 2306082"/>
              <a:gd name="connsiteY750" fmla="*/ 113793 h 1321594"/>
              <a:gd name="connsiteX751" fmla="*/ 1650713 w 2306082"/>
              <a:gd name="connsiteY751" fmla="*/ 123224 h 1321594"/>
              <a:gd name="connsiteX752" fmla="*/ 1669574 w 2306082"/>
              <a:gd name="connsiteY752" fmla="*/ 132655 h 1321594"/>
              <a:gd name="connsiteX753" fmla="*/ 1697866 w 2306082"/>
              <a:gd name="connsiteY753" fmla="*/ 151516 h 1321594"/>
              <a:gd name="connsiteX754" fmla="*/ 1707297 w 2306082"/>
              <a:gd name="connsiteY754" fmla="*/ 160947 h 1321594"/>
              <a:gd name="connsiteX755" fmla="*/ 1726159 w 2306082"/>
              <a:gd name="connsiteY755" fmla="*/ 170378 h 1321594"/>
              <a:gd name="connsiteX756" fmla="*/ 1745020 w 2306082"/>
              <a:gd name="connsiteY756" fmla="*/ 189239 h 1321594"/>
              <a:gd name="connsiteX757" fmla="*/ 1773312 w 2306082"/>
              <a:gd name="connsiteY757" fmla="*/ 208100 h 1321594"/>
              <a:gd name="connsiteX758" fmla="*/ 1773312 w 2306082"/>
              <a:gd name="connsiteY758" fmla="*/ 226962 h 1321594"/>
              <a:gd name="connsiteX759" fmla="*/ 1792174 w 2306082"/>
              <a:gd name="connsiteY759" fmla="*/ 236393 h 1321594"/>
              <a:gd name="connsiteX760" fmla="*/ 1801604 w 2306082"/>
              <a:gd name="connsiteY760" fmla="*/ 264684 h 1321594"/>
              <a:gd name="connsiteX761" fmla="*/ 1801604 w 2306082"/>
              <a:gd name="connsiteY761" fmla="*/ 274115 h 1321594"/>
              <a:gd name="connsiteX762" fmla="*/ 1811035 w 2306082"/>
              <a:gd name="connsiteY762" fmla="*/ 302407 h 1321594"/>
              <a:gd name="connsiteX763" fmla="*/ 1829896 w 2306082"/>
              <a:gd name="connsiteY763" fmla="*/ 330699 h 1321594"/>
              <a:gd name="connsiteX764" fmla="*/ 1829896 w 2306082"/>
              <a:gd name="connsiteY764" fmla="*/ 340130 h 1321594"/>
              <a:gd name="connsiteX765" fmla="*/ 1839327 w 2306082"/>
              <a:gd name="connsiteY765" fmla="*/ 387284 h 1321594"/>
              <a:gd name="connsiteX766" fmla="*/ 1839327 w 2306082"/>
              <a:gd name="connsiteY766" fmla="*/ 415576 h 1321594"/>
              <a:gd name="connsiteX767" fmla="*/ 1848758 w 2306082"/>
              <a:gd name="connsiteY767" fmla="*/ 434437 h 1321594"/>
              <a:gd name="connsiteX768" fmla="*/ 1848758 w 2306082"/>
              <a:gd name="connsiteY768" fmla="*/ 585328 h 1321594"/>
              <a:gd name="connsiteX769" fmla="*/ 1839327 w 2306082"/>
              <a:gd name="connsiteY769" fmla="*/ 613620 h 1321594"/>
              <a:gd name="connsiteX770" fmla="*/ 1829896 w 2306082"/>
              <a:gd name="connsiteY770" fmla="*/ 623051 h 1321594"/>
              <a:gd name="connsiteX771" fmla="*/ 1820465 w 2306082"/>
              <a:gd name="connsiteY771" fmla="*/ 641912 h 1321594"/>
              <a:gd name="connsiteX772" fmla="*/ 1811035 w 2306082"/>
              <a:gd name="connsiteY772" fmla="*/ 660774 h 1321594"/>
              <a:gd name="connsiteX773" fmla="*/ 1801604 w 2306082"/>
              <a:gd name="connsiteY773" fmla="*/ 679635 h 1321594"/>
              <a:gd name="connsiteX774" fmla="*/ 1782743 w 2306082"/>
              <a:gd name="connsiteY774" fmla="*/ 707927 h 1321594"/>
              <a:gd name="connsiteX775" fmla="*/ 1735589 w 2306082"/>
              <a:gd name="connsiteY775" fmla="*/ 745650 h 1321594"/>
              <a:gd name="connsiteX776" fmla="*/ 1707297 w 2306082"/>
              <a:gd name="connsiteY776" fmla="*/ 755081 h 1321594"/>
              <a:gd name="connsiteX777" fmla="*/ 1679005 w 2306082"/>
              <a:gd name="connsiteY777" fmla="*/ 773942 h 1321594"/>
              <a:gd name="connsiteX778" fmla="*/ 1650713 w 2306082"/>
              <a:gd name="connsiteY778" fmla="*/ 773942 h 1321594"/>
              <a:gd name="connsiteX779" fmla="*/ 1631852 w 2306082"/>
              <a:gd name="connsiteY779" fmla="*/ 783373 h 1321594"/>
              <a:gd name="connsiteX780" fmla="*/ 1575268 w 2306082"/>
              <a:gd name="connsiteY780" fmla="*/ 802234 h 1321594"/>
              <a:gd name="connsiteX781" fmla="*/ 1565837 w 2306082"/>
              <a:gd name="connsiteY781" fmla="*/ 811665 h 1321594"/>
              <a:gd name="connsiteX782" fmla="*/ 1480961 w 2306082"/>
              <a:gd name="connsiteY782" fmla="*/ 811665 h 1321594"/>
              <a:gd name="connsiteX783" fmla="*/ 1396084 w 2306082"/>
              <a:gd name="connsiteY783" fmla="*/ 802234 h 1321594"/>
              <a:gd name="connsiteX784" fmla="*/ 1339500 w 2306082"/>
              <a:gd name="connsiteY784" fmla="*/ 792803 h 1321594"/>
              <a:gd name="connsiteX785" fmla="*/ 1301777 w 2306082"/>
              <a:gd name="connsiteY785" fmla="*/ 783373 h 1321594"/>
              <a:gd name="connsiteX786" fmla="*/ 1226332 w 2306082"/>
              <a:gd name="connsiteY786" fmla="*/ 764512 h 1321594"/>
              <a:gd name="connsiteX787" fmla="*/ 1150886 w 2306082"/>
              <a:gd name="connsiteY787" fmla="*/ 736219 h 1321594"/>
              <a:gd name="connsiteX788" fmla="*/ 1084871 w 2306082"/>
              <a:gd name="connsiteY788" fmla="*/ 707927 h 1321594"/>
              <a:gd name="connsiteX789" fmla="*/ 1018856 w 2306082"/>
              <a:gd name="connsiteY789" fmla="*/ 689066 h 1321594"/>
              <a:gd name="connsiteX790" fmla="*/ 924550 w 2306082"/>
              <a:gd name="connsiteY790" fmla="*/ 660774 h 1321594"/>
              <a:gd name="connsiteX791" fmla="*/ 877396 w 2306082"/>
              <a:gd name="connsiteY791" fmla="*/ 660774 h 1321594"/>
              <a:gd name="connsiteX792" fmla="*/ 867965 w 2306082"/>
              <a:gd name="connsiteY792" fmla="*/ 651343 h 1321594"/>
              <a:gd name="connsiteX793" fmla="*/ 839673 w 2306082"/>
              <a:gd name="connsiteY793" fmla="*/ 641912 h 1321594"/>
              <a:gd name="connsiteX794" fmla="*/ 820812 w 2306082"/>
              <a:gd name="connsiteY794" fmla="*/ 623051 h 1321594"/>
              <a:gd name="connsiteX795" fmla="*/ 811381 w 2306082"/>
              <a:gd name="connsiteY795" fmla="*/ 613620 h 1321594"/>
              <a:gd name="connsiteX796" fmla="*/ 811381 w 2306082"/>
              <a:gd name="connsiteY796" fmla="*/ 585328 h 1321594"/>
              <a:gd name="connsiteX797" fmla="*/ 830243 w 2306082"/>
              <a:gd name="connsiteY797" fmla="*/ 566467 h 1321594"/>
              <a:gd name="connsiteX798" fmla="*/ 839673 w 2306082"/>
              <a:gd name="connsiteY798" fmla="*/ 557036 h 1321594"/>
              <a:gd name="connsiteX799" fmla="*/ 867965 w 2306082"/>
              <a:gd name="connsiteY799" fmla="*/ 538175 h 1321594"/>
              <a:gd name="connsiteX800" fmla="*/ 924550 w 2306082"/>
              <a:gd name="connsiteY800" fmla="*/ 509883 h 1321594"/>
              <a:gd name="connsiteX801" fmla="*/ 999995 w 2306082"/>
              <a:gd name="connsiteY801" fmla="*/ 491021 h 1321594"/>
              <a:gd name="connsiteX802" fmla="*/ 1056579 w 2306082"/>
              <a:gd name="connsiteY802" fmla="*/ 491021 h 1321594"/>
              <a:gd name="connsiteX803" fmla="*/ 1122594 w 2306082"/>
              <a:gd name="connsiteY803" fmla="*/ 481590 h 1321594"/>
              <a:gd name="connsiteX804" fmla="*/ 1198040 w 2306082"/>
              <a:gd name="connsiteY804" fmla="*/ 472160 h 1321594"/>
              <a:gd name="connsiteX805" fmla="*/ 1443238 w 2306082"/>
              <a:gd name="connsiteY805" fmla="*/ 472160 h 1321594"/>
              <a:gd name="connsiteX806" fmla="*/ 1575268 w 2306082"/>
              <a:gd name="connsiteY806" fmla="*/ 481590 h 1321594"/>
              <a:gd name="connsiteX807" fmla="*/ 1650713 w 2306082"/>
              <a:gd name="connsiteY807" fmla="*/ 491021 h 1321594"/>
              <a:gd name="connsiteX808" fmla="*/ 1726159 w 2306082"/>
              <a:gd name="connsiteY808" fmla="*/ 509883 h 1321594"/>
              <a:gd name="connsiteX809" fmla="*/ 1782743 w 2306082"/>
              <a:gd name="connsiteY809" fmla="*/ 519313 h 1321594"/>
              <a:gd name="connsiteX810" fmla="*/ 1811035 w 2306082"/>
              <a:gd name="connsiteY810" fmla="*/ 528744 h 1321594"/>
              <a:gd name="connsiteX811" fmla="*/ 1839327 w 2306082"/>
              <a:gd name="connsiteY811" fmla="*/ 538175 h 1321594"/>
              <a:gd name="connsiteX812" fmla="*/ 1858188 w 2306082"/>
              <a:gd name="connsiteY812" fmla="*/ 547605 h 1321594"/>
              <a:gd name="connsiteX813" fmla="*/ 1867619 w 2306082"/>
              <a:gd name="connsiteY813" fmla="*/ 557036 h 1321594"/>
              <a:gd name="connsiteX814" fmla="*/ 1867619 w 2306082"/>
              <a:gd name="connsiteY814" fmla="*/ 585328 h 1321594"/>
              <a:gd name="connsiteX815" fmla="*/ 1839327 w 2306082"/>
              <a:gd name="connsiteY815" fmla="*/ 604190 h 1321594"/>
              <a:gd name="connsiteX816" fmla="*/ 1811035 w 2306082"/>
              <a:gd name="connsiteY816" fmla="*/ 613620 h 1321594"/>
              <a:gd name="connsiteX817" fmla="*/ 1782743 w 2306082"/>
              <a:gd name="connsiteY817" fmla="*/ 641912 h 1321594"/>
              <a:gd name="connsiteX818" fmla="*/ 1735589 w 2306082"/>
              <a:gd name="connsiteY818" fmla="*/ 660774 h 1321594"/>
              <a:gd name="connsiteX819" fmla="*/ 1679005 w 2306082"/>
              <a:gd name="connsiteY819" fmla="*/ 689066 h 1321594"/>
              <a:gd name="connsiteX820" fmla="*/ 1622421 w 2306082"/>
              <a:gd name="connsiteY820" fmla="*/ 698496 h 1321594"/>
              <a:gd name="connsiteX821" fmla="*/ 1565837 w 2306082"/>
              <a:gd name="connsiteY821" fmla="*/ 726789 h 1321594"/>
              <a:gd name="connsiteX822" fmla="*/ 1509253 w 2306082"/>
              <a:gd name="connsiteY822" fmla="*/ 745650 h 1321594"/>
              <a:gd name="connsiteX823" fmla="*/ 1443238 w 2306082"/>
              <a:gd name="connsiteY823" fmla="*/ 773942 h 1321594"/>
              <a:gd name="connsiteX824" fmla="*/ 1367792 w 2306082"/>
              <a:gd name="connsiteY824" fmla="*/ 783373 h 1321594"/>
              <a:gd name="connsiteX825" fmla="*/ 1301777 w 2306082"/>
              <a:gd name="connsiteY825" fmla="*/ 792803 h 1321594"/>
              <a:gd name="connsiteX826" fmla="*/ 1066010 w 2306082"/>
              <a:gd name="connsiteY826" fmla="*/ 792803 h 1321594"/>
              <a:gd name="connsiteX827" fmla="*/ 981134 w 2306082"/>
              <a:gd name="connsiteY827" fmla="*/ 811665 h 1321594"/>
              <a:gd name="connsiteX828" fmla="*/ 943411 w 2306082"/>
              <a:gd name="connsiteY828" fmla="*/ 821095 h 1321594"/>
              <a:gd name="connsiteX829" fmla="*/ 867965 w 2306082"/>
              <a:gd name="connsiteY829" fmla="*/ 821095 h 1321594"/>
              <a:gd name="connsiteX830" fmla="*/ 877396 w 2306082"/>
              <a:gd name="connsiteY830" fmla="*/ 811665 h 1321594"/>
              <a:gd name="connsiteX831" fmla="*/ 905688 w 2306082"/>
              <a:gd name="connsiteY831" fmla="*/ 811665 h 1321594"/>
              <a:gd name="connsiteX832" fmla="*/ 952842 w 2306082"/>
              <a:gd name="connsiteY832" fmla="*/ 783373 h 1321594"/>
              <a:gd name="connsiteX833" fmla="*/ 999995 w 2306082"/>
              <a:gd name="connsiteY833" fmla="*/ 773942 h 1321594"/>
              <a:gd name="connsiteX834" fmla="*/ 1056579 w 2306082"/>
              <a:gd name="connsiteY834" fmla="*/ 745650 h 1321594"/>
              <a:gd name="connsiteX835" fmla="*/ 1132025 w 2306082"/>
              <a:gd name="connsiteY835" fmla="*/ 726789 h 1321594"/>
              <a:gd name="connsiteX836" fmla="*/ 1188609 w 2306082"/>
              <a:gd name="connsiteY836" fmla="*/ 717358 h 1321594"/>
              <a:gd name="connsiteX837" fmla="*/ 1273485 w 2306082"/>
              <a:gd name="connsiteY837" fmla="*/ 689066 h 1321594"/>
              <a:gd name="connsiteX838" fmla="*/ 1386653 w 2306082"/>
              <a:gd name="connsiteY838" fmla="*/ 670204 h 1321594"/>
              <a:gd name="connsiteX839" fmla="*/ 1509253 w 2306082"/>
              <a:gd name="connsiteY839" fmla="*/ 660774 h 1321594"/>
              <a:gd name="connsiteX840" fmla="*/ 1660144 w 2306082"/>
              <a:gd name="connsiteY840" fmla="*/ 651343 h 1321594"/>
              <a:gd name="connsiteX841" fmla="*/ 2093956 w 2306082"/>
              <a:gd name="connsiteY841" fmla="*/ 651343 h 1321594"/>
              <a:gd name="connsiteX842" fmla="*/ 2131679 w 2306082"/>
              <a:gd name="connsiteY842" fmla="*/ 641912 h 1321594"/>
              <a:gd name="connsiteX843" fmla="*/ 2159971 w 2306082"/>
              <a:gd name="connsiteY843" fmla="*/ 651343 h 1321594"/>
              <a:gd name="connsiteX844" fmla="*/ 2131679 w 2306082"/>
              <a:gd name="connsiteY844" fmla="*/ 660774 h 1321594"/>
              <a:gd name="connsiteX845" fmla="*/ 2084525 w 2306082"/>
              <a:gd name="connsiteY845" fmla="*/ 670204 h 1321594"/>
              <a:gd name="connsiteX846" fmla="*/ 2027941 w 2306082"/>
              <a:gd name="connsiteY846" fmla="*/ 689066 h 1321594"/>
              <a:gd name="connsiteX847" fmla="*/ 1990218 w 2306082"/>
              <a:gd name="connsiteY847" fmla="*/ 698496 h 1321594"/>
              <a:gd name="connsiteX848" fmla="*/ 1933634 w 2306082"/>
              <a:gd name="connsiteY848" fmla="*/ 717358 h 1321594"/>
              <a:gd name="connsiteX849" fmla="*/ 1886480 w 2306082"/>
              <a:gd name="connsiteY849" fmla="*/ 726789 h 1321594"/>
              <a:gd name="connsiteX850" fmla="*/ 1829896 w 2306082"/>
              <a:gd name="connsiteY850" fmla="*/ 755081 h 1321594"/>
              <a:gd name="connsiteX851" fmla="*/ 1773312 w 2306082"/>
              <a:gd name="connsiteY851" fmla="*/ 773942 h 1321594"/>
              <a:gd name="connsiteX852" fmla="*/ 1716728 w 2306082"/>
              <a:gd name="connsiteY852" fmla="*/ 792803 h 1321594"/>
              <a:gd name="connsiteX853" fmla="*/ 1650713 w 2306082"/>
              <a:gd name="connsiteY853" fmla="*/ 821095 h 1321594"/>
              <a:gd name="connsiteX854" fmla="*/ 1594129 w 2306082"/>
              <a:gd name="connsiteY854" fmla="*/ 839957 h 1321594"/>
              <a:gd name="connsiteX855" fmla="*/ 1546975 w 2306082"/>
              <a:gd name="connsiteY855" fmla="*/ 858818 h 1321594"/>
              <a:gd name="connsiteX856" fmla="*/ 1509253 w 2306082"/>
              <a:gd name="connsiteY856" fmla="*/ 868249 h 1321594"/>
              <a:gd name="connsiteX857" fmla="*/ 1480961 w 2306082"/>
              <a:gd name="connsiteY857" fmla="*/ 887110 h 1321594"/>
              <a:gd name="connsiteX858" fmla="*/ 1452668 w 2306082"/>
              <a:gd name="connsiteY858" fmla="*/ 896541 h 1321594"/>
              <a:gd name="connsiteX859" fmla="*/ 1433807 w 2306082"/>
              <a:gd name="connsiteY859" fmla="*/ 896541 h 1321594"/>
              <a:gd name="connsiteX860" fmla="*/ 1405515 w 2306082"/>
              <a:gd name="connsiteY860" fmla="*/ 905971 h 1321594"/>
              <a:gd name="connsiteX861" fmla="*/ 1396084 w 2306082"/>
              <a:gd name="connsiteY861" fmla="*/ 915402 h 1321594"/>
              <a:gd name="connsiteX862" fmla="*/ 1424376 w 2306082"/>
              <a:gd name="connsiteY862" fmla="*/ 915402 h 1321594"/>
              <a:gd name="connsiteX863" fmla="*/ 1433807 w 2306082"/>
              <a:gd name="connsiteY863" fmla="*/ 924833 h 1321594"/>
              <a:gd name="connsiteX864" fmla="*/ 1443238 w 2306082"/>
              <a:gd name="connsiteY864" fmla="*/ 924833 h 1321594"/>
              <a:gd name="connsiteX865" fmla="*/ 1452668 w 2306082"/>
              <a:gd name="connsiteY865" fmla="*/ 934264 h 1321594"/>
              <a:gd name="connsiteX866" fmla="*/ 1471530 w 2306082"/>
              <a:gd name="connsiteY866" fmla="*/ 943694 h 1321594"/>
              <a:gd name="connsiteX867" fmla="*/ 1471530 w 2306082"/>
              <a:gd name="connsiteY867" fmla="*/ 990848 h 1321594"/>
              <a:gd name="connsiteX868" fmla="*/ 1462099 w 2306082"/>
              <a:gd name="connsiteY868" fmla="*/ 1009709 h 1321594"/>
              <a:gd name="connsiteX869" fmla="*/ 1462099 w 2306082"/>
              <a:gd name="connsiteY869" fmla="*/ 1028570 h 1321594"/>
              <a:gd name="connsiteX870" fmla="*/ 1452668 w 2306082"/>
              <a:gd name="connsiteY870" fmla="*/ 1047432 h 1321594"/>
              <a:gd name="connsiteX871" fmla="*/ 1452668 w 2306082"/>
              <a:gd name="connsiteY871" fmla="*/ 1056863 h 1321594"/>
              <a:gd name="connsiteX872" fmla="*/ 1443238 w 2306082"/>
              <a:gd name="connsiteY872" fmla="*/ 1066294 h 1321594"/>
              <a:gd name="connsiteX873" fmla="*/ 1433807 w 2306082"/>
              <a:gd name="connsiteY873" fmla="*/ 1066294 h 1321594"/>
              <a:gd name="connsiteX874" fmla="*/ 1414946 w 2306082"/>
              <a:gd name="connsiteY874" fmla="*/ 1075724 h 1321594"/>
              <a:gd name="connsiteX875" fmla="*/ 1396084 w 2306082"/>
              <a:gd name="connsiteY875" fmla="*/ 1075724 h 1321594"/>
              <a:gd name="connsiteX876" fmla="*/ 1386653 w 2306082"/>
              <a:gd name="connsiteY876" fmla="*/ 1085155 h 1321594"/>
              <a:gd name="connsiteX877" fmla="*/ 1358362 w 2306082"/>
              <a:gd name="connsiteY877" fmla="*/ 1085155 h 1321594"/>
              <a:gd name="connsiteX878" fmla="*/ 1339500 w 2306082"/>
              <a:gd name="connsiteY878" fmla="*/ 1094586 h 1321594"/>
              <a:gd name="connsiteX879" fmla="*/ 1226332 w 2306082"/>
              <a:gd name="connsiteY879" fmla="*/ 1094586 h 1321594"/>
              <a:gd name="connsiteX880" fmla="*/ 1216901 w 2306082"/>
              <a:gd name="connsiteY880" fmla="*/ 1104016 h 1321594"/>
              <a:gd name="connsiteX881" fmla="*/ 1188609 w 2306082"/>
              <a:gd name="connsiteY881" fmla="*/ 1094586 h 1321594"/>
              <a:gd name="connsiteX882" fmla="*/ 1198040 w 2306082"/>
              <a:gd name="connsiteY882" fmla="*/ 1075724 h 1321594"/>
              <a:gd name="connsiteX883" fmla="*/ 1226332 w 2306082"/>
              <a:gd name="connsiteY883" fmla="*/ 1038001 h 1321594"/>
              <a:gd name="connsiteX884" fmla="*/ 1254624 w 2306082"/>
              <a:gd name="connsiteY884" fmla="*/ 1000279 h 1321594"/>
              <a:gd name="connsiteX885" fmla="*/ 1292347 w 2306082"/>
              <a:gd name="connsiteY885" fmla="*/ 971987 h 1321594"/>
              <a:gd name="connsiteX886" fmla="*/ 1330069 w 2306082"/>
              <a:gd name="connsiteY886" fmla="*/ 953126 h 1321594"/>
              <a:gd name="connsiteX887" fmla="*/ 1386653 w 2306082"/>
              <a:gd name="connsiteY887" fmla="*/ 905971 h 1321594"/>
              <a:gd name="connsiteX888" fmla="*/ 1433807 w 2306082"/>
              <a:gd name="connsiteY888" fmla="*/ 877680 h 1321594"/>
              <a:gd name="connsiteX889" fmla="*/ 1490391 w 2306082"/>
              <a:gd name="connsiteY889" fmla="*/ 839957 h 1321594"/>
              <a:gd name="connsiteX890" fmla="*/ 1556406 w 2306082"/>
              <a:gd name="connsiteY890" fmla="*/ 802234 h 1321594"/>
              <a:gd name="connsiteX891" fmla="*/ 1612990 w 2306082"/>
              <a:gd name="connsiteY891" fmla="*/ 783373 h 1321594"/>
              <a:gd name="connsiteX892" fmla="*/ 1650713 w 2306082"/>
              <a:gd name="connsiteY892" fmla="*/ 764512 h 1321594"/>
              <a:gd name="connsiteX893" fmla="*/ 1679005 w 2306082"/>
              <a:gd name="connsiteY893" fmla="*/ 755081 h 1321594"/>
              <a:gd name="connsiteX894" fmla="*/ 1707297 w 2306082"/>
              <a:gd name="connsiteY894" fmla="*/ 745650 h 1321594"/>
              <a:gd name="connsiteX895" fmla="*/ 1716728 w 2306082"/>
              <a:gd name="connsiteY895" fmla="*/ 745650 h 1321594"/>
              <a:gd name="connsiteX896" fmla="*/ 1735589 w 2306082"/>
              <a:gd name="connsiteY896" fmla="*/ 736219 h 1321594"/>
              <a:gd name="connsiteX897" fmla="*/ 1735589 w 2306082"/>
              <a:gd name="connsiteY897" fmla="*/ 736219 h 1321594"/>
              <a:gd name="connsiteX898" fmla="*/ 1716728 w 2306082"/>
              <a:gd name="connsiteY898" fmla="*/ 745650 h 1321594"/>
              <a:gd name="connsiteX899" fmla="*/ 1688436 w 2306082"/>
              <a:gd name="connsiteY899" fmla="*/ 755081 h 1321594"/>
              <a:gd name="connsiteX900" fmla="*/ 1660144 w 2306082"/>
              <a:gd name="connsiteY900" fmla="*/ 773942 h 1321594"/>
              <a:gd name="connsiteX901" fmla="*/ 1622421 w 2306082"/>
              <a:gd name="connsiteY901" fmla="*/ 792803 h 1321594"/>
              <a:gd name="connsiteX902" fmla="*/ 1594129 w 2306082"/>
              <a:gd name="connsiteY902" fmla="*/ 802234 h 1321594"/>
              <a:gd name="connsiteX903" fmla="*/ 1509253 w 2306082"/>
              <a:gd name="connsiteY903" fmla="*/ 792803 h 1321594"/>
              <a:gd name="connsiteX904" fmla="*/ 1462099 w 2306082"/>
              <a:gd name="connsiteY904" fmla="*/ 821095 h 1321594"/>
              <a:gd name="connsiteX905" fmla="*/ 1377223 w 2306082"/>
              <a:gd name="connsiteY905" fmla="*/ 858818 h 1321594"/>
              <a:gd name="connsiteX906" fmla="*/ 1320639 w 2306082"/>
              <a:gd name="connsiteY906" fmla="*/ 877680 h 1321594"/>
              <a:gd name="connsiteX907" fmla="*/ 1282916 w 2306082"/>
              <a:gd name="connsiteY907" fmla="*/ 896541 h 1321594"/>
              <a:gd name="connsiteX908" fmla="*/ 1235762 w 2306082"/>
              <a:gd name="connsiteY908" fmla="*/ 905971 h 1321594"/>
              <a:gd name="connsiteX909" fmla="*/ 1216901 w 2306082"/>
              <a:gd name="connsiteY909" fmla="*/ 915402 h 1321594"/>
              <a:gd name="connsiteX910" fmla="*/ 1188609 w 2306082"/>
              <a:gd name="connsiteY910" fmla="*/ 924833 h 1321594"/>
              <a:gd name="connsiteX911" fmla="*/ 1160317 w 2306082"/>
              <a:gd name="connsiteY911" fmla="*/ 924833 h 1321594"/>
              <a:gd name="connsiteX912" fmla="*/ 1132025 w 2306082"/>
              <a:gd name="connsiteY912" fmla="*/ 934264 h 1321594"/>
              <a:gd name="connsiteX913" fmla="*/ 1113163 w 2306082"/>
              <a:gd name="connsiteY913" fmla="*/ 943694 h 1321594"/>
              <a:gd name="connsiteX914" fmla="*/ 1103733 w 2306082"/>
              <a:gd name="connsiteY914" fmla="*/ 934264 h 1321594"/>
              <a:gd name="connsiteX915" fmla="*/ 1094302 w 2306082"/>
              <a:gd name="connsiteY915" fmla="*/ 943694 h 1321594"/>
              <a:gd name="connsiteX916" fmla="*/ 1103733 w 2306082"/>
              <a:gd name="connsiteY916" fmla="*/ 915402 h 1321594"/>
              <a:gd name="connsiteX917" fmla="*/ 1103733 w 2306082"/>
              <a:gd name="connsiteY917" fmla="*/ 905971 h 1321594"/>
              <a:gd name="connsiteX918" fmla="*/ 1094302 w 2306082"/>
              <a:gd name="connsiteY918" fmla="*/ 887110 h 1321594"/>
              <a:gd name="connsiteX919" fmla="*/ 1113163 w 2306082"/>
              <a:gd name="connsiteY919" fmla="*/ 877680 h 1321594"/>
              <a:gd name="connsiteX920" fmla="*/ 1132025 w 2306082"/>
              <a:gd name="connsiteY920" fmla="*/ 868249 h 1321594"/>
              <a:gd name="connsiteX921" fmla="*/ 1141456 w 2306082"/>
              <a:gd name="connsiteY921" fmla="*/ 858818 h 132159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</a:cxnLst>
            <a:rect l="l" t="t" r="r" b="b"/>
            <a:pathLst>
              <a:path w="2306082" h="1321594">
                <a:moveTo>
                  <a:pt x="2141109" y="94932"/>
                </a:moveTo>
                <a:cubicBezTo>
                  <a:pt x="2132307" y="99333"/>
                  <a:pt x="2024169" y="152145"/>
                  <a:pt x="2009079" y="160947"/>
                </a:cubicBezTo>
                <a:cubicBezTo>
                  <a:pt x="1993990" y="169749"/>
                  <a:pt x="1924203" y="221303"/>
                  <a:pt x="1914772" y="226962"/>
                </a:cubicBezTo>
                <a:cubicBezTo>
                  <a:pt x="1905342" y="232620"/>
                  <a:pt x="1872020" y="243308"/>
                  <a:pt x="1867619" y="245823"/>
                </a:cubicBezTo>
                <a:cubicBezTo>
                  <a:pt x="1863218" y="248338"/>
                  <a:pt x="1851272" y="262169"/>
                  <a:pt x="1848758" y="264684"/>
                </a:cubicBezTo>
                <a:cubicBezTo>
                  <a:pt x="1846243" y="267199"/>
                  <a:pt x="1834926" y="279144"/>
                  <a:pt x="1829896" y="283546"/>
                </a:cubicBezTo>
                <a:cubicBezTo>
                  <a:pt x="1824866" y="287946"/>
                  <a:pt x="1780857" y="325669"/>
                  <a:pt x="1773312" y="330699"/>
                </a:cubicBezTo>
                <a:cubicBezTo>
                  <a:pt x="1765768" y="335729"/>
                  <a:pt x="1723015" y="355219"/>
                  <a:pt x="1716728" y="358992"/>
                </a:cubicBezTo>
                <a:cubicBezTo>
                  <a:pt x="1710440" y="362764"/>
                  <a:pt x="1682777" y="384140"/>
                  <a:pt x="1679005" y="387284"/>
                </a:cubicBezTo>
                <a:cubicBezTo>
                  <a:pt x="1675233" y="390427"/>
                  <a:pt x="1663916" y="402373"/>
                  <a:pt x="1660144" y="406145"/>
                </a:cubicBezTo>
                <a:cubicBezTo>
                  <a:pt x="1656371" y="409917"/>
                  <a:pt x="1626193" y="440095"/>
                  <a:pt x="1622421" y="443868"/>
                </a:cubicBezTo>
                <a:cubicBezTo>
                  <a:pt x="1618649" y="447640"/>
                  <a:pt x="1606703" y="459586"/>
                  <a:pt x="1603559" y="462729"/>
                </a:cubicBezTo>
                <a:cubicBezTo>
                  <a:pt x="1600416" y="465873"/>
                  <a:pt x="1579040" y="487249"/>
                  <a:pt x="1575268" y="491021"/>
                </a:cubicBezTo>
                <a:cubicBezTo>
                  <a:pt x="1571495" y="494793"/>
                  <a:pt x="1550748" y="516170"/>
                  <a:pt x="1546975" y="519313"/>
                </a:cubicBezTo>
                <a:cubicBezTo>
                  <a:pt x="1543203" y="522457"/>
                  <a:pt x="1521827" y="535031"/>
                  <a:pt x="1518683" y="538175"/>
                </a:cubicBezTo>
                <a:cubicBezTo>
                  <a:pt x="1515540" y="541318"/>
                  <a:pt x="1502965" y="563323"/>
                  <a:pt x="1499822" y="566467"/>
                </a:cubicBezTo>
                <a:cubicBezTo>
                  <a:pt x="1496678" y="569610"/>
                  <a:pt x="1474674" y="582813"/>
                  <a:pt x="1471530" y="585328"/>
                </a:cubicBezTo>
                <a:cubicBezTo>
                  <a:pt x="1468386" y="587843"/>
                  <a:pt x="1457069" y="599160"/>
                  <a:pt x="1452668" y="604190"/>
                </a:cubicBezTo>
                <a:cubicBezTo>
                  <a:pt x="1448267" y="609219"/>
                  <a:pt x="1412431" y="653858"/>
                  <a:pt x="1405515" y="660774"/>
                </a:cubicBezTo>
                <a:cubicBezTo>
                  <a:pt x="1398599" y="667689"/>
                  <a:pt x="1354589" y="702269"/>
                  <a:pt x="1348931" y="707927"/>
                </a:cubicBezTo>
                <a:cubicBezTo>
                  <a:pt x="1343272" y="713586"/>
                  <a:pt x="1323782" y="741877"/>
                  <a:pt x="1320639" y="745650"/>
                </a:cubicBezTo>
                <a:cubicBezTo>
                  <a:pt x="1317495" y="749422"/>
                  <a:pt x="1304292" y="761368"/>
                  <a:pt x="1301777" y="764512"/>
                </a:cubicBezTo>
                <a:cubicBezTo>
                  <a:pt x="1299262" y="767655"/>
                  <a:pt x="1286059" y="789660"/>
                  <a:pt x="1282916" y="792803"/>
                </a:cubicBezTo>
                <a:cubicBezTo>
                  <a:pt x="1279772" y="795947"/>
                  <a:pt x="1258396" y="807893"/>
                  <a:pt x="1254624" y="811665"/>
                </a:cubicBezTo>
                <a:cubicBezTo>
                  <a:pt x="1250852" y="815437"/>
                  <a:pt x="1229475" y="845615"/>
                  <a:pt x="1226332" y="849388"/>
                </a:cubicBezTo>
                <a:cubicBezTo>
                  <a:pt x="1223188" y="853160"/>
                  <a:pt x="1209985" y="865734"/>
                  <a:pt x="1207471" y="868249"/>
                </a:cubicBezTo>
                <a:cubicBezTo>
                  <a:pt x="1204956" y="870763"/>
                  <a:pt x="1192381" y="883966"/>
                  <a:pt x="1188609" y="887110"/>
                </a:cubicBezTo>
                <a:cubicBezTo>
                  <a:pt x="1184837" y="890254"/>
                  <a:pt x="1154658" y="912258"/>
                  <a:pt x="1150886" y="915402"/>
                </a:cubicBezTo>
                <a:cubicBezTo>
                  <a:pt x="1147114" y="918545"/>
                  <a:pt x="1134540" y="931120"/>
                  <a:pt x="1132025" y="934264"/>
                </a:cubicBezTo>
                <a:cubicBezTo>
                  <a:pt x="1129510" y="937407"/>
                  <a:pt x="1116936" y="958783"/>
                  <a:pt x="1113163" y="962556"/>
                </a:cubicBezTo>
                <a:cubicBezTo>
                  <a:pt x="1109391" y="966328"/>
                  <a:pt x="1079842" y="987075"/>
                  <a:pt x="1075441" y="990848"/>
                </a:cubicBezTo>
                <a:cubicBezTo>
                  <a:pt x="1071040" y="994620"/>
                  <a:pt x="1050921" y="1015996"/>
                  <a:pt x="1047149" y="1019140"/>
                </a:cubicBezTo>
                <a:cubicBezTo>
                  <a:pt x="1043376" y="1022284"/>
                  <a:pt x="1021371" y="1036115"/>
                  <a:pt x="1018856" y="1038001"/>
                </a:cubicBezTo>
                <a:cubicBezTo>
                  <a:pt x="1016341" y="1039887"/>
                  <a:pt x="1011941" y="1046175"/>
                  <a:pt x="1009426" y="1047432"/>
                </a:cubicBezTo>
                <a:cubicBezTo>
                  <a:pt x="1006911" y="1048689"/>
                  <a:pt x="983648" y="1055606"/>
                  <a:pt x="981134" y="1056863"/>
                </a:cubicBezTo>
                <a:cubicBezTo>
                  <a:pt x="978619" y="1058120"/>
                  <a:pt x="972961" y="1065036"/>
                  <a:pt x="971703" y="1066294"/>
                </a:cubicBezTo>
                <a:cubicBezTo>
                  <a:pt x="970446" y="1067551"/>
                  <a:pt x="963530" y="1075095"/>
                  <a:pt x="962272" y="1075724"/>
                </a:cubicBezTo>
                <a:cubicBezTo>
                  <a:pt x="961015" y="1076352"/>
                  <a:pt x="954099" y="1075095"/>
                  <a:pt x="952842" y="1075724"/>
                </a:cubicBezTo>
                <a:cubicBezTo>
                  <a:pt x="951584" y="1076352"/>
                  <a:pt x="945297" y="1083897"/>
                  <a:pt x="943411" y="1085155"/>
                </a:cubicBezTo>
                <a:cubicBezTo>
                  <a:pt x="941525" y="1086412"/>
                  <a:pt x="926436" y="1093328"/>
                  <a:pt x="924550" y="1094586"/>
                </a:cubicBezTo>
                <a:cubicBezTo>
                  <a:pt x="922663" y="1095842"/>
                  <a:pt x="919520" y="1104016"/>
                  <a:pt x="915119" y="1104016"/>
                </a:cubicBezTo>
                <a:cubicBezTo>
                  <a:pt x="910718" y="1104016"/>
                  <a:pt x="862936" y="1095214"/>
                  <a:pt x="858535" y="1094586"/>
                </a:cubicBezTo>
                <a:cubicBezTo>
                  <a:pt x="854134" y="1093957"/>
                  <a:pt x="850361" y="1095214"/>
                  <a:pt x="849104" y="1094586"/>
                </a:cubicBezTo>
                <a:cubicBezTo>
                  <a:pt x="847847" y="1093957"/>
                  <a:pt x="840931" y="1086412"/>
                  <a:pt x="839673" y="1085155"/>
                </a:cubicBezTo>
                <a:cubicBezTo>
                  <a:pt x="838416" y="1083897"/>
                  <a:pt x="831500" y="1076352"/>
                  <a:pt x="830243" y="1075724"/>
                </a:cubicBezTo>
                <a:cubicBezTo>
                  <a:pt x="828985" y="1075095"/>
                  <a:pt x="822069" y="1078238"/>
                  <a:pt x="820812" y="1075724"/>
                </a:cubicBezTo>
                <a:cubicBezTo>
                  <a:pt x="819554" y="1073209"/>
                  <a:pt x="813267" y="1043660"/>
                  <a:pt x="811381" y="1038001"/>
                </a:cubicBezTo>
                <a:cubicBezTo>
                  <a:pt x="809495" y="1032342"/>
                  <a:pt x="795035" y="995249"/>
                  <a:pt x="792520" y="990848"/>
                </a:cubicBezTo>
                <a:cubicBezTo>
                  <a:pt x="790005" y="986446"/>
                  <a:pt x="775545" y="973873"/>
                  <a:pt x="773659" y="971987"/>
                </a:cubicBezTo>
                <a:cubicBezTo>
                  <a:pt x="771772" y="970100"/>
                  <a:pt x="766743" y="965699"/>
                  <a:pt x="764228" y="962556"/>
                </a:cubicBezTo>
                <a:cubicBezTo>
                  <a:pt x="761713" y="959412"/>
                  <a:pt x="738451" y="928605"/>
                  <a:pt x="735936" y="924833"/>
                </a:cubicBezTo>
                <a:cubicBezTo>
                  <a:pt x="733421" y="921061"/>
                  <a:pt x="727762" y="908486"/>
                  <a:pt x="726505" y="905971"/>
                </a:cubicBezTo>
                <a:cubicBezTo>
                  <a:pt x="725248" y="903456"/>
                  <a:pt x="719589" y="890254"/>
                  <a:pt x="717074" y="887110"/>
                </a:cubicBezTo>
                <a:cubicBezTo>
                  <a:pt x="714560" y="883966"/>
                  <a:pt x="691297" y="861333"/>
                  <a:pt x="688782" y="858818"/>
                </a:cubicBezTo>
                <a:cubicBezTo>
                  <a:pt x="686267" y="856303"/>
                  <a:pt x="681866" y="852531"/>
                  <a:pt x="679352" y="849388"/>
                </a:cubicBezTo>
                <a:cubicBezTo>
                  <a:pt x="676837" y="846244"/>
                  <a:pt x="653574" y="815437"/>
                  <a:pt x="651059" y="811665"/>
                </a:cubicBezTo>
                <a:cubicBezTo>
                  <a:pt x="648545" y="807893"/>
                  <a:pt x="642886" y="795318"/>
                  <a:pt x="641629" y="792803"/>
                </a:cubicBezTo>
                <a:cubicBezTo>
                  <a:pt x="640371" y="790288"/>
                  <a:pt x="634084" y="777085"/>
                  <a:pt x="632198" y="773942"/>
                </a:cubicBezTo>
                <a:cubicBezTo>
                  <a:pt x="630312" y="770798"/>
                  <a:pt x="616480" y="750680"/>
                  <a:pt x="613337" y="745650"/>
                </a:cubicBezTo>
                <a:cubicBezTo>
                  <a:pt x="610193" y="740620"/>
                  <a:pt x="589446" y="704783"/>
                  <a:pt x="585045" y="698496"/>
                </a:cubicBezTo>
                <a:cubicBezTo>
                  <a:pt x="580644" y="692209"/>
                  <a:pt x="551094" y="657002"/>
                  <a:pt x="547322" y="651343"/>
                </a:cubicBezTo>
                <a:cubicBezTo>
                  <a:pt x="543549" y="645685"/>
                  <a:pt x="530975" y="618021"/>
                  <a:pt x="528460" y="613620"/>
                </a:cubicBezTo>
                <a:cubicBezTo>
                  <a:pt x="525946" y="609219"/>
                  <a:pt x="511485" y="588471"/>
                  <a:pt x="509599" y="585328"/>
                </a:cubicBezTo>
                <a:cubicBezTo>
                  <a:pt x="507713" y="582184"/>
                  <a:pt x="501426" y="569610"/>
                  <a:pt x="500168" y="566467"/>
                </a:cubicBezTo>
                <a:cubicBezTo>
                  <a:pt x="498911" y="563323"/>
                  <a:pt x="491366" y="540689"/>
                  <a:pt x="490738" y="538175"/>
                </a:cubicBezTo>
                <a:cubicBezTo>
                  <a:pt x="490109" y="535660"/>
                  <a:pt x="491366" y="531259"/>
                  <a:pt x="490738" y="528744"/>
                </a:cubicBezTo>
                <a:cubicBezTo>
                  <a:pt x="490109" y="526229"/>
                  <a:pt x="481936" y="502966"/>
                  <a:pt x="481307" y="500452"/>
                </a:cubicBezTo>
                <a:cubicBezTo>
                  <a:pt x="480678" y="497937"/>
                  <a:pt x="481936" y="492907"/>
                  <a:pt x="481307" y="491021"/>
                </a:cubicBezTo>
                <a:cubicBezTo>
                  <a:pt x="480678" y="489135"/>
                  <a:pt x="471248" y="480333"/>
                  <a:pt x="471876" y="472160"/>
                </a:cubicBezTo>
                <a:cubicBezTo>
                  <a:pt x="472505" y="463987"/>
                  <a:pt x="488223" y="376595"/>
                  <a:pt x="490738" y="368422"/>
                </a:cubicBezTo>
                <a:cubicBezTo>
                  <a:pt x="493253" y="360249"/>
                  <a:pt x="507713" y="352075"/>
                  <a:pt x="509599" y="349561"/>
                </a:cubicBezTo>
                <a:cubicBezTo>
                  <a:pt x="511485" y="347046"/>
                  <a:pt x="517772" y="332585"/>
                  <a:pt x="519030" y="330699"/>
                </a:cubicBezTo>
                <a:cubicBezTo>
                  <a:pt x="520287" y="328813"/>
                  <a:pt x="527832" y="323155"/>
                  <a:pt x="528460" y="321269"/>
                </a:cubicBezTo>
                <a:cubicBezTo>
                  <a:pt x="529089" y="319383"/>
                  <a:pt x="527203" y="304293"/>
                  <a:pt x="528460" y="302407"/>
                </a:cubicBezTo>
                <a:cubicBezTo>
                  <a:pt x="529718" y="300521"/>
                  <a:pt x="544807" y="294863"/>
                  <a:pt x="547322" y="292977"/>
                </a:cubicBezTo>
                <a:cubicBezTo>
                  <a:pt x="549837" y="291090"/>
                  <a:pt x="563040" y="276630"/>
                  <a:pt x="566183" y="274115"/>
                </a:cubicBezTo>
                <a:cubicBezTo>
                  <a:pt x="569327" y="271600"/>
                  <a:pt x="591960" y="257140"/>
                  <a:pt x="594475" y="255254"/>
                </a:cubicBezTo>
                <a:cubicBezTo>
                  <a:pt x="596990" y="253368"/>
                  <a:pt x="602020" y="247081"/>
                  <a:pt x="603906" y="245823"/>
                </a:cubicBezTo>
                <a:cubicBezTo>
                  <a:pt x="605792" y="244566"/>
                  <a:pt x="620252" y="238279"/>
                  <a:pt x="622767" y="236393"/>
                </a:cubicBezTo>
                <a:cubicBezTo>
                  <a:pt x="625282" y="234506"/>
                  <a:pt x="639114" y="219417"/>
                  <a:pt x="641629" y="217531"/>
                </a:cubicBezTo>
                <a:cubicBezTo>
                  <a:pt x="644144" y="215645"/>
                  <a:pt x="656089" y="209986"/>
                  <a:pt x="660490" y="208100"/>
                </a:cubicBezTo>
                <a:cubicBezTo>
                  <a:pt x="664891" y="206214"/>
                  <a:pt x="704500" y="191754"/>
                  <a:pt x="707644" y="189239"/>
                </a:cubicBezTo>
                <a:cubicBezTo>
                  <a:pt x="710787" y="186724"/>
                  <a:pt x="705758" y="172892"/>
                  <a:pt x="707644" y="170378"/>
                </a:cubicBezTo>
                <a:cubicBezTo>
                  <a:pt x="709530" y="167863"/>
                  <a:pt x="732163" y="153402"/>
                  <a:pt x="735936" y="151516"/>
                </a:cubicBezTo>
                <a:cubicBezTo>
                  <a:pt x="739708" y="149630"/>
                  <a:pt x="761084" y="143343"/>
                  <a:pt x="764228" y="142086"/>
                </a:cubicBezTo>
                <a:cubicBezTo>
                  <a:pt x="767371" y="140828"/>
                  <a:pt x="779946" y="133283"/>
                  <a:pt x="783089" y="132655"/>
                </a:cubicBezTo>
                <a:cubicBezTo>
                  <a:pt x="786233" y="132026"/>
                  <a:pt x="808238" y="133912"/>
                  <a:pt x="811381" y="132655"/>
                </a:cubicBezTo>
                <a:cubicBezTo>
                  <a:pt x="814525" y="131397"/>
                  <a:pt x="825213" y="115679"/>
                  <a:pt x="830243" y="113793"/>
                </a:cubicBezTo>
                <a:cubicBezTo>
                  <a:pt x="835272" y="111907"/>
                  <a:pt x="880540" y="105620"/>
                  <a:pt x="886827" y="104363"/>
                </a:cubicBezTo>
                <a:cubicBezTo>
                  <a:pt x="893114" y="103105"/>
                  <a:pt x="918891" y="96189"/>
                  <a:pt x="924550" y="94932"/>
                </a:cubicBezTo>
                <a:cubicBezTo>
                  <a:pt x="930208" y="93675"/>
                  <a:pt x="967302" y="86759"/>
                  <a:pt x="971703" y="85502"/>
                </a:cubicBezTo>
                <a:cubicBezTo>
                  <a:pt x="976104" y="84244"/>
                  <a:pt x="985535" y="77328"/>
                  <a:pt x="990564" y="76071"/>
                </a:cubicBezTo>
                <a:cubicBezTo>
                  <a:pt x="995594" y="74813"/>
                  <a:pt x="1040233" y="67268"/>
                  <a:pt x="1047149" y="66640"/>
                </a:cubicBezTo>
                <a:cubicBezTo>
                  <a:pt x="1054064" y="66011"/>
                  <a:pt x="1088015" y="67897"/>
                  <a:pt x="1094302" y="66640"/>
                </a:cubicBezTo>
                <a:cubicBezTo>
                  <a:pt x="1100589" y="65382"/>
                  <a:pt x="1130139" y="49036"/>
                  <a:pt x="1141456" y="47779"/>
                </a:cubicBezTo>
                <a:cubicBezTo>
                  <a:pt x="1152772" y="46521"/>
                  <a:pt x="1254624" y="48407"/>
                  <a:pt x="1264055" y="47779"/>
                </a:cubicBezTo>
                <a:cubicBezTo>
                  <a:pt x="1273485" y="47150"/>
                  <a:pt x="1262168" y="38976"/>
                  <a:pt x="1282916" y="38348"/>
                </a:cubicBezTo>
                <a:cubicBezTo>
                  <a:pt x="1303663" y="37719"/>
                  <a:pt x="1555149" y="37719"/>
                  <a:pt x="1575268" y="38348"/>
                </a:cubicBezTo>
                <a:cubicBezTo>
                  <a:pt x="1595386" y="38976"/>
                  <a:pt x="1583441" y="47150"/>
                  <a:pt x="1584698" y="47779"/>
                </a:cubicBezTo>
                <a:cubicBezTo>
                  <a:pt x="1585955" y="48407"/>
                  <a:pt x="1592871" y="47150"/>
                  <a:pt x="1594129" y="47779"/>
                </a:cubicBezTo>
                <a:cubicBezTo>
                  <a:pt x="1595386" y="48407"/>
                  <a:pt x="1602302" y="56581"/>
                  <a:pt x="1603559" y="57209"/>
                </a:cubicBezTo>
                <a:cubicBezTo>
                  <a:pt x="1604817" y="57838"/>
                  <a:pt x="1611733" y="56581"/>
                  <a:pt x="1612990" y="57209"/>
                </a:cubicBezTo>
                <a:cubicBezTo>
                  <a:pt x="1614248" y="57838"/>
                  <a:pt x="1620535" y="64125"/>
                  <a:pt x="1622421" y="66640"/>
                </a:cubicBezTo>
                <a:cubicBezTo>
                  <a:pt x="1624307" y="69155"/>
                  <a:pt x="1639396" y="91788"/>
                  <a:pt x="1641282" y="94932"/>
                </a:cubicBezTo>
                <a:cubicBezTo>
                  <a:pt x="1643169" y="98075"/>
                  <a:pt x="1649455" y="111907"/>
                  <a:pt x="1650713" y="113793"/>
                </a:cubicBezTo>
                <a:cubicBezTo>
                  <a:pt x="1651970" y="115679"/>
                  <a:pt x="1657629" y="119452"/>
                  <a:pt x="1660144" y="123224"/>
                </a:cubicBezTo>
                <a:cubicBezTo>
                  <a:pt x="1662659" y="126996"/>
                  <a:pt x="1685921" y="165977"/>
                  <a:pt x="1688436" y="170378"/>
                </a:cubicBezTo>
                <a:cubicBezTo>
                  <a:pt x="1690951" y="174779"/>
                  <a:pt x="1697238" y="187353"/>
                  <a:pt x="1697866" y="189239"/>
                </a:cubicBezTo>
                <a:cubicBezTo>
                  <a:pt x="1698495" y="191125"/>
                  <a:pt x="1697238" y="197412"/>
                  <a:pt x="1697866" y="198670"/>
                </a:cubicBezTo>
                <a:cubicBezTo>
                  <a:pt x="1698495" y="199927"/>
                  <a:pt x="1706669" y="206214"/>
                  <a:pt x="1707297" y="208100"/>
                </a:cubicBezTo>
                <a:cubicBezTo>
                  <a:pt x="1707926" y="209986"/>
                  <a:pt x="1706040" y="224447"/>
                  <a:pt x="1707297" y="226962"/>
                </a:cubicBezTo>
                <a:cubicBezTo>
                  <a:pt x="1708555" y="229476"/>
                  <a:pt x="1724272" y="243308"/>
                  <a:pt x="1726159" y="245823"/>
                </a:cubicBezTo>
                <a:cubicBezTo>
                  <a:pt x="1728045" y="248338"/>
                  <a:pt x="1734332" y="261540"/>
                  <a:pt x="1735589" y="264684"/>
                </a:cubicBezTo>
                <a:cubicBezTo>
                  <a:pt x="1736847" y="267827"/>
                  <a:pt x="1743763" y="289833"/>
                  <a:pt x="1745020" y="292977"/>
                </a:cubicBezTo>
                <a:cubicBezTo>
                  <a:pt x="1746277" y="296120"/>
                  <a:pt x="1753193" y="308694"/>
                  <a:pt x="1754451" y="311838"/>
                </a:cubicBezTo>
                <a:cubicBezTo>
                  <a:pt x="1755708" y="314981"/>
                  <a:pt x="1763253" y="331328"/>
                  <a:pt x="1763881" y="340130"/>
                </a:cubicBezTo>
                <a:cubicBezTo>
                  <a:pt x="1764510" y="348932"/>
                  <a:pt x="1765139" y="435694"/>
                  <a:pt x="1763881" y="443868"/>
                </a:cubicBezTo>
                <a:cubicBezTo>
                  <a:pt x="1762624" y="452041"/>
                  <a:pt x="1746906" y="460214"/>
                  <a:pt x="1745020" y="462729"/>
                </a:cubicBezTo>
                <a:cubicBezTo>
                  <a:pt x="1743134" y="465244"/>
                  <a:pt x="1738104" y="478446"/>
                  <a:pt x="1735589" y="481590"/>
                </a:cubicBezTo>
                <a:cubicBezTo>
                  <a:pt x="1733074" y="484734"/>
                  <a:pt x="1711698" y="506739"/>
                  <a:pt x="1707297" y="509883"/>
                </a:cubicBezTo>
                <a:cubicBezTo>
                  <a:pt x="1702896" y="513026"/>
                  <a:pt x="1675861" y="525600"/>
                  <a:pt x="1669574" y="528744"/>
                </a:cubicBezTo>
                <a:cubicBezTo>
                  <a:pt x="1663287" y="531887"/>
                  <a:pt x="1618649" y="553892"/>
                  <a:pt x="1612990" y="557036"/>
                </a:cubicBezTo>
                <a:cubicBezTo>
                  <a:pt x="1607332" y="560180"/>
                  <a:pt x="1589728" y="573382"/>
                  <a:pt x="1584698" y="575897"/>
                </a:cubicBezTo>
                <a:cubicBezTo>
                  <a:pt x="1579668" y="578412"/>
                  <a:pt x="1543832" y="592244"/>
                  <a:pt x="1537545" y="594759"/>
                </a:cubicBezTo>
                <a:cubicBezTo>
                  <a:pt x="1531258" y="597273"/>
                  <a:pt x="1496678" y="611105"/>
                  <a:pt x="1490391" y="613620"/>
                </a:cubicBezTo>
                <a:cubicBezTo>
                  <a:pt x="1484104" y="616135"/>
                  <a:pt x="1451411" y="629966"/>
                  <a:pt x="1443238" y="632481"/>
                </a:cubicBezTo>
                <a:cubicBezTo>
                  <a:pt x="1435065" y="634996"/>
                  <a:pt x="1376594" y="649457"/>
                  <a:pt x="1367792" y="651343"/>
                </a:cubicBezTo>
                <a:cubicBezTo>
                  <a:pt x="1358990" y="653229"/>
                  <a:pt x="1320010" y="658259"/>
                  <a:pt x="1311208" y="660774"/>
                </a:cubicBezTo>
                <a:cubicBezTo>
                  <a:pt x="1302406" y="663288"/>
                  <a:pt x="1244564" y="687179"/>
                  <a:pt x="1235762" y="689066"/>
                </a:cubicBezTo>
                <a:cubicBezTo>
                  <a:pt x="1226960" y="690951"/>
                  <a:pt x="1188609" y="688437"/>
                  <a:pt x="1179178" y="689066"/>
                </a:cubicBezTo>
                <a:cubicBezTo>
                  <a:pt x="1169748" y="689694"/>
                  <a:pt x="1107505" y="697239"/>
                  <a:pt x="1094302" y="698496"/>
                </a:cubicBezTo>
                <a:cubicBezTo>
                  <a:pt x="1081099" y="699753"/>
                  <a:pt x="1016970" y="707298"/>
                  <a:pt x="981134" y="707927"/>
                </a:cubicBezTo>
                <a:cubicBezTo>
                  <a:pt x="945297" y="708556"/>
                  <a:pt x="589446" y="708556"/>
                  <a:pt x="556753" y="707927"/>
                </a:cubicBezTo>
                <a:cubicBezTo>
                  <a:pt x="524060" y="707298"/>
                  <a:pt x="503312" y="699125"/>
                  <a:pt x="490738" y="698496"/>
                </a:cubicBezTo>
                <a:cubicBezTo>
                  <a:pt x="478163" y="697867"/>
                  <a:pt x="378827" y="699125"/>
                  <a:pt x="368139" y="698496"/>
                </a:cubicBezTo>
                <a:cubicBezTo>
                  <a:pt x="357451" y="697867"/>
                  <a:pt x="336074" y="690323"/>
                  <a:pt x="330416" y="689066"/>
                </a:cubicBezTo>
                <a:cubicBezTo>
                  <a:pt x="324757" y="687808"/>
                  <a:pt x="289550" y="680892"/>
                  <a:pt x="283262" y="679635"/>
                </a:cubicBezTo>
                <a:cubicBezTo>
                  <a:pt x="276975" y="678378"/>
                  <a:pt x="245540" y="672090"/>
                  <a:pt x="236109" y="670204"/>
                </a:cubicBezTo>
                <a:cubicBezTo>
                  <a:pt x="226678" y="668318"/>
                  <a:pt x="149975" y="652601"/>
                  <a:pt x="141802" y="651343"/>
                </a:cubicBezTo>
                <a:cubicBezTo>
                  <a:pt x="133629" y="650086"/>
                  <a:pt x="117282" y="651972"/>
                  <a:pt x="113510" y="651343"/>
                </a:cubicBezTo>
                <a:cubicBezTo>
                  <a:pt x="109738" y="650714"/>
                  <a:pt x="88361" y="643169"/>
                  <a:pt x="85218" y="641912"/>
                </a:cubicBezTo>
                <a:cubicBezTo>
                  <a:pt x="82074" y="640655"/>
                  <a:pt x="68243" y="633110"/>
                  <a:pt x="66357" y="632481"/>
                </a:cubicBezTo>
                <a:cubicBezTo>
                  <a:pt x="64470" y="631852"/>
                  <a:pt x="58183" y="633110"/>
                  <a:pt x="56926" y="632481"/>
                </a:cubicBezTo>
                <a:cubicBezTo>
                  <a:pt x="55668" y="631852"/>
                  <a:pt x="48124" y="625566"/>
                  <a:pt x="47495" y="623051"/>
                </a:cubicBezTo>
                <a:cubicBezTo>
                  <a:pt x="46866" y="620536"/>
                  <a:pt x="46866" y="597902"/>
                  <a:pt x="47495" y="594759"/>
                </a:cubicBezTo>
                <a:cubicBezTo>
                  <a:pt x="48124" y="591615"/>
                  <a:pt x="55668" y="579041"/>
                  <a:pt x="56926" y="575897"/>
                </a:cubicBezTo>
                <a:cubicBezTo>
                  <a:pt x="58183" y="572754"/>
                  <a:pt x="65099" y="550749"/>
                  <a:pt x="66357" y="547605"/>
                </a:cubicBezTo>
                <a:cubicBezTo>
                  <a:pt x="67614" y="544462"/>
                  <a:pt x="73272" y="531259"/>
                  <a:pt x="75787" y="528744"/>
                </a:cubicBezTo>
                <a:cubicBezTo>
                  <a:pt x="78302" y="526229"/>
                  <a:pt x="100936" y="512397"/>
                  <a:pt x="104079" y="509883"/>
                </a:cubicBezTo>
                <a:cubicBezTo>
                  <a:pt x="107223" y="507368"/>
                  <a:pt x="119797" y="493536"/>
                  <a:pt x="122941" y="491021"/>
                </a:cubicBezTo>
                <a:cubicBezTo>
                  <a:pt x="126084" y="488506"/>
                  <a:pt x="146832" y="474675"/>
                  <a:pt x="151233" y="472160"/>
                </a:cubicBezTo>
                <a:cubicBezTo>
                  <a:pt x="155634" y="469645"/>
                  <a:pt x="182668" y="455813"/>
                  <a:pt x="188956" y="453299"/>
                </a:cubicBezTo>
                <a:cubicBezTo>
                  <a:pt x="195243" y="450784"/>
                  <a:pt x="239252" y="436323"/>
                  <a:pt x="245540" y="434437"/>
                </a:cubicBezTo>
                <a:cubicBezTo>
                  <a:pt x="251827" y="432551"/>
                  <a:pt x="278233" y="426892"/>
                  <a:pt x="283262" y="425006"/>
                </a:cubicBezTo>
                <a:cubicBezTo>
                  <a:pt x="288292" y="423120"/>
                  <a:pt x="314069" y="408031"/>
                  <a:pt x="320985" y="406145"/>
                </a:cubicBezTo>
                <a:cubicBezTo>
                  <a:pt x="327901" y="404259"/>
                  <a:pt x="376312" y="399229"/>
                  <a:pt x="387000" y="396714"/>
                </a:cubicBezTo>
                <a:cubicBezTo>
                  <a:pt x="397688" y="394199"/>
                  <a:pt x="468733" y="370937"/>
                  <a:pt x="481307" y="368422"/>
                </a:cubicBezTo>
                <a:cubicBezTo>
                  <a:pt x="493881" y="365907"/>
                  <a:pt x="563668" y="360249"/>
                  <a:pt x="575614" y="358992"/>
                </a:cubicBezTo>
                <a:cubicBezTo>
                  <a:pt x="587560" y="357734"/>
                  <a:pt x="641629" y="350189"/>
                  <a:pt x="660490" y="349561"/>
                </a:cubicBezTo>
                <a:cubicBezTo>
                  <a:pt x="679352" y="348932"/>
                  <a:pt x="838416" y="350189"/>
                  <a:pt x="858535" y="349561"/>
                </a:cubicBezTo>
                <a:cubicBezTo>
                  <a:pt x="878653" y="348932"/>
                  <a:pt x="889970" y="340758"/>
                  <a:pt x="962272" y="340130"/>
                </a:cubicBezTo>
                <a:cubicBezTo>
                  <a:pt x="1034574" y="339501"/>
                  <a:pt x="1874535" y="339501"/>
                  <a:pt x="1943065" y="340130"/>
                </a:cubicBezTo>
                <a:cubicBezTo>
                  <a:pt x="2011594" y="340758"/>
                  <a:pt x="1983302" y="348303"/>
                  <a:pt x="1990218" y="349561"/>
                </a:cubicBezTo>
                <a:cubicBezTo>
                  <a:pt x="1997134" y="350818"/>
                  <a:pt x="2038000" y="358363"/>
                  <a:pt x="2046802" y="358992"/>
                </a:cubicBezTo>
                <a:cubicBezTo>
                  <a:pt x="2055604" y="359620"/>
                  <a:pt x="2115961" y="358363"/>
                  <a:pt x="2122248" y="358992"/>
                </a:cubicBezTo>
                <a:cubicBezTo>
                  <a:pt x="2128535" y="359620"/>
                  <a:pt x="2138594" y="367165"/>
                  <a:pt x="2141109" y="368422"/>
                </a:cubicBezTo>
                <a:cubicBezTo>
                  <a:pt x="2143624" y="369679"/>
                  <a:pt x="2157456" y="376596"/>
                  <a:pt x="2159971" y="377853"/>
                </a:cubicBezTo>
                <a:cubicBezTo>
                  <a:pt x="2162486" y="379111"/>
                  <a:pt x="2176946" y="386655"/>
                  <a:pt x="2178832" y="387284"/>
                </a:cubicBezTo>
                <a:cubicBezTo>
                  <a:pt x="2180718" y="387912"/>
                  <a:pt x="2187005" y="386655"/>
                  <a:pt x="2188263" y="387284"/>
                </a:cubicBezTo>
                <a:cubicBezTo>
                  <a:pt x="2189520" y="387912"/>
                  <a:pt x="2197065" y="393570"/>
                  <a:pt x="2197693" y="396714"/>
                </a:cubicBezTo>
                <a:cubicBezTo>
                  <a:pt x="2198322" y="399857"/>
                  <a:pt x="2198322" y="430665"/>
                  <a:pt x="2197693" y="434437"/>
                </a:cubicBezTo>
                <a:cubicBezTo>
                  <a:pt x="2197065" y="438210"/>
                  <a:pt x="2189520" y="451412"/>
                  <a:pt x="2188263" y="453299"/>
                </a:cubicBezTo>
                <a:cubicBezTo>
                  <a:pt x="2187005" y="455184"/>
                  <a:pt x="2180089" y="461472"/>
                  <a:pt x="2178832" y="462729"/>
                </a:cubicBezTo>
                <a:cubicBezTo>
                  <a:pt x="2177575" y="463987"/>
                  <a:pt x="2171916" y="470274"/>
                  <a:pt x="2169401" y="472160"/>
                </a:cubicBezTo>
                <a:cubicBezTo>
                  <a:pt x="2166886" y="474046"/>
                  <a:pt x="2143624" y="489764"/>
                  <a:pt x="2141109" y="491021"/>
                </a:cubicBezTo>
                <a:cubicBezTo>
                  <a:pt x="2138594" y="492278"/>
                  <a:pt x="2134822" y="487878"/>
                  <a:pt x="2131679" y="491021"/>
                </a:cubicBezTo>
                <a:cubicBezTo>
                  <a:pt x="2128535" y="494165"/>
                  <a:pt x="2097728" y="534402"/>
                  <a:pt x="2093956" y="538175"/>
                </a:cubicBezTo>
                <a:cubicBezTo>
                  <a:pt x="2090183" y="541947"/>
                  <a:pt x="2078866" y="545090"/>
                  <a:pt x="2075094" y="547605"/>
                </a:cubicBezTo>
                <a:cubicBezTo>
                  <a:pt x="2071322" y="550120"/>
                  <a:pt x="2041772" y="573382"/>
                  <a:pt x="2037371" y="575897"/>
                </a:cubicBezTo>
                <a:cubicBezTo>
                  <a:pt x="2032970" y="578412"/>
                  <a:pt x="2014738" y="582813"/>
                  <a:pt x="2009079" y="585328"/>
                </a:cubicBezTo>
                <a:cubicBezTo>
                  <a:pt x="2003421" y="587843"/>
                  <a:pt x="1958154" y="610476"/>
                  <a:pt x="1952495" y="613620"/>
                </a:cubicBezTo>
                <a:cubicBezTo>
                  <a:pt x="1946837" y="616764"/>
                  <a:pt x="1930490" y="629966"/>
                  <a:pt x="1924203" y="632481"/>
                </a:cubicBezTo>
                <a:cubicBezTo>
                  <a:pt x="1917916" y="634996"/>
                  <a:pt x="1865733" y="649457"/>
                  <a:pt x="1858188" y="651343"/>
                </a:cubicBezTo>
                <a:cubicBezTo>
                  <a:pt x="1850644" y="653229"/>
                  <a:pt x="1819208" y="658259"/>
                  <a:pt x="1811035" y="660774"/>
                </a:cubicBezTo>
                <a:cubicBezTo>
                  <a:pt x="1802862" y="663288"/>
                  <a:pt x="1748792" y="685293"/>
                  <a:pt x="1735589" y="689066"/>
                </a:cubicBezTo>
                <a:cubicBezTo>
                  <a:pt x="1722386" y="692838"/>
                  <a:pt x="1624936" y="714214"/>
                  <a:pt x="1612990" y="717358"/>
                </a:cubicBezTo>
                <a:cubicBezTo>
                  <a:pt x="1601045" y="720501"/>
                  <a:pt x="1567094" y="734333"/>
                  <a:pt x="1556406" y="736219"/>
                </a:cubicBezTo>
                <a:cubicBezTo>
                  <a:pt x="1545718" y="738105"/>
                  <a:pt x="1505480" y="745021"/>
                  <a:pt x="1452668" y="745650"/>
                </a:cubicBezTo>
                <a:cubicBezTo>
                  <a:pt x="1399856" y="746278"/>
                  <a:pt x="817668" y="746907"/>
                  <a:pt x="764228" y="745650"/>
                </a:cubicBezTo>
                <a:cubicBezTo>
                  <a:pt x="710787" y="744392"/>
                  <a:pt x="668035" y="729932"/>
                  <a:pt x="651059" y="726789"/>
                </a:cubicBezTo>
                <a:cubicBezTo>
                  <a:pt x="634084" y="723645"/>
                  <a:pt x="522802" y="701011"/>
                  <a:pt x="509599" y="698496"/>
                </a:cubicBezTo>
                <a:cubicBezTo>
                  <a:pt x="496396" y="695981"/>
                  <a:pt x="461188" y="690323"/>
                  <a:pt x="453015" y="689066"/>
                </a:cubicBezTo>
                <a:cubicBezTo>
                  <a:pt x="444842" y="687808"/>
                  <a:pt x="395802" y="680892"/>
                  <a:pt x="387000" y="679635"/>
                </a:cubicBezTo>
                <a:cubicBezTo>
                  <a:pt x="378198" y="678378"/>
                  <a:pt x="328530" y="671461"/>
                  <a:pt x="320985" y="670204"/>
                </a:cubicBezTo>
                <a:cubicBezTo>
                  <a:pt x="313441" y="668946"/>
                  <a:pt x="280748" y="663288"/>
                  <a:pt x="273832" y="660774"/>
                </a:cubicBezTo>
                <a:cubicBezTo>
                  <a:pt x="266916" y="658259"/>
                  <a:pt x="222277" y="634367"/>
                  <a:pt x="217248" y="632481"/>
                </a:cubicBezTo>
                <a:cubicBezTo>
                  <a:pt x="212218" y="630595"/>
                  <a:pt x="202159" y="633738"/>
                  <a:pt x="198386" y="632481"/>
                </a:cubicBezTo>
                <a:cubicBezTo>
                  <a:pt x="194614" y="631224"/>
                  <a:pt x="165693" y="616135"/>
                  <a:pt x="160663" y="613620"/>
                </a:cubicBezTo>
                <a:cubicBezTo>
                  <a:pt x="155634" y="611105"/>
                  <a:pt x="126084" y="596645"/>
                  <a:pt x="122941" y="594759"/>
                </a:cubicBezTo>
                <a:cubicBezTo>
                  <a:pt x="119797" y="592873"/>
                  <a:pt x="115396" y="587214"/>
                  <a:pt x="113510" y="585328"/>
                </a:cubicBezTo>
                <a:cubicBezTo>
                  <a:pt x="111624" y="583442"/>
                  <a:pt x="96535" y="568353"/>
                  <a:pt x="94649" y="566467"/>
                </a:cubicBezTo>
                <a:cubicBezTo>
                  <a:pt x="92762" y="564580"/>
                  <a:pt x="85847" y="560808"/>
                  <a:pt x="85218" y="557036"/>
                </a:cubicBezTo>
                <a:cubicBezTo>
                  <a:pt x="84589" y="553264"/>
                  <a:pt x="84589" y="514912"/>
                  <a:pt x="85218" y="509883"/>
                </a:cubicBezTo>
                <a:cubicBezTo>
                  <a:pt x="85847" y="504853"/>
                  <a:pt x="93391" y="485362"/>
                  <a:pt x="94649" y="481590"/>
                </a:cubicBezTo>
                <a:cubicBezTo>
                  <a:pt x="95906" y="477818"/>
                  <a:pt x="102193" y="456442"/>
                  <a:pt x="104079" y="453299"/>
                </a:cubicBezTo>
                <a:cubicBezTo>
                  <a:pt x="105965" y="450155"/>
                  <a:pt x="120426" y="436323"/>
                  <a:pt x="122941" y="434437"/>
                </a:cubicBezTo>
                <a:cubicBezTo>
                  <a:pt x="125456" y="432551"/>
                  <a:pt x="138658" y="427521"/>
                  <a:pt x="141802" y="425006"/>
                </a:cubicBezTo>
                <a:cubicBezTo>
                  <a:pt x="144946" y="422491"/>
                  <a:pt x="163178" y="399857"/>
                  <a:pt x="170094" y="396714"/>
                </a:cubicBezTo>
                <a:cubicBezTo>
                  <a:pt x="177010" y="393570"/>
                  <a:pt x="235480" y="380997"/>
                  <a:pt x="245540" y="377853"/>
                </a:cubicBezTo>
                <a:cubicBezTo>
                  <a:pt x="255599" y="374710"/>
                  <a:pt x="307782" y="355219"/>
                  <a:pt x="320985" y="349561"/>
                </a:cubicBezTo>
                <a:cubicBezTo>
                  <a:pt x="334188" y="343902"/>
                  <a:pt x="431010" y="298635"/>
                  <a:pt x="443584" y="292977"/>
                </a:cubicBezTo>
                <a:cubicBezTo>
                  <a:pt x="456158" y="287318"/>
                  <a:pt x="501426" y="267827"/>
                  <a:pt x="509599" y="264684"/>
                </a:cubicBezTo>
                <a:cubicBezTo>
                  <a:pt x="517772" y="261540"/>
                  <a:pt x="557381" y="248967"/>
                  <a:pt x="566183" y="245823"/>
                </a:cubicBezTo>
                <a:cubicBezTo>
                  <a:pt x="574985" y="242680"/>
                  <a:pt x="632827" y="220674"/>
                  <a:pt x="641629" y="217531"/>
                </a:cubicBezTo>
                <a:cubicBezTo>
                  <a:pt x="650431" y="214387"/>
                  <a:pt x="688782" y="201184"/>
                  <a:pt x="698213" y="198670"/>
                </a:cubicBezTo>
                <a:cubicBezTo>
                  <a:pt x="707644" y="196155"/>
                  <a:pt x="773658" y="181694"/>
                  <a:pt x="783089" y="179808"/>
                </a:cubicBezTo>
                <a:cubicBezTo>
                  <a:pt x="792520" y="177922"/>
                  <a:pt x="831500" y="171635"/>
                  <a:pt x="839673" y="170378"/>
                </a:cubicBezTo>
                <a:cubicBezTo>
                  <a:pt x="847846" y="169120"/>
                  <a:pt x="895629" y="162204"/>
                  <a:pt x="905688" y="160947"/>
                </a:cubicBezTo>
                <a:cubicBezTo>
                  <a:pt x="915748" y="159689"/>
                  <a:pt x="977361" y="152773"/>
                  <a:pt x="990564" y="151516"/>
                </a:cubicBezTo>
                <a:cubicBezTo>
                  <a:pt x="1003767" y="150259"/>
                  <a:pt x="1073555" y="142714"/>
                  <a:pt x="1103733" y="142086"/>
                </a:cubicBezTo>
                <a:cubicBezTo>
                  <a:pt x="1133911" y="141457"/>
                  <a:pt x="1414946" y="141457"/>
                  <a:pt x="1443238" y="142086"/>
                </a:cubicBezTo>
                <a:cubicBezTo>
                  <a:pt x="1471530" y="142714"/>
                  <a:pt x="1514911" y="150887"/>
                  <a:pt x="1528114" y="151516"/>
                </a:cubicBezTo>
                <a:cubicBezTo>
                  <a:pt x="1541317" y="152145"/>
                  <a:pt x="1628708" y="150887"/>
                  <a:pt x="1641282" y="151516"/>
                </a:cubicBezTo>
                <a:cubicBezTo>
                  <a:pt x="1653857" y="152145"/>
                  <a:pt x="1708554" y="160318"/>
                  <a:pt x="1716728" y="160947"/>
                </a:cubicBezTo>
                <a:cubicBezTo>
                  <a:pt x="1724901" y="161575"/>
                  <a:pt x="1756965" y="160318"/>
                  <a:pt x="1763881" y="160947"/>
                </a:cubicBezTo>
                <a:cubicBezTo>
                  <a:pt x="1770797" y="161575"/>
                  <a:pt x="1814178" y="169749"/>
                  <a:pt x="1820465" y="170378"/>
                </a:cubicBezTo>
                <a:cubicBezTo>
                  <a:pt x="1826753" y="171006"/>
                  <a:pt x="1853159" y="169749"/>
                  <a:pt x="1858188" y="170378"/>
                </a:cubicBezTo>
                <a:cubicBezTo>
                  <a:pt x="1863218" y="171006"/>
                  <a:pt x="1892139" y="179180"/>
                  <a:pt x="1895911" y="179808"/>
                </a:cubicBezTo>
                <a:cubicBezTo>
                  <a:pt x="1899683" y="180437"/>
                  <a:pt x="1911629" y="179180"/>
                  <a:pt x="1914772" y="179808"/>
                </a:cubicBezTo>
                <a:cubicBezTo>
                  <a:pt x="1917916" y="180437"/>
                  <a:pt x="1939921" y="187982"/>
                  <a:pt x="1943065" y="189239"/>
                </a:cubicBezTo>
                <a:cubicBezTo>
                  <a:pt x="1946208" y="190496"/>
                  <a:pt x="1960040" y="197412"/>
                  <a:pt x="1961926" y="198670"/>
                </a:cubicBezTo>
                <a:cubicBezTo>
                  <a:pt x="1963812" y="199927"/>
                  <a:pt x="1970728" y="206214"/>
                  <a:pt x="1971356" y="208100"/>
                </a:cubicBezTo>
                <a:cubicBezTo>
                  <a:pt x="1971985" y="209986"/>
                  <a:pt x="1971985" y="225076"/>
                  <a:pt x="1971356" y="226962"/>
                </a:cubicBezTo>
                <a:cubicBezTo>
                  <a:pt x="1970728" y="228848"/>
                  <a:pt x="1963183" y="234506"/>
                  <a:pt x="1961926" y="236393"/>
                </a:cubicBezTo>
                <a:cubicBezTo>
                  <a:pt x="1960668" y="238279"/>
                  <a:pt x="1955010" y="253368"/>
                  <a:pt x="1952495" y="255254"/>
                </a:cubicBezTo>
                <a:cubicBezTo>
                  <a:pt x="1949980" y="257140"/>
                  <a:pt x="1927975" y="262169"/>
                  <a:pt x="1924203" y="264684"/>
                </a:cubicBezTo>
                <a:cubicBezTo>
                  <a:pt x="1920431" y="267199"/>
                  <a:pt x="1899055" y="288575"/>
                  <a:pt x="1895911" y="292977"/>
                </a:cubicBezTo>
                <a:cubicBezTo>
                  <a:pt x="1892767" y="297378"/>
                  <a:pt x="1880193" y="326927"/>
                  <a:pt x="1877050" y="330699"/>
                </a:cubicBezTo>
                <a:cubicBezTo>
                  <a:pt x="1873906" y="334471"/>
                  <a:pt x="1853787" y="347046"/>
                  <a:pt x="1848758" y="349561"/>
                </a:cubicBezTo>
                <a:cubicBezTo>
                  <a:pt x="1843728" y="352075"/>
                  <a:pt x="1807891" y="365907"/>
                  <a:pt x="1801604" y="368422"/>
                </a:cubicBezTo>
                <a:cubicBezTo>
                  <a:pt x="1795317" y="370937"/>
                  <a:pt x="1760738" y="384140"/>
                  <a:pt x="1754451" y="387284"/>
                </a:cubicBezTo>
                <a:cubicBezTo>
                  <a:pt x="1748164" y="390427"/>
                  <a:pt x="1712327" y="412432"/>
                  <a:pt x="1707297" y="415576"/>
                </a:cubicBezTo>
                <a:cubicBezTo>
                  <a:pt x="1702268" y="418719"/>
                  <a:pt x="1684664" y="431923"/>
                  <a:pt x="1679005" y="434437"/>
                </a:cubicBezTo>
                <a:cubicBezTo>
                  <a:pt x="1673347" y="436952"/>
                  <a:pt x="1628708" y="450784"/>
                  <a:pt x="1622421" y="453299"/>
                </a:cubicBezTo>
                <a:cubicBezTo>
                  <a:pt x="1616134" y="455813"/>
                  <a:pt x="1590356" y="469645"/>
                  <a:pt x="1584698" y="472160"/>
                </a:cubicBezTo>
                <a:cubicBezTo>
                  <a:pt x="1579040" y="474675"/>
                  <a:pt x="1545089" y="488506"/>
                  <a:pt x="1537545" y="491021"/>
                </a:cubicBezTo>
                <a:cubicBezTo>
                  <a:pt x="1530000" y="493536"/>
                  <a:pt x="1482847" y="506739"/>
                  <a:pt x="1471530" y="509883"/>
                </a:cubicBezTo>
                <a:cubicBezTo>
                  <a:pt x="1460213" y="513026"/>
                  <a:pt x="1378480" y="535031"/>
                  <a:pt x="1367792" y="538175"/>
                </a:cubicBezTo>
                <a:cubicBezTo>
                  <a:pt x="1357104" y="541318"/>
                  <a:pt x="1319381" y="555150"/>
                  <a:pt x="1311208" y="557036"/>
                </a:cubicBezTo>
                <a:cubicBezTo>
                  <a:pt x="1303035" y="558922"/>
                  <a:pt x="1253995" y="565838"/>
                  <a:pt x="1245193" y="566467"/>
                </a:cubicBezTo>
                <a:cubicBezTo>
                  <a:pt x="1236391" y="567095"/>
                  <a:pt x="1187352" y="565838"/>
                  <a:pt x="1179178" y="566467"/>
                </a:cubicBezTo>
                <a:cubicBezTo>
                  <a:pt x="1171005" y="567095"/>
                  <a:pt x="1144599" y="575269"/>
                  <a:pt x="1122594" y="575897"/>
                </a:cubicBezTo>
                <a:cubicBezTo>
                  <a:pt x="1100589" y="576526"/>
                  <a:pt x="871109" y="577155"/>
                  <a:pt x="849104" y="575897"/>
                </a:cubicBezTo>
                <a:cubicBezTo>
                  <a:pt x="827099" y="574640"/>
                  <a:pt x="795663" y="557036"/>
                  <a:pt x="792520" y="557036"/>
                </a:cubicBezTo>
                <a:cubicBezTo>
                  <a:pt x="789376" y="557036"/>
                  <a:pt x="803208" y="575269"/>
                  <a:pt x="801951" y="575897"/>
                </a:cubicBezTo>
                <a:cubicBezTo>
                  <a:pt x="800693" y="576526"/>
                  <a:pt x="776802" y="567095"/>
                  <a:pt x="773659" y="566467"/>
                </a:cubicBezTo>
                <a:cubicBezTo>
                  <a:pt x="770515" y="565838"/>
                  <a:pt x="756683" y="567095"/>
                  <a:pt x="754797" y="566467"/>
                </a:cubicBezTo>
                <a:cubicBezTo>
                  <a:pt x="752911" y="565838"/>
                  <a:pt x="745995" y="560180"/>
                  <a:pt x="745366" y="557036"/>
                </a:cubicBezTo>
                <a:cubicBezTo>
                  <a:pt x="744738" y="553892"/>
                  <a:pt x="744109" y="523086"/>
                  <a:pt x="745366" y="519313"/>
                </a:cubicBezTo>
                <a:cubicBezTo>
                  <a:pt x="746624" y="515541"/>
                  <a:pt x="761713" y="502966"/>
                  <a:pt x="764228" y="500452"/>
                </a:cubicBezTo>
                <a:cubicBezTo>
                  <a:pt x="766743" y="497937"/>
                  <a:pt x="779946" y="484105"/>
                  <a:pt x="783089" y="481590"/>
                </a:cubicBezTo>
                <a:cubicBezTo>
                  <a:pt x="786233" y="479075"/>
                  <a:pt x="807609" y="465244"/>
                  <a:pt x="811381" y="462729"/>
                </a:cubicBezTo>
                <a:cubicBezTo>
                  <a:pt x="815153" y="460214"/>
                  <a:pt x="835272" y="446382"/>
                  <a:pt x="839673" y="443868"/>
                </a:cubicBezTo>
                <a:cubicBezTo>
                  <a:pt x="844074" y="441353"/>
                  <a:pt x="872995" y="427521"/>
                  <a:pt x="877396" y="425006"/>
                </a:cubicBezTo>
                <a:cubicBezTo>
                  <a:pt x="881797" y="422491"/>
                  <a:pt x="902544" y="406145"/>
                  <a:pt x="905688" y="406145"/>
                </a:cubicBezTo>
                <a:cubicBezTo>
                  <a:pt x="908832" y="406145"/>
                  <a:pt x="919520" y="425006"/>
                  <a:pt x="924550" y="425006"/>
                </a:cubicBezTo>
                <a:cubicBezTo>
                  <a:pt x="929579" y="425006"/>
                  <a:pt x="974847" y="408031"/>
                  <a:pt x="981134" y="406145"/>
                </a:cubicBezTo>
                <a:cubicBezTo>
                  <a:pt x="987421" y="404259"/>
                  <a:pt x="1012569" y="398600"/>
                  <a:pt x="1018856" y="396714"/>
                </a:cubicBezTo>
                <a:cubicBezTo>
                  <a:pt x="1025143" y="394828"/>
                  <a:pt x="1068525" y="379739"/>
                  <a:pt x="1075441" y="377853"/>
                </a:cubicBezTo>
                <a:cubicBezTo>
                  <a:pt x="1082357" y="375967"/>
                  <a:pt x="1111906" y="371565"/>
                  <a:pt x="1122594" y="368422"/>
                </a:cubicBezTo>
                <a:cubicBezTo>
                  <a:pt x="1133282" y="365278"/>
                  <a:pt x="1223817" y="334471"/>
                  <a:pt x="1235762" y="330699"/>
                </a:cubicBezTo>
                <a:cubicBezTo>
                  <a:pt x="1247708" y="326927"/>
                  <a:pt x="1293604" y="314353"/>
                  <a:pt x="1301777" y="311838"/>
                </a:cubicBezTo>
                <a:cubicBezTo>
                  <a:pt x="1309950" y="309323"/>
                  <a:pt x="1350188" y="294863"/>
                  <a:pt x="1358362" y="292977"/>
                </a:cubicBezTo>
                <a:cubicBezTo>
                  <a:pt x="1366535" y="291090"/>
                  <a:pt x="1415574" y="285431"/>
                  <a:pt x="1424376" y="283546"/>
                </a:cubicBezTo>
                <a:cubicBezTo>
                  <a:pt x="1433178" y="281659"/>
                  <a:pt x="1482218" y="267199"/>
                  <a:pt x="1490391" y="264684"/>
                </a:cubicBezTo>
                <a:cubicBezTo>
                  <a:pt x="1498565" y="262169"/>
                  <a:pt x="1539431" y="247709"/>
                  <a:pt x="1546975" y="245823"/>
                </a:cubicBezTo>
                <a:cubicBezTo>
                  <a:pt x="1554520" y="243937"/>
                  <a:pt x="1596644" y="237650"/>
                  <a:pt x="1603559" y="236393"/>
                </a:cubicBezTo>
                <a:cubicBezTo>
                  <a:pt x="1610475" y="235135"/>
                  <a:pt x="1644426" y="228219"/>
                  <a:pt x="1650713" y="226962"/>
                </a:cubicBezTo>
                <a:cubicBezTo>
                  <a:pt x="1657000" y="225704"/>
                  <a:pt x="1690951" y="216902"/>
                  <a:pt x="1697866" y="217531"/>
                </a:cubicBezTo>
                <a:cubicBezTo>
                  <a:pt x="1704782" y="218159"/>
                  <a:pt x="1732446" y="235135"/>
                  <a:pt x="1754451" y="236393"/>
                </a:cubicBezTo>
                <a:cubicBezTo>
                  <a:pt x="1776456" y="237650"/>
                  <a:pt x="2008451" y="235764"/>
                  <a:pt x="2027941" y="236393"/>
                </a:cubicBezTo>
                <a:cubicBezTo>
                  <a:pt x="2047431" y="237021"/>
                  <a:pt x="2044287" y="245195"/>
                  <a:pt x="2046802" y="245823"/>
                </a:cubicBezTo>
                <a:cubicBezTo>
                  <a:pt x="2049317" y="246452"/>
                  <a:pt x="2063777" y="245195"/>
                  <a:pt x="2065664" y="245823"/>
                </a:cubicBezTo>
                <a:cubicBezTo>
                  <a:pt x="2067550" y="246452"/>
                  <a:pt x="2073837" y="253996"/>
                  <a:pt x="2075094" y="255254"/>
                </a:cubicBezTo>
                <a:cubicBezTo>
                  <a:pt x="2076352" y="256511"/>
                  <a:pt x="2083896" y="259025"/>
                  <a:pt x="2084525" y="264684"/>
                </a:cubicBezTo>
                <a:cubicBezTo>
                  <a:pt x="2085153" y="270342"/>
                  <a:pt x="2085782" y="333842"/>
                  <a:pt x="2084525" y="340130"/>
                </a:cubicBezTo>
                <a:cubicBezTo>
                  <a:pt x="2083267" y="346417"/>
                  <a:pt x="2067550" y="355848"/>
                  <a:pt x="2065664" y="358992"/>
                </a:cubicBezTo>
                <a:cubicBezTo>
                  <a:pt x="2063777" y="362135"/>
                  <a:pt x="2058119" y="383511"/>
                  <a:pt x="2056233" y="387284"/>
                </a:cubicBezTo>
                <a:cubicBezTo>
                  <a:pt x="2054347" y="391056"/>
                  <a:pt x="2039886" y="411803"/>
                  <a:pt x="2037371" y="415576"/>
                </a:cubicBezTo>
                <a:cubicBezTo>
                  <a:pt x="2034857" y="419348"/>
                  <a:pt x="2020396" y="440095"/>
                  <a:pt x="2018510" y="443868"/>
                </a:cubicBezTo>
                <a:cubicBezTo>
                  <a:pt x="2016624" y="447640"/>
                  <a:pt x="2010966" y="467759"/>
                  <a:pt x="2009079" y="472160"/>
                </a:cubicBezTo>
                <a:cubicBezTo>
                  <a:pt x="2007193" y="476561"/>
                  <a:pt x="1993362" y="504853"/>
                  <a:pt x="1990218" y="509883"/>
                </a:cubicBezTo>
                <a:cubicBezTo>
                  <a:pt x="1987074" y="514912"/>
                  <a:pt x="1964441" y="543204"/>
                  <a:pt x="1961926" y="547605"/>
                </a:cubicBezTo>
                <a:cubicBezTo>
                  <a:pt x="1959411" y="552006"/>
                  <a:pt x="1954381" y="572125"/>
                  <a:pt x="1952495" y="575897"/>
                </a:cubicBezTo>
                <a:cubicBezTo>
                  <a:pt x="1950609" y="579670"/>
                  <a:pt x="1935520" y="601046"/>
                  <a:pt x="1933634" y="604190"/>
                </a:cubicBezTo>
                <a:cubicBezTo>
                  <a:pt x="1931748" y="607333"/>
                  <a:pt x="1926089" y="619908"/>
                  <a:pt x="1924203" y="623051"/>
                </a:cubicBezTo>
                <a:cubicBezTo>
                  <a:pt x="1922317" y="626195"/>
                  <a:pt x="1907857" y="648200"/>
                  <a:pt x="1905342" y="651343"/>
                </a:cubicBezTo>
                <a:cubicBezTo>
                  <a:pt x="1902827" y="654487"/>
                  <a:pt x="1889624" y="667060"/>
                  <a:pt x="1886480" y="670204"/>
                </a:cubicBezTo>
                <a:cubicBezTo>
                  <a:pt x="1883337" y="673347"/>
                  <a:pt x="1861961" y="694724"/>
                  <a:pt x="1858188" y="698496"/>
                </a:cubicBezTo>
                <a:cubicBezTo>
                  <a:pt x="1854416" y="702268"/>
                  <a:pt x="1833040" y="724274"/>
                  <a:pt x="1829896" y="726789"/>
                </a:cubicBezTo>
                <a:cubicBezTo>
                  <a:pt x="1826753" y="729303"/>
                  <a:pt x="1813550" y="734333"/>
                  <a:pt x="1811035" y="736219"/>
                </a:cubicBezTo>
                <a:cubicBezTo>
                  <a:pt x="1808520" y="738105"/>
                  <a:pt x="1794688" y="753194"/>
                  <a:pt x="1792174" y="755081"/>
                </a:cubicBezTo>
                <a:cubicBezTo>
                  <a:pt x="1789659" y="756967"/>
                  <a:pt x="1775198" y="763883"/>
                  <a:pt x="1773312" y="764512"/>
                </a:cubicBezTo>
                <a:cubicBezTo>
                  <a:pt x="1771426" y="765140"/>
                  <a:pt x="1765139" y="763883"/>
                  <a:pt x="1763881" y="764512"/>
                </a:cubicBezTo>
                <a:cubicBezTo>
                  <a:pt x="1762624" y="765140"/>
                  <a:pt x="1756337" y="772684"/>
                  <a:pt x="1754451" y="773942"/>
                </a:cubicBezTo>
                <a:cubicBezTo>
                  <a:pt x="1752565" y="775199"/>
                  <a:pt x="1737475" y="782115"/>
                  <a:pt x="1735589" y="783373"/>
                </a:cubicBezTo>
                <a:cubicBezTo>
                  <a:pt x="1733703" y="784630"/>
                  <a:pt x="1728045" y="792803"/>
                  <a:pt x="1726159" y="792803"/>
                </a:cubicBezTo>
                <a:cubicBezTo>
                  <a:pt x="1724272" y="792803"/>
                  <a:pt x="1708555" y="790917"/>
                  <a:pt x="1707297" y="783373"/>
                </a:cubicBezTo>
                <a:cubicBezTo>
                  <a:pt x="1706040" y="775828"/>
                  <a:pt x="1706669" y="687808"/>
                  <a:pt x="1707297" y="679635"/>
                </a:cubicBezTo>
                <a:cubicBezTo>
                  <a:pt x="1707926" y="671462"/>
                  <a:pt x="1714841" y="662660"/>
                  <a:pt x="1716728" y="660774"/>
                </a:cubicBezTo>
                <a:cubicBezTo>
                  <a:pt x="1718614" y="658887"/>
                  <a:pt x="1733703" y="653858"/>
                  <a:pt x="1735589" y="651343"/>
                </a:cubicBezTo>
                <a:cubicBezTo>
                  <a:pt x="1737475" y="648828"/>
                  <a:pt x="1743763" y="626823"/>
                  <a:pt x="1745020" y="623051"/>
                </a:cubicBezTo>
                <a:cubicBezTo>
                  <a:pt x="1746277" y="619279"/>
                  <a:pt x="1752565" y="598531"/>
                  <a:pt x="1754451" y="594759"/>
                </a:cubicBezTo>
                <a:cubicBezTo>
                  <a:pt x="1756337" y="590986"/>
                  <a:pt x="1771426" y="568981"/>
                  <a:pt x="1773312" y="566467"/>
                </a:cubicBezTo>
                <a:cubicBezTo>
                  <a:pt x="1775198" y="563952"/>
                  <a:pt x="1781485" y="558922"/>
                  <a:pt x="1782743" y="557036"/>
                </a:cubicBezTo>
                <a:cubicBezTo>
                  <a:pt x="1784000" y="555150"/>
                  <a:pt x="1790287" y="541318"/>
                  <a:pt x="1792174" y="538175"/>
                </a:cubicBezTo>
                <a:cubicBezTo>
                  <a:pt x="1794060" y="535031"/>
                  <a:pt x="1808520" y="513026"/>
                  <a:pt x="1811035" y="509883"/>
                </a:cubicBezTo>
                <a:cubicBezTo>
                  <a:pt x="1813550" y="506739"/>
                  <a:pt x="1828639" y="492907"/>
                  <a:pt x="1829896" y="491021"/>
                </a:cubicBezTo>
                <a:cubicBezTo>
                  <a:pt x="1831154" y="489135"/>
                  <a:pt x="1828010" y="482847"/>
                  <a:pt x="1829896" y="481590"/>
                </a:cubicBezTo>
                <a:cubicBezTo>
                  <a:pt x="1831782" y="480333"/>
                  <a:pt x="1856302" y="474675"/>
                  <a:pt x="1858188" y="472160"/>
                </a:cubicBezTo>
                <a:cubicBezTo>
                  <a:pt x="1860074" y="469645"/>
                  <a:pt x="1856931" y="446382"/>
                  <a:pt x="1858188" y="443868"/>
                </a:cubicBezTo>
                <a:cubicBezTo>
                  <a:pt x="1859446" y="441353"/>
                  <a:pt x="1875164" y="436323"/>
                  <a:pt x="1877050" y="434437"/>
                </a:cubicBezTo>
                <a:cubicBezTo>
                  <a:pt x="1878936" y="432551"/>
                  <a:pt x="1884594" y="417461"/>
                  <a:pt x="1886480" y="415576"/>
                </a:cubicBezTo>
                <a:cubicBezTo>
                  <a:pt x="1888366" y="413689"/>
                  <a:pt x="1902198" y="406145"/>
                  <a:pt x="1905342" y="406145"/>
                </a:cubicBezTo>
                <a:cubicBezTo>
                  <a:pt x="1908485" y="406145"/>
                  <a:pt x="1931119" y="413689"/>
                  <a:pt x="1933634" y="415576"/>
                </a:cubicBezTo>
                <a:cubicBezTo>
                  <a:pt x="1936149" y="417461"/>
                  <a:pt x="1942436" y="430665"/>
                  <a:pt x="1943065" y="434437"/>
                </a:cubicBezTo>
                <a:cubicBezTo>
                  <a:pt x="1943693" y="438210"/>
                  <a:pt x="1943693" y="467759"/>
                  <a:pt x="1943065" y="472160"/>
                </a:cubicBezTo>
                <a:cubicBezTo>
                  <a:pt x="1942436" y="476561"/>
                  <a:pt x="1934891" y="497308"/>
                  <a:pt x="1933634" y="500452"/>
                </a:cubicBezTo>
                <a:cubicBezTo>
                  <a:pt x="1932376" y="503595"/>
                  <a:pt x="1926089" y="516170"/>
                  <a:pt x="1924203" y="519313"/>
                </a:cubicBezTo>
                <a:cubicBezTo>
                  <a:pt x="1922317" y="522457"/>
                  <a:pt x="1907857" y="543204"/>
                  <a:pt x="1905342" y="547605"/>
                </a:cubicBezTo>
                <a:cubicBezTo>
                  <a:pt x="1902827" y="552006"/>
                  <a:pt x="1890252" y="578412"/>
                  <a:pt x="1886480" y="585328"/>
                </a:cubicBezTo>
                <a:cubicBezTo>
                  <a:pt x="1882708" y="592244"/>
                  <a:pt x="1854416" y="642541"/>
                  <a:pt x="1848758" y="651343"/>
                </a:cubicBezTo>
                <a:cubicBezTo>
                  <a:pt x="1843099" y="660145"/>
                  <a:pt x="1807262" y="710442"/>
                  <a:pt x="1801604" y="717358"/>
                </a:cubicBezTo>
                <a:cubicBezTo>
                  <a:pt x="1795946" y="724273"/>
                  <a:pt x="1768282" y="750051"/>
                  <a:pt x="1763881" y="755081"/>
                </a:cubicBezTo>
                <a:cubicBezTo>
                  <a:pt x="1759480" y="760110"/>
                  <a:pt x="1739990" y="788402"/>
                  <a:pt x="1735589" y="792803"/>
                </a:cubicBezTo>
                <a:cubicBezTo>
                  <a:pt x="1731188" y="797204"/>
                  <a:pt x="1701639" y="816694"/>
                  <a:pt x="1697866" y="821095"/>
                </a:cubicBezTo>
                <a:cubicBezTo>
                  <a:pt x="1694094" y="825496"/>
                  <a:pt x="1681520" y="854417"/>
                  <a:pt x="1679005" y="858818"/>
                </a:cubicBezTo>
                <a:cubicBezTo>
                  <a:pt x="1676490" y="863219"/>
                  <a:pt x="1663916" y="882709"/>
                  <a:pt x="1660144" y="887110"/>
                </a:cubicBezTo>
                <a:cubicBezTo>
                  <a:pt x="1656371" y="891511"/>
                  <a:pt x="1627451" y="919803"/>
                  <a:pt x="1622421" y="924833"/>
                </a:cubicBezTo>
                <a:cubicBezTo>
                  <a:pt x="1617391" y="929862"/>
                  <a:pt x="1589728" y="957526"/>
                  <a:pt x="1584698" y="962556"/>
                </a:cubicBezTo>
                <a:cubicBezTo>
                  <a:pt x="1579668" y="967585"/>
                  <a:pt x="1552634" y="995249"/>
                  <a:pt x="1546975" y="1000279"/>
                </a:cubicBezTo>
                <a:cubicBezTo>
                  <a:pt x="1541317" y="1005308"/>
                  <a:pt x="1506738" y="1033600"/>
                  <a:pt x="1499822" y="1038001"/>
                </a:cubicBezTo>
                <a:cubicBezTo>
                  <a:pt x="1492906" y="1042402"/>
                  <a:pt x="1448896" y="1063150"/>
                  <a:pt x="1443238" y="1066294"/>
                </a:cubicBezTo>
                <a:cubicBezTo>
                  <a:pt x="1437579" y="1069437"/>
                  <a:pt x="1419347" y="1082640"/>
                  <a:pt x="1414946" y="1085155"/>
                </a:cubicBezTo>
                <a:cubicBezTo>
                  <a:pt x="1410545" y="1087669"/>
                  <a:pt x="1382253" y="1101501"/>
                  <a:pt x="1377223" y="1104016"/>
                </a:cubicBezTo>
                <a:cubicBezTo>
                  <a:pt x="1372193" y="1106530"/>
                  <a:pt x="1344530" y="1120362"/>
                  <a:pt x="1339500" y="1122877"/>
                </a:cubicBezTo>
                <a:cubicBezTo>
                  <a:pt x="1334470" y="1125392"/>
                  <a:pt x="1306178" y="1139853"/>
                  <a:pt x="1301777" y="1141739"/>
                </a:cubicBezTo>
                <a:cubicBezTo>
                  <a:pt x="1297376" y="1143625"/>
                  <a:pt x="1278515" y="1149283"/>
                  <a:pt x="1273485" y="1151170"/>
                </a:cubicBezTo>
                <a:cubicBezTo>
                  <a:pt x="1268456" y="1153056"/>
                  <a:pt x="1231361" y="1168774"/>
                  <a:pt x="1226332" y="1170032"/>
                </a:cubicBezTo>
                <a:cubicBezTo>
                  <a:pt x="1221302" y="1171288"/>
                  <a:pt x="1201812" y="1169402"/>
                  <a:pt x="1198040" y="1170032"/>
                </a:cubicBezTo>
                <a:cubicBezTo>
                  <a:pt x="1194267" y="1170660"/>
                  <a:pt x="1183579" y="1178833"/>
                  <a:pt x="1169748" y="1179462"/>
                </a:cubicBezTo>
                <a:cubicBezTo>
                  <a:pt x="1155916" y="1180090"/>
                  <a:pt x="1004396" y="1180090"/>
                  <a:pt x="990564" y="1179462"/>
                </a:cubicBezTo>
                <a:cubicBezTo>
                  <a:pt x="976733" y="1178833"/>
                  <a:pt x="965416" y="1171288"/>
                  <a:pt x="962272" y="1170032"/>
                </a:cubicBezTo>
                <a:cubicBezTo>
                  <a:pt x="959129" y="1168774"/>
                  <a:pt x="945926" y="1161857"/>
                  <a:pt x="943411" y="1160600"/>
                </a:cubicBezTo>
                <a:cubicBezTo>
                  <a:pt x="940896" y="1159343"/>
                  <a:pt x="927064" y="1152427"/>
                  <a:pt x="924550" y="1151170"/>
                </a:cubicBezTo>
                <a:cubicBezTo>
                  <a:pt x="922035" y="1149912"/>
                  <a:pt x="907574" y="1142996"/>
                  <a:pt x="905688" y="1141739"/>
                </a:cubicBezTo>
                <a:cubicBezTo>
                  <a:pt x="903802" y="1140482"/>
                  <a:pt x="898144" y="1134194"/>
                  <a:pt x="896257" y="1132308"/>
                </a:cubicBezTo>
                <a:cubicBezTo>
                  <a:pt x="894371" y="1130422"/>
                  <a:pt x="879911" y="1116591"/>
                  <a:pt x="877396" y="1113447"/>
                </a:cubicBezTo>
                <a:cubicBezTo>
                  <a:pt x="874881" y="1110303"/>
                  <a:pt x="859792" y="1087669"/>
                  <a:pt x="858535" y="1085155"/>
                </a:cubicBezTo>
                <a:cubicBezTo>
                  <a:pt x="857277" y="1082640"/>
                  <a:pt x="859163" y="1076981"/>
                  <a:pt x="858535" y="1075724"/>
                </a:cubicBezTo>
                <a:cubicBezTo>
                  <a:pt x="857906" y="1074466"/>
                  <a:pt x="850990" y="1068808"/>
                  <a:pt x="849104" y="1066294"/>
                </a:cubicBezTo>
                <a:cubicBezTo>
                  <a:pt x="847218" y="1063779"/>
                  <a:pt x="831500" y="1043660"/>
                  <a:pt x="830243" y="1038001"/>
                </a:cubicBezTo>
                <a:cubicBezTo>
                  <a:pt x="828985" y="1032342"/>
                  <a:pt x="828985" y="987075"/>
                  <a:pt x="830243" y="981417"/>
                </a:cubicBezTo>
                <a:cubicBezTo>
                  <a:pt x="831500" y="975759"/>
                  <a:pt x="847847" y="956269"/>
                  <a:pt x="849104" y="953126"/>
                </a:cubicBezTo>
                <a:cubicBezTo>
                  <a:pt x="850361" y="949982"/>
                  <a:pt x="847218" y="937407"/>
                  <a:pt x="849104" y="934264"/>
                </a:cubicBezTo>
                <a:cubicBezTo>
                  <a:pt x="850990" y="931120"/>
                  <a:pt x="874253" y="909115"/>
                  <a:pt x="877396" y="905971"/>
                </a:cubicBezTo>
                <a:cubicBezTo>
                  <a:pt x="880540" y="902827"/>
                  <a:pt x="893114" y="889625"/>
                  <a:pt x="896257" y="887110"/>
                </a:cubicBezTo>
                <a:cubicBezTo>
                  <a:pt x="899401" y="884595"/>
                  <a:pt x="919520" y="870763"/>
                  <a:pt x="924550" y="868249"/>
                </a:cubicBezTo>
                <a:cubicBezTo>
                  <a:pt x="929579" y="865734"/>
                  <a:pt x="966673" y="851902"/>
                  <a:pt x="971703" y="849388"/>
                </a:cubicBezTo>
                <a:cubicBezTo>
                  <a:pt x="976733" y="846873"/>
                  <a:pt x="994965" y="833041"/>
                  <a:pt x="999995" y="830526"/>
                </a:cubicBezTo>
                <a:cubicBezTo>
                  <a:pt x="1005025" y="828011"/>
                  <a:pt x="1040861" y="812923"/>
                  <a:pt x="1047149" y="811665"/>
                </a:cubicBezTo>
                <a:cubicBezTo>
                  <a:pt x="1053436" y="810408"/>
                  <a:pt x="1088015" y="812923"/>
                  <a:pt x="1094302" y="811665"/>
                </a:cubicBezTo>
                <a:cubicBezTo>
                  <a:pt x="1100589" y="810408"/>
                  <a:pt x="1135797" y="794689"/>
                  <a:pt x="1141456" y="792803"/>
                </a:cubicBezTo>
                <a:cubicBezTo>
                  <a:pt x="1147114" y="790917"/>
                  <a:pt x="1174149" y="784630"/>
                  <a:pt x="1179178" y="783373"/>
                </a:cubicBezTo>
                <a:cubicBezTo>
                  <a:pt x="1184208" y="782115"/>
                  <a:pt x="1196782" y="774570"/>
                  <a:pt x="1216901" y="773942"/>
                </a:cubicBezTo>
                <a:cubicBezTo>
                  <a:pt x="1237020" y="773313"/>
                  <a:pt x="1462728" y="773313"/>
                  <a:pt x="1480961" y="773942"/>
                </a:cubicBezTo>
                <a:cubicBezTo>
                  <a:pt x="1499193" y="774570"/>
                  <a:pt x="1489134" y="782115"/>
                  <a:pt x="1490391" y="783373"/>
                </a:cubicBezTo>
                <a:cubicBezTo>
                  <a:pt x="1491649" y="784630"/>
                  <a:pt x="1499193" y="789660"/>
                  <a:pt x="1499822" y="792803"/>
                </a:cubicBezTo>
                <a:cubicBezTo>
                  <a:pt x="1500450" y="795947"/>
                  <a:pt x="1501079" y="826754"/>
                  <a:pt x="1499822" y="830526"/>
                </a:cubicBezTo>
                <a:cubicBezTo>
                  <a:pt x="1498564" y="834298"/>
                  <a:pt x="1484733" y="846244"/>
                  <a:pt x="1480961" y="849388"/>
                </a:cubicBezTo>
                <a:cubicBezTo>
                  <a:pt x="1477188" y="852531"/>
                  <a:pt x="1448268" y="874536"/>
                  <a:pt x="1443238" y="877680"/>
                </a:cubicBezTo>
                <a:cubicBezTo>
                  <a:pt x="1438208" y="880823"/>
                  <a:pt x="1408659" y="894026"/>
                  <a:pt x="1405515" y="896541"/>
                </a:cubicBezTo>
                <a:cubicBezTo>
                  <a:pt x="1402371" y="899056"/>
                  <a:pt x="1398599" y="912887"/>
                  <a:pt x="1396084" y="915402"/>
                </a:cubicBezTo>
                <a:cubicBezTo>
                  <a:pt x="1393569" y="917917"/>
                  <a:pt x="1371564" y="931749"/>
                  <a:pt x="1367792" y="934264"/>
                </a:cubicBezTo>
                <a:cubicBezTo>
                  <a:pt x="1364020" y="936778"/>
                  <a:pt x="1343272" y="950611"/>
                  <a:pt x="1339500" y="953126"/>
                </a:cubicBezTo>
                <a:cubicBezTo>
                  <a:pt x="1335728" y="955640"/>
                  <a:pt x="1314352" y="970100"/>
                  <a:pt x="1311208" y="971987"/>
                </a:cubicBezTo>
                <a:cubicBezTo>
                  <a:pt x="1308064" y="973873"/>
                  <a:pt x="1294862" y="979531"/>
                  <a:pt x="1292347" y="981417"/>
                </a:cubicBezTo>
                <a:cubicBezTo>
                  <a:pt x="1289832" y="983303"/>
                  <a:pt x="1276629" y="997764"/>
                  <a:pt x="1273485" y="1000279"/>
                </a:cubicBezTo>
                <a:cubicBezTo>
                  <a:pt x="1270342" y="1002793"/>
                  <a:pt x="1249594" y="1016625"/>
                  <a:pt x="1245193" y="1019140"/>
                </a:cubicBezTo>
                <a:cubicBezTo>
                  <a:pt x="1240792" y="1021655"/>
                  <a:pt x="1211243" y="1036115"/>
                  <a:pt x="1207471" y="1038001"/>
                </a:cubicBezTo>
                <a:cubicBezTo>
                  <a:pt x="1203698" y="1039887"/>
                  <a:pt x="1190495" y="1046803"/>
                  <a:pt x="1188609" y="1047432"/>
                </a:cubicBezTo>
                <a:cubicBezTo>
                  <a:pt x="1186723" y="1048060"/>
                  <a:pt x="1181064" y="1046803"/>
                  <a:pt x="1179178" y="1047432"/>
                </a:cubicBezTo>
                <a:cubicBezTo>
                  <a:pt x="1177292" y="1048060"/>
                  <a:pt x="1170376" y="1056234"/>
                  <a:pt x="1160317" y="1056863"/>
                </a:cubicBezTo>
                <a:cubicBezTo>
                  <a:pt x="1150258" y="1057492"/>
                  <a:pt x="1038975" y="1058120"/>
                  <a:pt x="1028287" y="1056863"/>
                </a:cubicBezTo>
                <a:cubicBezTo>
                  <a:pt x="1017599" y="1055606"/>
                  <a:pt x="1003139" y="1039258"/>
                  <a:pt x="999995" y="1038001"/>
                </a:cubicBezTo>
                <a:cubicBezTo>
                  <a:pt x="996851" y="1036744"/>
                  <a:pt x="981762" y="1037372"/>
                  <a:pt x="981134" y="1038001"/>
                </a:cubicBezTo>
                <a:cubicBezTo>
                  <a:pt x="980505" y="1038630"/>
                  <a:pt x="990564" y="1046175"/>
                  <a:pt x="990564" y="1047432"/>
                </a:cubicBezTo>
                <a:cubicBezTo>
                  <a:pt x="990564" y="1048689"/>
                  <a:pt x="981762" y="1056863"/>
                  <a:pt x="981134" y="1056863"/>
                </a:cubicBezTo>
                <a:cubicBezTo>
                  <a:pt x="980505" y="1056863"/>
                  <a:pt x="981762" y="1048689"/>
                  <a:pt x="981134" y="1047432"/>
                </a:cubicBezTo>
                <a:cubicBezTo>
                  <a:pt x="980505" y="1046175"/>
                  <a:pt x="972961" y="1039258"/>
                  <a:pt x="971703" y="1038001"/>
                </a:cubicBezTo>
                <a:cubicBezTo>
                  <a:pt x="970446" y="1036744"/>
                  <a:pt x="962901" y="1032971"/>
                  <a:pt x="962272" y="1028570"/>
                </a:cubicBezTo>
                <a:cubicBezTo>
                  <a:pt x="961644" y="1024168"/>
                  <a:pt x="961644" y="977644"/>
                  <a:pt x="962272" y="971987"/>
                </a:cubicBezTo>
                <a:cubicBezTo>
                  <a:pt x="962901" y="966328"/>
                  <a:pt x="969817" y="946838"/>
                  <a:pt x="971703" y="943694"/>
                </a:cubicBezTo>
                <a:cubicBezTo>
                  <a:pt x="973589" y="940550"/>
                  <a:pt x="988050" y="927348"/>
                  <a:pt x="990564" y="924833"/>
                </a:cubicBezTo>
                <a:cubicBezTo>
                  <a:pt x="993079" y="922318"/>
                  <a:pt x="1006911" y="907857"/>
                  <a:pt x="1009426" y="905971"/>
                </a:cubicBezTo>
                <a:cubicBezTo>
                  <a:pt x="1011941" y="904085"/>
                  <a:pt x="1025144" y="897798"/>
                  <a:pt x="1028287" y="896541"/>
                </a:cubicBezTo>
                <a:cubicBezTo>
                  <a:pt x="1031431" y="895284"/>
                  <a:pt x="1052178" y="888367"/>
                  <a:pt x="1056579" y="887110"/>
                </a:cubicBezTo>
                <a:cubicBezTo>
                  <a:pt x="1060980" y="885853"/>
                  <a:pt x="1090530" y="879566"/>
                  <a:pt x="1094302" y="877680"/>
                </a:cubicBezTo>
                <a:cubicBezTo>
                  <a:pt x="1098074" y="875793"/>
                  <a:pt x="1108134" y="860075"/>
                  <a:pt x="1113163" y="858818"/>
                </a:cubicBezTo>
                <a:cubicBezTo>
                  <a:pt x="1118193" y="857560"/>
                  <a:pt x="1162832" y="860075"/>
                  <a:pt x="1169748" y="858818"/>
                </a:cubicBezTo>
                <a:cubicBezTo>
                  <a:pt x="1176663" y="857560"/>
                  <a:pt x="1209356" y="842472"/>
                  <a:pt x="1216901" y="839957"/>
                </a:cubicBezTo>
                <a:cubicBezTo>
                  <a:pt x="1224446" y="837442"/>
                  <a:pt x="1275371" y="823610"/>
                  <a:pt x="1282916" y="821095"/>
                </a:cubicBezTo>
                <a:cubicBezTo>
                  <a:pt x="1290460" y="818580"/>
                  <a:pt x="1306178" y="802862"/>
                  <a:pt x="1330069" y="802234"/>
                </a:cubicBezTo>
                <a:cubicBezTo>
                  <a:pt x="1353960" y="801605"/>
                  <a:pt x="1620535" y="809779"/>
                  <a:pt x="1641282" y="811665"/>
                </a:cubicBezTo>
                <a:cubicBezTo>
                  <a:pt x="1662030" y="813551"/>
                  <a:pt x="1641911" y="828011"/>
                  <a:pt x="1641282" y="830526"/>
                </a:cubicBezTo>
                <a:cubicBezTo>
                  <a:pt x="1640654" y="833041"/>
                  <a:pt x="1633738" y="846873"/>
                  <a:pt x="1631852" y="849388"/>
                </a:cubicBezTo>
                <a:cubicBezTo>
                  <a:pt x="1629965" y="851902"/>
                  <a:pt x="1614876" y="866363"/>
                  <a:pt x="1612990" y="868249"/>
                </a:cubicBezTo>
                <a:cubicBezTo>
                  <a:pt x="1611104" y="870135"/>
                  <a:pt x="1605446" y="875793"/>
                  <a:pt x="1603559" y="877680"/>
                </a:cubicBezTo>
                <a:cubicBezTo>
                  <a:pt x="1601673" y="879566"/>
                  <a:pt x="1586584" y="894655"/>
                  <a:pt x="1584698" y="896541"/>
                </a:cubicBezTo>
                <a:cubicBezTo>
                  <a:pt x="1582812" y="898427"/>
                  <a:pt x="1579040" y="903456"/>
                  <a:pt x="1575268" y="905971"/>
                </a:cubicBezTo>
                <a:cubicBezTo>
                  <a:pt x="1571495" y="908486"/>
                  <a:pt x="1534401" y="931120"/>
                  <a:pt x="1528114" y="934264"/>
                </a:cubicBezTo>
                <a:cubicBezTo>
                  <a:pt x="1521827" y="937407"/>
                  <a:pt x="1487248" y="949982"/>
                  <a:pt x="1480961" y="953126"/>
                </a:cubicBezTo>
                <a:cubicBezTo>
                  <a:pt x="1474673" y="956269"/>
                  <a:pt x="1439465" y="978273"/>
                  <a:pt x="1433807" y="981417"/>
                </a:cubicBezTo>
                <a:cubicBezTo>
                  <a:pt x="1428148" y="984561"/>
                  <a:pt x="1402371" y="997135"/>
                  <a:pt x="1396084" y="1000279"/>
                </a:cubicBezTo>
                <a:cubicBezTo>
                  <a:pt x="1389797" y="1003422"/>
                  <a:pt x="1346416" y="1026055"/>
                  <a:pt x="1339500" y="1028570"/>
                </a:cubicBezTo>
                <a:cubicBezTo>
                  <a:pt x="1332584" y="1031084"/>
                  <a:pt x="1298634" y="1036744"/>
                  <a:pt x="1292347" y="1038001"/>
                </a:cubicBezTo>
                <a:cubicBezTo>
                  <a:pt x="1286059" y="1039258"/>
                  <a:pt x="1252109" y="1046175"/>
                  <a:pt x="1245193" y="1047432"/>
                </a:cubicBezTo>
                <a:cubicBezTo>
                  <a:pt x="1238277" y="1048689"/>
                  <a:pt x="1196154" y="1055606"/>
                  <a:pt x="1188609" y="1056863"/>
                </a:cubicBezTo>
                <a:cubicBezTo>
                  <a:pt x="1181064" y="1058120"/>
                  <a:pt x="1143970" y="1065665"/>
                  <a:pt x="1132025" y="1066294"/>
                </a:cubicBezTo>
                <a:cubicBezTo>
                  <a:pt x="1120079" y="1066922"/>
                  <a:pt x="1020114" y="1065036"/>
                  <a:pt x="1009426" y="1066294"/>
                </a:cubicBezTo>
                <a:cubicBezTo>
                  <a:pt x="998738" y="1067551"/>
                  <a:pt x="976104" y="1083268"/>
                  <a:pt x="971703" y="1085155"/>
                </a:cubicBezTo>
                <a:cubicBezTo>
                  <a:pt x="967302" y="1087041"/>
                  <a:pt x="947183" y="1094586"/>
                  <a:pt x="943411" y="1094586"/>
                </a:cubicBezTo>
                <a:cubicBezTo>
                  <a:pt x="939639" y="1094586"/>
                  <a:pt x="920148" y="1086412"/>
                  <a:pt x="915119" y="1085155"/>
                </a:cubicBezTo>
                <a:cubicBezTo>
                  <a:pt x="910089" y="1083897"/>
                  <a:pt x="873624" y="1077610"/>
                  <a:pt x="867965" y="1075724"/>
                </a:cubicBezTo>
                <a:cubicBezTo>
                  <a:pt x="862307" y="1073837"/>
                  <a:pt x="835272" y="1059378"/>
                  <a:pt x="830243" y="1056863"/>
                </a:cubicBezTo>
                <a:cubicBezTo>
                  <a:pt x="825213" y="1054348"/>
                  <a:pt x="798178" y="1040516"/>
                  <a:pt x="792520" y="1038001"/>
                </a:cubicBezTo>
                <a:cubicBezTo>
                  <a:pt x="786861" y="1035486"/>
                  <a:pt x="752282" y="1022912"/>
                  <a:pt x="745366" y="1019140"/>
                </a:cubicBezTo>
                <a:cubicBezTo>
                  <a:pt x="738451" y="1015368"/>
                  <a:pt x="696327" y="987076"/>
                  <a:pt x="688782" y="981417"/>
                </a:cubicBezTo>
                <a:cubicBezTo>
                  <a:pt x="681238" y="975759"/>
                  <a:pt x="637857" y="938665"/>
                  <a:pt x="632198" y="934264"/>
                </a:cubicBezTo>
                <a:cubicBezTo>
                  <a:pt x="626540" y="929862"/>
                  <a:pt x="608936" y="919174"/>
                  <a:pt x="603906" y="915402"/>
                </a:cubicBezTo>
                <a:cubicBezTo>
                  <a:pt x="598876" y="911630"/>
                  <a:pt x="561154" y="882081"/>
                  <a:pt x="556753" y="877680"/>
                </a:cubicBezTo>
                <a:cubicBezTo>
                  <a:pt x="552352" y="873278"/>
                  <a:pt x="539148" y="852531"/>
                  <a:pt x="537891" y="849388"/>
                </a:cubicBezTo>
                <a:cubicBezTo>
                  <a:pt x="536634" y="846244"/>
                  <a:pt x="538520" y="833041"/>
                  <a:pt x="537891" y="830526"/>
                </a:cubicBezTo>
                <a:cubicBezTo>
                  <a:pt x="537262" y="828011"/>
                  <a:pt x="529089" y="816066"/>
                  <a:pt x="528460" y="811665"/>
                </a:cubicBezTo>
                <a:cubicBezTo>
                  <a:pt x="527832" y="807264"/>
                  <a:pt x="527832" y="769541"/>
                  <a:pt x="528460" y="764512"/>
                </a:cubicBezTo>
                <a:cubicBezTo>
                  <a:pt x="529089" y="759482"/>
                  <a:pt x="536005" y="741249"/>
                  <a:pt x="537891" y="736219"/>
                </a:cubicBezTo>
                <a:cubicBezTo>
                  <a:pt x="539777" y="731189"/>
                  <a:pt x="554238" y="694724"/>
                  <a:pt x="556753" y="689066"/>
                </a:cubicBezTo>
                <a:cubicBezTo>
                  <a:pt x="559267" y="683407"/>
                  <a:pt x="573099" y="655116"/>
                  <a:pt x="575614" y="651343"/>
                </a:cubicBezTo>
                <a:cubicBezTo>
                  <a:pt x="578129" y="647571"/>
                  <a:pt x="591960" y="635625"/>
                  <a:pt x="594475" y="632481"/>
                </a:cubicBezTo>
                <a:cubicBezTo>
                  <a:pt x="596990" y="629337"/>
                  <a:pt x="610193" y="607962"/>
                  <a:pt x="613337" y="604190"/>
                </a:cubicBezTo>
                <a:cubicBezTo>
                  <a:pt x="616480" y="600417"/>
                  <a:pt x="638485" y="579041"/>
                  <a:pt x="641629" y="575897"/>
                </a:cubicBezTo>
                <a:cubicBezTo>
                  <a:pt x="644772" y="572754"/>
                  <a:pt x="657347" y="559551"/>
                  <a:pt x="660490" y="557036"/>
                </a:cubicBezTo>
                <a:cubicBezTo>
                  <a:pt x="663634" y="554521"/>
                  <a:pt x="683124" y="541318"/>
                  <a:pt x="688782" y="538175"/>
                </a:cubicBezTo>
                <a:cubicBezTo>
                  <a:pt x="694441" y="535031"/>
                  <a:pt x="737193" y="514283"/>
                  <a:pt x="745366" y="509883"/>
                </a:cubicBezTo>
                <a:cubicBezTo>
                  <a:pt x="753540" y="505481"/>
                  <a:pt x="803208" y="475932"/>
                  <a:pt x="811381" y="472160"/>
                </a:cubicBezTo>
                <a:cubicBezTo>
                  <a:pt x="819554" y="468387"/>
                  <a:pt x="829614" y="454556"/>
                  <a:pt x="867965" y="453299"/>
                </a:cubicBezTo>
                <a:cubicBezTo>
                  <a:pt x="906317" y="452041"/>
                  <a:pt x="1348302" y="453927"/>
                  <a:pt x="1386653" y="453299"/>
                </a:cubicBezTo>
                <a:cubicBezTo>
                  <a:pt x="1425005" y="452670"/>
                  <a:pt x="1432550" y="444496"/>
                  <a:pt x="1443238" y="443868"/>
                </a:cubicBezTo>
                <a:cubicBezTo>
                  <a:pt x="1453926" y="443239"/>
                  <a:pt x="1538802" y="443239"/>
                  <a:pt x="1546975" y="443868"/>
                </a:cubicBezTo>
                <a:cubicBezTo>
                  <a:pt x="1555149" y="444496"/>
                  <a:pt x="1565208" y="451412"/>
                  <a:pt x="1565837" y="453299"/>
                </a:cubicBezTo>
                <a:cubicBezTo>
                  <a:pt x="1566465" y="455184"/>
                  <a:pt x="1555777" y="469645"/>
                  <a:pt x="1556406" y="472160"/>
                </a:cubicBezTo>
                <a:cubicBezTo>
                  <a:pt x="1557035" y="474675"/>
                  <a:pt x="1572753" y="489135"/>
                  <a:pt x="1575268" y="491021"/>
                </a:cubicBezTo>
                <a:cubicBezTo>
                  <a:pt x="1577782" y="492907"/>
                  <a:pt x="1588470" y="499194"/>
                  <a:pt x="1594129" y="500452"/>
                </a:cubicBezTo>
                <a:cubicBezTo>
                  <a:pt x="1599787" y="501709"/>
                  <a:pt x="1658886" y="509254"/>
                  <a:pt x="1660144" y="509883"/>
                </a:cubicBezTo>
                <a:cubicBezTo>
                  <a:pt x="1661401" y="510511"/>
                  <a:pt x="1618020" y="509254"/>
                  <a:pt x="1612990" y="509883"/>
                </a:cubicBezTo>
                <a:cubicBezTo>
                  <a:pt x="1607960" y="510511"/>
                  <a:pt x="1588470" y="518056"/>
                  <a:pt x="1584698" y="519313"/>
                </a:cubicBezTo>
                <a:cubicBezTo>
                  <a:pt x="1580926" y="520571"/>
                  <a:pt x="1560178" y="527486"/>
                  <a:pt x="1556406" y="528744"/>
                </a:cubicBezTo>
                <a:cubicBezTo>
                  <a:pt x="1552634" y="530001"/>
                  <a:pt x="1531886" y="536917"/>
                  <a:pt x="1528114" y="538175"/>
                </a:cubicBezTo>
                <a:cubicBezTo>
                  <a:pt x="1524342" y="539432"/>
                  <a:pt x="1504223" y="546977"/>
                  <a:pt x="1499822" y="547605"/>
                </a:cubicBezTo>
                <a:cubicBezTo>
                  <a:pt x="1495421" y="548234"/>
                  <a:pt x="1467129" y="546977"/>
                  <a:pt x="1462099" y="547605"/>
                </a:cubicBezTo>
                <a:cubicBezTo>
                  <a:pt x="1457069" y="548234"/>
                  <a:pt x="1433807" y="556407"/>
                  <a:pt x="1424376" y="557036"/>
                </a:cubicBezTo>
                <a:cubicBezTo>
                  <a:pt x="1414946" y="557665"/>
                  <a:pt x="1333213" y="556407"/>
                  <a:pt x="1320639" y="557036"/>
                </a:cubicBezTo>
                <a:cubicBezTo>
                  <a:pt x="1308065" y="557665"/>
                  <a:pt x="1255881" y="565838"/>
                  <a:pt x="1235762" y="566467"/>
                </a:cubicBezTo>
                <a:cubicBezTo>
                  <a:pt x="1215644" y="567095"/>
                  <a:pt x="1038975" y="567724"/>
                  <a:pt x="1018856" y="566467"/>
                </a:cubicBezTo>
                <a:cubicBezTo>
                  <a:pt x="998738" y="565209"/>
                  <a:pt x="947183" y="550120"/>
                  <a:pt x="933980" y="547605"/>
                </a:cubicBezTo>
                <a:cubicBezTo>
                  <a:pt x="920777" y="545090"/>
                  <a:pt x="834015" y="530630"/>
                  <a:pt x="820812" y="528744"/>
                </a:cubicBezTo>
                <a:cubicBezTo>
                  <a:pt x="807609" y="526858"/>
                  <a:pt x="745366" y="519942"/>
                  <a:pt x="735936" y="519313"/>
                </a:cubicBezTo>
                <a:cubicBezTo>
                  <a:pt x="726505" y="518685"/>
                  <a:pt x="688153" y="519942"/>
                  <a:pt x="679352" y="519313"/>
                </a:cubicBezTo>
                <a:cubicBezTo>
                  <a:pt x="670550" y="518685"/>
                  <a:pt x="614594" y="510511"/>
                  <a:pt x="603906" y="509883"/>
                </a:cubicBezTo>
                <a:cubicBezTo>
                  <a:pt x="593218" y="509254"/>
                  <a:pt x="530347" y="511140"/>
                  <a:pt x="519030" y="509883"/>
                </a:cubicBezTo>
                <a:cubicBezTo>
                  <a:pt x="507713" y="508625"/>
                  <a:pt x="447985" y="494793"/>
                  <a:pt x="434154" y="491021"/>
                </a:cubicBezTo>
                <a:cubicBezTo>
                  <a:pt x="420322" y="487249"/>
                  <a:pt x="325386" y="457071"/>
                  <a:pt x="311554" y="453299"/>
                </a:cubicBezTo>
                <a:cubicBezTo>
                  <a:pt x="297723" y="449526"/>
                  <a:pt x="236109" y="437581"/>
                  <a:pt x="226678" y="434437"/>
                </a:cubicBezTo>
                <a:cubicBezTo>
                  <a:pt x="217248" y="431294"/>
                  <a:pt x="177010" y="409289"/>
                  <a:pt x="170094" y="406145"/>
                </a:cubicBezTo>
                <a:cubicBezTo>
                  <a:pt x="163178" y="403002"/>
                  <a:pt x="127970" y="389170"/>
                  <a:pt x="122941" y="387284"/>
                </a:cubicBezTo>
                <a:cubicBezTo>
                  <a:pt x="117911" y="385397"/>
                  <a:pt x="98421" y="379111"/>
                  <a:pt x="94649" y="377853"/>
                </a:cubicBezTo>
                <a:cubicBezTo>
                  <a:pt x="90876" y="376596"/>
                  <a:pt x="69500" y="369679"/>
                  <a:pt x="66357" y="368422"/>
                </a:cubicBezTo>
                <a:cubicBezTo>
                  <a:pt x="63213" y="367165"/>
                  <a:pt x="50010" y="360249"/>
                  <a:pt x="47495" y="358992"/>
                </a:cubicBezTo>
                <a:cubicBezTo>
                  <a:pt x="44980" y="357734"/>
                  <a:pt x="30520" y="350818"/>
                  <a:pt x="28634" y="349561"/>
                </a:cubicBezTo>
                <a:cubicBezTo>
                  <a:pt x="26748" y="348303"/>
                  <a:pt x="20460" y="340758"/>
                  <a:pt x="19203" y="340130"/>
                </a:cubicBezTo>
                <a:cubicBezTo>
                  <a:pt x="17946" y="339501"/>
                  <a:pt x="11030" y="340758"/>
                  <a:pt x="9772" y="340130"/>
                </a:cubicBezTo>
                <a:cubicBezTo>
                  <a:pt x="8515" y="339501"/>
                  <a:pt x="970" y="335100"/>
                  <a:pt x="342" y="330699"/>
                </a:cubicBezTo>
                <a:cubicBezTo>
                  <a:pt x="-286" y="326298"/>
                  <a:pt x="-915" y="278516"/>
                  <a:pt x="342" y="274115"/>
                </a:cubicBezTo>
                <a:cubicBezTo>
                  <a:pt x="1599" y="269714"/>
                  <a:pt x="17946" y="266570"/>
                  <a:pt x="19203" y="264684"/>
                </a:cubicBezTo>
                <a:cubicBezTo>
                  <a:pt x="20460" y="262798"/>
                  <a:pt x="17946" y="247709"/>
                  <a:pt x="19203" y="245823"/>
                </a:cubicBezTo>
                <a:cubicBezTo>
                  <a:pt x="20460" y="243937"/>
                  <a:pt x="35549" y="237650"/>
                  <a:pt x="38064" y="236393"/>
                </a:cubicBezTo>
                <a:cubicBezTo>
                  <a:pt x="40579" y="235135"/>
                  <a:pt x="53154" y="229476"/>
                  <a:pt x="56926" y="226962"/>
                </a:cubicBezTo>
                <a:cubicBezTo>
                  <a:pt x="60698" y="224447"/>
                  <a:pt x="89619" y="202442"/>
                  <a:pt x="94649" y="198670"/>
                </a:cubicBezTo>
                <a:cubicBezTo>
                  <a:pt x="99678" y="194897"/>
                  <a:pt x="127970" y="172264"/>
                  <a:pt x="132371" y="170378"/>
                </a:cubicBezTo>
                <a:cubicBezTo>
                  <a:pt x="136772" y="168492"/>
                  <a:pt x="158149" y="171006"/>
                  <a:pt x="160663" y="170378"/>
                </a:cubicBezTo>
                <a:cubicBezTo>
                  <a:pt x="163178" y="169749"/>
                  <a:pt x="167579" y="162204"/>
                  <a:pt x="170094" y="160947"/>
                </a:cubicBezTo>
                <a:cubicBezTo>
                  <a:pt x="172609" y="159689"/>
                  <a:pt x="194614" y="152773"/>
                  <a:pt x="198386" y="151516"/>
                </a:cubicBezTo>
                <a:cubicBezTo>
                  <a:pt x="202159" y="150259"/>
                  <a:pt x="222906" y="143343"/>
                  <a:pt x="226678" y="142086"/>
                </a:cubicBezTo>
                <a:cubicBezTo>
                  <a:pt x="230451" y="140828"/>
                  <a:pt x="249312" y="133283"/>
                  <a:pt x="254970" y="132655"/>
                </a:cubicBezTo>
                <a:cubicBezTo>
                  <a:pt x="260629" y="132026"/>
                  <a:pt x="304639" y="133283"/>
                  <a:pt x="311554" y="132655"/>
                </a:cubicBezTo>
                <a:cubicBezTo>
                  <a:pt x="318470" y="132026"/>
                  <a:pt x="350535" y="123224"/>
                  <a:pt x="358708" y="123224"/>
                </a:cubicBezTo>
                <a:cubicBezTo>
                  <a:pt x="366881" y="123224"/>
                  <a:pt x="429753" y="132026"/>
                  <a:pt x="434154" y="132655"/>
                </a:cubicBezTo>
                <a:cubicBezTo>
                  <a:pt x="438555" y="133283"/>
                  <a:pt x="425980" y="133283"/>
                  <a:pt x="424723" y="132655"/>
                </a:cubicBezTo>
                <a:cubicBezTo>
                  <a:pt x="423465" y="132026"/>
                  <a:pt x="414663" y="123853"/>
                  <a:pt x="415292" y="123224"/>
                </a:cubicBezTo>
                <a:cubicBezTo>
                  <a:pt x="415921" y="122595"/>
                  <a:pt x="431010" y="123853"/>
                  <a:pt x="434154" y="123224"/>
                </a:cubicBezTo>
                <a:cubicBezTo>
                  <a:pt x="437297" y="122595"/>
                  <a:pt x="459302" y="115679"/>
                  <a:pt x="462446" y="113793"/>
                </a:cubicBezTo>
                <a:cubicBezTo>
                  <a:pt x="465589" y="111907"/>
                  <a:pt x="479421" y="96818"/>
                  <a:pt x="481307" y="94932"/>
                </a:cubicBezTo>
                <a:cubicBezTo>
                  <a:pt x="483193" y="93046"/>
                  <a:pt x="480050" y="86130"/>
                  <a:pt x="490738" y="85502"/>
                </a:cubicBezTo>
                <a:cubicBezTo>
                  <a:pt x="501426" y="84873"/>
                  <a:pt x="630941" y="84873"/>
                  <a:pt x="641629" y="85502"/>
                </a:cubicBezTo>
                <a:cubicBezTo>
                  <a:pt x="652317" y="86130"/>
                  <a:pt x="649802" y="93675"/>
                  <a:pt x="651059" y="94932"/>
                </a:cubicBezTo>
                <a:cubicBezTo>
                  <a:pt x="652317" y="96189"/>
                  <a:pt x="652317" y="103734"/>
                  <a:pt x="660490" y="104363"/>
                </a:cubicBezTo>
                <a:cubicBezTo>
                  <a:pt x="668663" y="104991"/>
                  <a:pt x="761713" y="103734"/>
                  <a:pt x="773659" y="104363"/>
                </a:cubicBezTo>
                <a:cubicBezTo>
                  <a:pt x="785604" y="104991"/>
                  <a:pt x="833386" y="112536"/>
                  <a:pt x="839673" y="113793"/>
                </a:cubicBezTo>
                <a:cubicBezTo>
                  <a:pt x="845960" y="115051"/>
                  <a:pt x="864193" y="122595"/>
                  <a:pt x="867965" y="123224"/>
                </a:cubicBezTo>
                <a:cubicBezTo>
                  <a:pt x="871738" y="123853"/>
                  <a:pt x="891856" y="122595"/>
                  <a:pt x="896257" y="123224"/>
                </a:cubicBezTo>
                <a:cubicBezTo>
                  <a:pt x="900658" y="123853"/>
                  <a:pt x="898143" y="132026"/>
                  <a:pt x="933980" y="132655"/>
                </a:cubicBezTo>
                <a:cubicBezTo>
                  <a:pt x="969817" y="133283"/>
                  <a:pt x="1396084" y="133283"/>
                  <a:pt x="1433807" y="132655"/>
                </a:cubicBezTo>
                <a:cubicBezTo>
                  <a:pt x="1471530" y="132026"/>
                  <a:pt x="1491649" y="124481"/>
                  <a:pt x="1499822" y="123224"/>
                </a:cubicBezTo>
                <a:cubicBezTo>
                  <a:pt x="1507995" y="121967"/>
                  <a:pt x="1547604" y="115051"/>
                  <a:pt x="1556406" y="113793"/>
                </a:cubicBezTo>
                <a:cubicBezTo>
                  <a:pt x="1565208" y="112536"/>
                  <a:pt x="1623678" y="104991"/>
                  <a:pt x="1631852" y="104363"/>
                </a:cubicBezTo>
                <a:cubicBezTo>
                  <a:pt x="1640025" y="103734"/>
                  <a:pt x="1672089" y="104991"/>
                  <a:pt x="1679005" y="104363"/>
                </a:cubicBezTo>
                <a:cubicBezTo>
                  <a:pt x="1685921" y="103734"/>
                  <a:pt x="1727416" y="95560"/>
                  <a:pt x="1735589" y="94932"/>
                </a:cubicBezTo>
                <a:cubicBezTo>
                  <a:pt x="1743762" y="94303"/>
                  <a:pt x="1794059" y="95560"/>
                  <a:pt x="1801604" y="94932"/>
                </a:cubicBezTo>
                <a:cubicBezTo>
                  <a:pt x="1809148" y="94303"/>
                  <a:pt x="1841213" y="87388"/>
                  <a:pt x="1848758" y="85502"/>
                </a:cubicBezTo>
                <a:cubicBezTo>
                  <a:pt x="1856302" y="83616"/>
                  <a:pt x="1904713" y="67897"/>
                  <a:pt x="1914772" y="66640"/>
                </a:cubicBezTo>
                <a:cubicBezTo>
                  <a:pt x="1924832" y="65382"/>
                  <a:pt x="1990218" y="67897"/>
                  <a:pt x="1999649" y="66640"/>
                </a:cubicBezTo>
                <a:cubicBezTo>
                  <a:pt x="2009079" y="65382"/>
                  <a:pt x="2049317" y="49036"/>
                  <a:pt x="2056233" y="47779"/>
                </a:cubicBezTo>
                <a:cubicBezTo>
                  <a:pt x="2063149" y="46521"/>
                  <a:pt x="2097728" y="48407"/>
                  <a:pt x="2103386" y="47779"/>
                </a:cubicBezTo>
                <a:cubicBezTo>
                  <a:pt x="2109045" y="47150"/>
                  <a:pt x="2136708" y="39605"/>
                  <a:pt x="2141109" y="38348"/>
                </a:cubicBezTo>
                <a:cubicBezTo>
                  <a:pt x="2145510" y="37091"/>
                  <a:pt x="2164371" y="29546"/>
                  <a:pt x="2169401" y="28917"/>
                </a:cubicBezTo>
                <a:cubicBezTo>
                  <a:pt x="2174431" y="28289"/>
                  <a:pt x="2210896" y="29546"/>
                  <a:pt x="2216555" y="28917"/>
                </a:cubicBezTo>
                <a:cubicBezTo>
                  <a:pt x="2222213" y="28289"/>
                  <a:pt x="2251134" y="20744"/>
                  <a:pt x="2254277" y="19487"/>
                </a:cubicBezTo>
                <a:cubicBezTo>
                  <a:pt x="2257421" y="18229"/>
                  <a:pt x="2262451" y="10056"/>
                  <a:pt x="2263708" y="10056"/>
                </a:cubicBezTo>
                <a:cubicBezTo>
                  <a:pt x="2264965" y="10056"/>
                  <a:pt x="2271882" y="18229"/>
                  <a:pt x="2273139" y="19487"/>
                </a:cubicBezTo>
                <a:cubicBezTo>
                  <a:pt x="2274396" y="20744"/>
                  <a:pt x="2281312" y="28917"/>
                  <a:pt x="2282570" y="28917"/>
                </a:cubicBezTo>
                <a:cubicBezTo>
                  <a:pt x="2283827" y="28917"/>
                  <a:pt x="2290743" y="20744"/>
                  <a:pt x="2292000" y="19487"/>
                </a:cubicBezTo>
                <a:cubicBezTo>
                  <a:pt x="2293258" y="18229"/>
                  <a:pt x="2301431" y="10684"/>
                  <a:pt x="2301431" y="10056"/>
                </a:cubicBezTo>
                <a:cubicBezTo>
                  <a:pt x="2301431" y="9427"/>
                  <a:pt x="2293258" y="9427"/>
                  <a:pt x="2292000" y="10056"/>
                </a:cubicBezTo>
                <a:cubicBezTo>
                  <a:pt x="2290743" y="10684"/>
                  <a:pt x="2283198" y="18229"/>
                  <a:pt x="2282570" y="19487"/>
                </a:cubicBezTo>
                <a:cubicBezTo>
                  <a:pt x="2281941" y="20744"/>
                  <a:pt x="2283198" y="27660"/>
                  <a:pt x="2282570" y="28917"/>
                </a:cubicBezTo>
                <a:cubicBezTo>
                  <a:pt x="2281941" y="30175"/>
                  <a:pt x="2273768" y="36462"/>
                  <a:pt x="2273139" y="38348"/>
                </a:cubicBezTo>
                <a:cubicBezTo>
                  <a:pt x="2272510" y="40234"/>
                  <a:pt x="2273768" y="55323"/>
                  <a:pt x="2273139" y="57209"/>
                </a:cubicBezTo>
                <a:cubicBezTo>
                  <a:pt x="2272510" y="59095"/>
                  <a:pt x="2264965" y="65382"/>
                  <a:pt x="2263708" y="66640"/>
                </a:cubicBezTo>
                <a:cubicBezTo>
                  <a:pt x="2262451" y="67897"/>
                  <a:pt x="2255535" y="74813"/>
                  <a:pt x="2254277" y="76071"/>
                </a:cubicBezTo>
                <a:cubicBezTo>
                  <a:pt x="2253020" y="77328"/>
                  <a:pt x="2246104" y="82987"/>
                  <a:pt x="2244847" y="85502"/>
                </a:cubicBezTo>
                <a:cubicBezTo>
                  <a:pt x="2243589" y="88016"/>
                  <a:pt x="2236673" y="111278"/>
                  <a:pt x="2235416" y="113793"/>
                </a:cubicBezTo>
                <a:cubicBezTo>
                  <a:pt x="2234159" y="116308"/>
                  <a:pt x="2227243" y="121338"/>
                  <a:pt x="2225986" y="123224"/>
                </a:cubicBezTo>
                <a:cubicBezTo>
                  <a:pt x="2224728" y="125110"/>
                  <a:pt x="2217812" y="140199"/>
                  <a:pt x="2216555" y="142086"/>
                </a:cubicBezTo>
                <a:cubicBezTo>
                  <a:pt x="2215297" y="143971"/>
                  <a:pt x="2207753" y="149001"/>
                  <a:pt x="2207124" y="151516"/>
                </a:cubicBezTo>
                <a:cubicBezTo>
                  <a:pt x="2206495" y="154031"/>
                  <a:pt x="2207753" y="176665"/>
                  <a:pt x="2207124" y="179808"/>
                </a:cubicBezTo>
                <a:cubicBezTo>
                  <a:pt x="2206495" y="182952"/>
                  <a:pt x="2198951" y="196155"/>
                  <a:pt x="2197693" y="198670"/>
                </a:cubicBezTo>
                <a:cubicBezTo>
                  <a:pt x="2196436" y="201184"/>
                  <a:pt x="2189520" y="215645"/>
                  <a:pt x="2188263" y="217531"/>
                </a:cubicBezTo>
                <a:cubicBezTo>
                  <a:pt x="2187005" y="219417"/>
                  <a:pt x="2180089" y="225076"/>
                  <a:pt x="2178832" y="226962"/>
                </a:cubicBezTo>
                <a:cubicBezTo>
                  <a:pt x="2177575" y="228848"/>
                  <a:pt x="2170030" y="242680"/>
                  <a:pt x="2169401" y="245823"/>
                </a:cubicBezTo>
                <a:cubicBezTo>
                  <a:pt x="2168772" y="248967"/>
                  <a:pt x="2170030" y="271600"/>
                  <a:pt x="2169401" y="274115"/>
                </a:cubicBezTo>
                <a:cubicBezTo>
                  <a:pt x="2168772" y="276630"/>
                  <a:pt x="2160599" y="282288"/>
                  <a:pt x="2159971" y="283546"/>
                </a:cubicBezTo>
                <a:cubicBezTo>
                  <a:pt x="2159342" y="284803"/>
                  <a:pt x="2160599" y="291719"/>
                  <a:pt x="2159971" y="292977"/>
                </a:cubicBezTo>
                <a:cubicBezTo>
                  <a:pt x="2159342" y="294234"/>
                  <a:pt x="2151168" y="301150"/>
                  <a:pt x="2150540" y="302407"/>
                </a:cubicBezTo>
                <a:cubicBezTo>
                  <a:pt x="2149911" y="303665"/>
                  <a:pt x="2151168" y="310581"/>
                  <a:pt x="2150540" y="311838"/>
                </a:cubicBezTo>
                <a:cubicBezTo>
                  <a:pt x="2149911" y="313095"/>
                  <a:pt x="2142367" y="320011"/>
                  <a:pt x="2141109" y="321269"/>
                </a:cubicBezTo>
                <a:cubicBezTo>
                  <a:pt x="2139852" y="322526"/>
                  <a:pt x="2131679" y="328813"/>
                  <a:pt x="2131679" y="330699"/>
                </a:cubicBezTo>
                <a:cubicBezTo>
                  <a:pt x="2131679" y="332585"/>
                  <a:pt x="2140481" y="347674"/>
                  <a:pt x="2141109" y="349561"/>
                </a:cubicBezTo>
                <a:cubicBezTo>
                  <a:pt x="2141738" y="351447"/>
                  <a:pt x="2142367" y="357734"/>
                  <a:pt x="2141109" y="358992"/>
                </a:cubicBezTo>
                <a:cubicBezTo>
                  <a:pt x="2139852" y="360249"/>
                  <a:pt x="2124134" y="366536"/>
                  <a:pt x="2122248" y="368422"/>
                </a:cubicBezTo>
                <a:cubicBezTo>
                  <a:pt x="2120362" y="370308"/>
                  <a:pt x="2113446" y="384769"/>
                  <a:pt x="2112817" y="387284"/>
                </a:cubicBezTo>
                <a:cubicBezTo>
                  <a:pt x="2112188" y="389798"/>
                  <a:pt x="2113446" y="404259"/>
                  <a:pt x="2112817" y="406145"/>
                </a:cubicBezTo>
                <a:cubicBezTo>
                  <a:pt x="2112188" y="408031"/>
                  <a:pt x="2104644" y="414318"/>
                  <a:pt x="2103386" y="415576"/>
                </a:cubicBezTo>
                <a:cubicBezTo>
                  <a:pt x="2102129" y="416833"/>
                  <a:pt x="2095213" y="423120"/>
                  <a:pt x="2093956" y="425006"/>
                </a:cubicBezTo>
                <a:cubicBezTo>
                  <a:pt x="2092698" y="426892"/>
                  <a:pt x="2085153" y="441981"/>
                  <a:pt x="2084525" y="443868"/>
                </a:cubicBezTo>
                <a:cubicBezTo>
                  <a:pt x="2083896" y="445754"/>
                  <a:pt x="2085153" y="451412"/>
                  <a:pt x="2084525" y="453299"/>
                </a:cubicBezTo>
                <a:cubicBezTo>
                  <a:pt x="2083896" y="455184"/>
                  <a:pt x="2075723" y="469645"/>
                  <a:pt x="2075094" y="472160"/>
                </a:cubicBezTo>
                <a:cubicBezTo>
                  <a:pt x="2074465" y="474675"/>
                  <a:pt x="2075723" y="489135"/>
                  <a:pt x="2075094" y="491021"/>
                </a:cubicBezTo>
                <a:cubicBezTo>
                  <a:pt x="2074465" y="492907"/>
                  <a:pt x="2066292" y="498566"/>
                  <a:pt x="2065664" y="500452"/>
                </a:cubicBezTo>
                <a:cubicBezTo>
                  <a:pt x="2065035" y="502338"/>
                  <a:pt x="2066292" y="517427"/>
                  <a:pt x="2065664" y="519313"/>
                </a:cubicBezTo>
                <a:cubicBezTo>
                  <a:pt x="2065035" y="521199"/>
                  <a:pt x="2056862" y="527486"/>
                  <a:pt x="2056233" y="528744"/>
                </a:cubicBezTo>
                <a:cubicBezTo>
                  <a:pt x="2055604" y="530001"/>
                  <a:pt x="2056862" y="536289"/>
                  <a:pt x="2056233" y="538175"/>
                </a:cubicBezTo>
                <a:cubicBezTo>
                  <a:pt x="2055604" y="540061"/>
                  <a:pt x="2048688" y="551377"/>
                  <a:pt x="2046802" y="557036"/>
                </a:cubicBezTo>
                <a:cubicBezTo>
                  <a:pt x="2044916" y="562694"/>
                  <a:pt x="2029827" y="617393"/>
                  <a:pt x="2027941" y="623051"/>
                </a:cubicBezTo>
                <a:cubicBezTo>
                  <a:pt x="2026055" y="628710"/>
                  <a:pt x="2019138" y="640026"/>
                  <a:pt x="2018510" y="641912"/>
                </a:cubicBezTo>
                <a:cubicBezTo>
                  <a:pt x="2017881" y="643798"/>
                  <a:pt x="2019138" y="648828"/>
                  <a:pt x="2018510" y="651343"/>
                </a:cubicBezTo>
                <a:cubicBezTo>
                  <a:pt x="2017881" y="653858"/>
                  <a:pt x="2009708" y="662660"/>
                  <a:pt x="2009079" y="679635"/>
                </a:cubicBezTo>
                <a:cubicBezTo>
                  <a:pt x="2008451" y="696610"/>
                  <a:pt x="2008451" y="888367"/>
                  <a:pt x="2009079" y="905971"/>
                </a:cubicBezTo>
                <a:cubicBezTo>
                  <a:pt x="2009708" y="923575"/>
                  <a:pt x="2017881" y="937407"/>
                  <a:pt x="2018510" y="943694"/>
                </a:cubicBezTo>
                <a:cubicBezTo>
                  <a:pt x="2019138" y="949981"/>
                  <a:pt x="2017881" y="995249"/>
                  <a:pt x="2018510" y="1000279"/>
                </a:cubicBezTo>
                <a:cubicBezTo>
                  <a:pt x="2019138" y="1005308"/>
                  <a:pt x="2027312" y="1012224"/>
                  <a:pt x="2027941" y="1019140"/>
                </a:cubicBezTo>
                <a:cubicBezTo>
                  <a:pt x="2028569" y="1026055"/>
                  <a:pt x="2029198" y="1097728"/>
                  <a:pt x="2027941" y="1104016"/>
                </a:cubicBezTo>
                <a:cubicBezTo>
                  <a:pt x="2026683" y="1110303"/>
                  <a:pt x="2010337" y="1112190"/>
                  <a:pt x="2009079" y="1113447"/>
                </a:cubicBezTo>
                <a:cubicBezTo>
                  <a:pt x="2007822" y="1114704"/>
                  <a:pt x="2010337" y="1121620"/>
                  <a:pt x="2009079" y="1122877"/>
                </a:cubicBezTo>
                <a:cubicBezTo>
                  <a:pt x="2007822" y="1124134"/>
                  <a:pt x="1992104" y="1131051"/>
                  <a:pt x="1990218" y="1132308"/>
                </a:cubicBezTo>
                <a:cubicBezTo>
                  <a:pt x="1988332" y="1133565"/>
                  <a:pt x="1982673" y="1140482"/>
                  <a:pt x="1980787" y="1141739"/>
                </a:cubicBezTo>
                <a:cubicBezTo>
                  <a:pt x="1978901" y="1142996"/>
                  <a:pt x="1964441" y="1149912"/>
                  <a:pt x="1961926" y="1151170"/>
                </a:cubicBezTo>
                <a:cubicBezTo>
                  <a:pt x="1959411" y="1152427"/>
                  <a:pt x="1946837" y="1159343"/>
                  <a:pt x="1943065" y="1160600"/>
                </a:cubicBezTo>
                <a:cubicBezTo>
                  <a:pt x="1939292" y="1161857"/>
                  <a:pt x="1908485" y="1169402"/>
                  <a:pt x="1905342" y="1170032"/>
                </a:cubicBezTo>
                <a:cubicBezTo>
                  <a:pt x="1902198" y="1170660"/>
                  <a:pt x="1899055" y="1168774"/>
                  <a:pt x="1895911" y="1170032"/>
                </a:cubicBezTo>
                <a:cubicBezTo>
                  <a:pt x="1892767" y="1171288"/>
                  <a:pt x="1861961" y="1187006"/>
                  <a:pt x="1858188" y="1188893"/>
                </a:cubicBezTo>
                <a:cubicBezTo>
                  <a:pt x="1854416" y="1190779"/>
                  <a:pt x="1843728" y="1197066"/>
                  <a:pt x="1839327" y="1198323"/>
                </a:cubicBezTo>
                <a:cubicBezTo>
                  <a:pt x="1834926" y="1199580"/>
                  <a:pt x="1797203" y="1207125"/>
                  <a:pt x="1792174" y="1207754"/>
                </a:cubicBezTo>
                <a:cubicBezTo>
                  <a:pt x="1787144" y="1208382"/>
                  <a:pt x="1767654" y="1206496"/>
                  <a:pt x="1763881" y="1207754"/>
                </a:cubicBezTo>
                <a:cubicBezTo>
                  <a:pt x="1760109" y="1209011"/>
                  <a:pt x="1738104" y="1225358"/>
                  <a:pt x="1735589" y="1226615"/>
                </a:cubicBezTo>
                <a:cubicBezTo>
                  <a:pt x="1733074" y="1227872"/>
                  <a:pt x="1728673" y="1225986"/>
                  <a:pt x="1726159" y="1226615"/>
                </a:cubicBezTo>
                <a:cubicBezTo>
                  <a:pt x="1723644" y="1227244"/>
                  <a:pt x="1701010" y="1235417"/>
                  <a:pt x="1697866" y="1236046"/>
                </a:cubicBezTo>
                <a:cubicBezTo>
                  <a:pt x="1694723" y="1236675"/>
                  <a:pt x="1681520" y="1235417"/>
                  <a:pt x="1679005" y="1236046"/>
                </a:cubicBezTo>
                <a:cubicBezTo>
                  <a:pt x="1676490" y="1236675"/>
                  <a:pt x="1662659" y="1244847"/>
                  <a:pt x="1660144" y="1245476"/>
                </a:cubicBezTo>
                <a:cubicBezTo>
                  <a:pt x="1657629" y="1246104"/>
                  <a:pt x="1643797" y="1244847"/>
                  <a:pt x="1641282" y="1245476"/>
                </a:cubicBezTo>
                <a:cubicBezTo>
                  <a:pt x="1638767" y="1246104"/>
                  <a:pt x="1625565" y="1253650"/>
                  <a:pt x="1622421" y="1254907"/>
                </a:cubicBezTo>
                <a:cubicBezTo>
                  <a:pt x="1619277" y="1256164"/>
                  <a:pt x="1597901" y="1263081"/>
                  <a:pt x="1594129" y="1264338"/>
                </a:cubicBezTo>
                <a:cubicBezTo>
                  <a:pt x="1590357" y="1265595"/>
                  <a:pt x="1569609" y="1272511"/>
                  <a:pt x="1565837" y="1273769"/>
                </a:cubicBezTo>
                <a:cubicBezTo>
                  <a:pt x="1562064" y="1275026"/>
                  <a:pt x="1540688" y="1282571"/>
                  <a:pt x="1537545" y="1283200"/>
                </a:cubicBezTo>
                <a:cubicBezTo>
                  <a:pt x="1534401" y="1283828"/>
                  <a:pt x="1521827" y="1282571"/>
                  <a:pt x="1518683" y="1283200"/>
                </a:cubicBezTo>
                <a:cubicBezTo>
                  <a:pt x="1515540" y="1283828"/>
                  <a:pt x="1493535" y="1292001"/>
                  <a:pt x="1490391" y="1292630"/>
                </a:cubicBezTo>
                <a:cubicBezTo>
                  <a:pt x="1487248" y="1293258"/>
                  <a:pt x="1474045" y="1292001"/>
                  <a:pt x="1471530" y="1292630"/>
                </a:cubicBezTo>
                <a:cubicBezTo>
                  <a:pt x="1469015" y="1293258"/>
                  <a:pt x="1458955" y="1301432"/>
                  <a:pt x="1452668" y="1302061"/>
                </a:cubicBezTo>
                <a:cubicBezTo>
                  <a:pt x="1446381" y="1302689"/>
                  <a:pt x="1386654" y="1301432"/>
                  <a:pt x="1377223" y="1302061"/>
                </a:cubicBezTo>
                <a:cubicBezTo>
                  <a:pt x="1367792" y="1302689"/>
                  <a:pt x="1332584" y="1310862"/>
                  <a:pt x="1311208" y="1311492"/>
                </a:cubicBezTo>
                <a:cubicBezTo>
                  <a:pt x="1289832" y="1312120"/>
                  <a:pt x="1077327" y="1310862"/>
                  <a:pt x="1056579" y="1311492"/>
                </a:cubicBezTo>
                <a:cubicBezTo>
                  <a:pt x="1035832" y="1312120"/>
                  <a:pt x="1008797" y="1320293"/>
                  <a:pt x="999995" y="1320922"/>
                </a:cubicBezTo>
                <a:cubicBezTo>
                  <a:pt x="991193" y="1321550"/>
                  <a:pt x="932723" y="1321550"/>
                  <a:pt x="924550" y="1320922"/>
                </a:cubicBezTo>
                <a:cubicBezTo>
                  <a:pt x="916376" y="1320293"/>
                  <a:pt x="882426" y="1312120"/>
                  <a:pt x="877396" y="1311492"/>
                </a:cubicBezTo>
                <a:cubicBezTo>
                  <a:pt x="872366" y="1310862"/>
                  <a:pt x="853505" y="1312120"/>
                  <a:pt x="849104" y="1311492"/>
                </a:cubicBezTo>
                <a:cubicBezTo>
                  <a:pt x="844703" y="1310862"/>
                  <a:pt x="815782" y="1303318"/>
                  <a:pt x="811381" y="1302061"/>
                </a:cubicBezTo>
                <a:cubicBezTo>
                  <a:pt x="806980" y="1300803"/>
                  <a:pt x="787490" y="1293258"/>
                  <a:pt x="783089" y="1292630"/>
                </a:cubicBezTo>
                <a:cubicBezTo>
                  <a:pt x="778688" y="1292001"/>
                  <a:pt x="748510" y="1293258"/>
                  <a:pt x="745366" y="1292630"/>
                </a:cubicBezTo>
                <a:cubicBezTo>
                  <a:pt x="742223" y="1292001"/>
                  <a:pt x="740337" y="1283828"/>
                  <a:pt x="735936" y="1283200"/>
                </a:cubicBezTo>
                <a:cubicBezTo>
                  <a:pt x="731535" y="1282571"/>
                  <a:pt x="685010" y="1283828"/>
                  <a:pt x="679352" y="1283200"/>
                </a:cubicBezTo>
                <a:cubicBezTo>
                  <a:pt x="673693" y="1282571"/>
                  <a:pt x="656089" y="1274397"/>
                  <a:pt x="651059" y="1273769"/>
                </a:cubicBezTo>
                <a:cubicBezTo>
                  <a:pt x="646030" y="1273140"/>
                  <a:pt x="607678" y="1274397"/>
                  <a:pt x="603906" y="1273769"/>
                </a:cubicBezTo>
                <a:cubicBezTo>
                  <a:pt x="600134" y="1273140"/>
                  <a:pt x="596361" y="1264966"/>
                  <a:pt x="594475" y="1264338"/>
                </a:cubicBezTo>
                <a:cubicBezTo>
                  <a:pt x="592589" y="1263709"/>
                  <a:pt x="577500" y="1264966"/>
                  <a:pt x="575614" y="1264338"/>
                </a:cubicBezTo>
                <a:cubicBezTo>
                  <a:pt x="573728" y="1263709"/>
                  <a:pt x="567441" y="1255536"/>
                  <a:pt x="566183" y="1254907"/>
                </a:cubicBezTo>
                <a:cubicBezTo>
                  <a:pt x="564926" y="1254278"/>
                  <a:pt x="558639" y="1255536"/>
                  <a:pt x="556753" y="1254907"/>
                </a:cubicBezTo>
                <a:cubicBezTo>
                  <a:pt x="554866" y="1254278"/>
                  <a:pt x="539777" y="1246104"/>
                  <a:pt x="537891" y="1245476"/>
                </a:cubicBezTo>
                <a:cubicBezTo>
                  <a:pt x="536005" y="1244847"/>
                  <a:pt x="529718" y="1246104"/>
                  <a:pt x="528460" y="1245476"/>
                </a:cubicBezTo>
                <a:cubicBezTo>
                  <a:pt x="527203" y="1244847"/>
                  <a:pt x="519658" y="1237303"/>
                  <a:pt x="519030" y="1236046"/>
                </a:cubicBezTo>
                <a:cubicBezTo>
                  <a:pt x="518401" y="1234789"/>
                  <a:pt x="520287" y="1227872"/>
                  <a:pt x="519030" y="1226615"/>
                </a:cubicBezTo>
                <a:cubicBezTo>
                  <a:pt x="517772" y="1225358"/>
                  <a:pt x="502055" y="1217812"/>
                  <a:pt x="500168" y="1217184"/>
                </a:cubicBezTo>
                <a:cubicBezTo>
                  <a:pt x="498282" y="1216555"/>
                  <a:pt x="491995" y="1218441"/>
                  <a:pt x="490738" y="1217184"/>
                </a:cubicBezTo>
                <a:cubicBezTo>
                  <a:pt x="489480" y="1215926"/>
                  <a:pt x="483193" y="1199580"/>
                  <a:pt x="481307" y="1198323"/>
                </a:cubicBezTo>
                <a:cubicBezTo>
                  <a:pt x="479421" y="1197066"/>
                  <a:pt x="464332" y="1198952"/>
                  <a:pt x="462446" y="1198323"/>
                </a:cubicBezTo>
                <a:cubicBezTo>
                  <a:pt x="460559" y="1197694"/>
                  <a:pt x="454272" y="1190149"/>
                  <a:pt x="453015" y="1188893"/>
                </a:cubicBezTo>
                <a:cubicBezTo>
                  <a:pt x="451757" y="1187635"/>
                  <a:pt x="445470" y="1180719"/>
                  <a:pt x="443584" y="1179462"/>
                </a:cubicBezTo>
                <a:cubicBezTo>
                  <a:pt x="441698" y="1178204"/>
                  <a:pt x="426609" y="1170032"/>
                  <a:pt x="424723" y="1170032"/>
                </a:cubicBezTo>
                <a:cubicBezTo>
                  <a:pt x="422837" y="1170032"/>
                  <a:pt x="417807" y="1178833"/>
                  <a:pt x="415292" y="1179462"/>
                </a:cubicBezTo>
                <a:cubicBezTo>
                  <a:pt x="412777" y="1180090"/>
                  <a:pt x="389515" y="1180090"/>
                  <a:pt x="387000" y="1179462"/>
                </a:cubicBezTo>
                <a:cubicBezTo>
                  <a:pt x="384485" y="1178833"/>
                  <a:pt x="378827" y="1171917"/>
                  <a:pt x="377569" y="1170032"/>
                </a:cubicBezTo>
                <a:cubicBezTo>
                  <a:pt x="376312" y="1168145"/>
                  <a:pt x="370025" y="1152427"/>
                  <a:pt x="368139" y="1151170"/>
                </a:cubicBezTo>
                <a:cubicBezTo>
                  <a:pt x="366253" y="1149912"/>
                  <a:pt x="351163" y="1151798"/>
                  <a:pt x="349277" y="1151170"/>
                </a:cubicBezTo>
                <a:cubicBezTo>
                  <a:pt x="347391" y="1150541"/>
                  <a:pt x="341733" y="1142996"/>
                  <a:pt x="339847" y="1141739"/>
                </a:cubicBezTo>
                <a:cubicBezTo>
                  <a:pt x="337960" y="1140482"/>
                  <a:pt x="323500" y="1134194"/>
                  <a:pt x="320985" y="1132308"/>
                </a:cubicBezTo>
                <a:cubicBezTo>
                  <a:pt x="318470" y="1130422"/>
                  <a:pt x="304010" y="1115962"/>
                  <a:pt x="302124" y="1113447"/>
                </a:cubicBezTo>
                <a:cubicBezTo>
                  <a:pt x="300238" y="1110932"/>
                  <a:pt x="294579" y="1095842"/>
                  <a:pt x="292693" y="1094586"/>
                </a:cubicBezTo>
                <a:cubicBezTo>
                  <a:pt x="290807" y="1093328"/>
                  <a:pt x="275718" y="1095842"/>
                  <a:pt x="273832" y="1094586"/>
                </a:cubicBezTo>
                <a:cubicBezTo>
                  <a:pt x="271946" y="1093328"/>
                  <a:pt x="265659" y="1077610"/>
                  <a:pt x="264401" y="1075724"/>
                </a:cubicBezTo>
                <a:cubicBezTo>
                  <a:pt x="263144" y="1073837"/>
                  <a:pt x="256856" y="1068808"/>
                  <a:pt x="254970" y="1066294"/>
                </a:cubicBezTo>
                <a:cubicBezTo>
                  <a:pt x="253084" y="1063779"/>
                  <a:pt x="237995" y="1040516"/>
                  <a:pt x="236109" y="1038001"/>
                </a:cubicBezTo>
                <a:cubicBezTo>
                  <a:pt x="234223" y="1035486"/>
                  <a:pt x="227307" y="1031713"/>
                  <a:pt x="226678" y="1028570"/>
                </a:cubicBezTo>
                <a:cubicBezTo>
                  <a:pt x="226050" y="1025426"/>
                  <a:pt x="227936" y="995249"/>
                  <a:pt x="226678" y="990848"/>
                </a:cubicBezTo>
                <a:cubicBezTo>
                  <a:pt x="225421" y="986446"/>
                  <a:pt x="210332" y="965699"/>
                  <a:pt x="207817" y="962556"/>
                </a:cubicBezTo>
                <a:cubicBezTo>
                  <a:pt x="205302" y="959412"/>
                  <a:pt x="190213" y="946209"/>
                  <a:pt x="188956" y="943694"/>
                </a:cubicBezTo>
                <a:cubicBezTo>
                  <a:pt x="187698" y="941179"/>
                  <a:pt x="189584" y="926719"/>
                  <a:pt x="188956" y="924833"/>
                </a:cubicBezTo>
                <a:cubicBezTo>
                  <a:pt x="188327" y="922947"/>
                  <a:pt x="179525" y="917288"/>
                  <a:pt x="179525" y="915402"/>
                </a:cubicBezTo>
                <a:cubicBezTo>
                  <a:pt x="179525" y="913516"/>
                  <a:pt x="187698" y="898427"/>
                  <a:pt x="188956" y="896541"/>
                </a:cubicBezTo>
                <a:cubicBezTo>
                  <a:pt x="190213" y="894655"/>
                  <a:pt x="199015" y="888367"/>
                  <a:pt x="198386" y="887110"/>
                </a:cubicBezTo>
                <a:cubicBezTo>
                  <a:pt x="197758" y="885853"/>
                  <a:pt x="181411" y="878937"/>
                  <a:pt x="179525" y="877680"/>
                </a:cubicBezTo>
                <a:cubicBezTo>
                  <a:pt x="177639" y="876422"/>
                  <a:pt x="170094" y="873907"/>
                  <a:pt x="170094" y="868249"/>
                </a:cubicBezTo>
                <a:cubicBezTo>
                  <a:pt x="170094" y="862590"/>
                  <a:pt x="178267" y="798462"/>
                  <a:pt x="179525" y="792803"/>
                </a:cubicBezTo>
                <a:cubicBezTo>
                  <a:pt x="180782" y="787145"/>
                  <a:pt x="188327" y="789031"/>
                  <a:pt x="188956" y="783373"/>
                </a:cubicBezTo>
                <a:cubicBezTo>
                  <a:pt x="189584" y="777714"/>
                  <a:pt x="188327" y="714843"/>
                  <a:pt x="188956" y="707927"/>
                </a:cubicBezTo>
                <a:cubicBezTo>
                  <a:pt x="189584" y="701012"/>
                  <a:pt x="197758" y="684036"/>
                  <a:pt x="198386" y="679635"/>
                </a:cubicBezTo>
                <a:cubicBezTo>
                  <a:pt x="199015" y="675234"/>
                  <a:pt x="197758" y="645684"/>
                  <a:pt x="198386" y="641912"/>
                </a:cubicBezTo>
                <a:cubicBezTo>
                  <a:pt x="199015" y="638140"/>
                  <a:pt x="206559" y="625566"/>
                  <a:pt x="207817" y="623051"/>
                </a:cubicBezTo>
                <a:cubicBezTo>
                  <a:pt x="209074" y="620536"/>
                  <a:pt x="216619" y="606704"/>
                  <a:pt x="217248" y="604190"/>
                </a:cubicBezTo>
                <a:cubicBezTo>
                  <a:pt x="217876" y="601675"/>
                  <a:pt x="215990" y="588471"/>
                  <a:pt x="217248" y="585328"/>
                </a:cubicBezTo>
                <a:cubicBezTo>
                  <a:pt x="218505" y="582184"/>
                  <a:pt x="234223" y="560180"/>
                  <a:pt x="236109" y="557036"/>
                </a:cubicBezTo>
                <a:cubicBezTo>
                  <a:pt x="237995" y="553892"/>
                  <a:pt x="244282" y="540689"/>
                  <a:pt x="245540" y="538175"/>
                </a:cubicBezTo>
                <a:cubicBezTo>
                  <a:pt x="246797" y="535660"/>
                  <a:pt x="254342" y="521199"/>
                  <a:pt x="254970" y="519313"/>
                </a:cubicBezTo>
                <a:cubicBezTo>
                  <a:pt x="255599" y="517427"/>
                  <a:pt x="254342" y="511769"/>
                  <a:pt x="254970" y="509883"/>
                </a:cubicBezTo>
                <a:cubicBezTo>
                  <a:pt x="255599" y="507996"/>
                  <a:pt x="263144" y="492907"/>
                  <a:pt x="264401" y="491021"/>
                </a:cubicBezTo>
                <a:cubicBezTo>
                  <a:pt x="265659" y="489135"/>
                  <a:pt x="273203" y="482847"/>
                  <a:pt x="273832" y="481590"/>
                </a:cubicBezTo>
                <a:cubicBezTo>
                  <a:pt x="274461" y="480333"/>
                  <a:pt x="272574" y="474046"/>
                  <a:pt x="273832" y="472160"/>
                </a:cubicBezTo>
                <a:cubicBezTo>
                  <a:pt x="275089" y="470274"/>
                  <a:pt x="290178" y="455813"/>
                  <a:pt x="292693" y="453299"/>
                </a:cubicBezTo>
                <a:cubicBezTo>
                  <a:pt x="295208" y="450784"/>
                  <a:pt x="309668" y="436952"/>
                  <a:pt x="311554" y="434437"/>
                </a:cubicBezTo>
                <a:cubicBezTo>
                  <a:pt x="313441" y="431923"/>
                  <a:pt x="319728" y="417461"/>
                  <a:pt x="320985" y="415576"/>
                </a:cubicBezTo>
                <a:cubicBezTo>
                  <a:pt x="322243" y="413689"/>
                  <a:pt x="329158" y="407402"/>
                  <a:pt x="330416" y="406145"/>
                </a:cubicBezTo>
                <a:cubicBezTo>
                  <a:pt x="331673" y="404888"/>
                  <a:pt x="339218" y="398600"/>
                  <a:pt x="339847" y="396714"/>
                </a:cubicBezTo>
                <a:cubicBezTo>
                  <a:pt x="340475" y="394828"/>
                  <a:pt x="338589" y="379739"/>
                  <a:pt x="339847" y="377853"/>
                </a:cubicBezTo>
                <a:cubicBezTo>
                  <a:pt x="341104" y="375967"/>
                  <a:pt x="356822" y="369679"/>
                  <a:pt x="358708" y="368422"/>
                </a:cubicBezTo>
                <a:cubicBezTo>
                  <a:pt x="360594" y="367165"/>
                  <a:pt x="366881" y="360878"/>
                  <a:pt x="368139" y="358992"/>
                </a:cubicBezTo>
                <a:cubicBezTo>
                  <a:pt x="369396" y="357106"/>
                  <a:pt x="376312" y="342016"/>
                  <a:pt x="377569" y="340130"/>
                </a:cubicBezTo>
                <a:cubicBezTo>
                  <a:pt x="378827" y="338244"/>
                  <a:pt x="384485" y="332585"/>
                  <a:pt x="387000" y="330699"/>
                </a:cubicBezTo>
                <a:cubicBezTo>
                  <a:pt x="389515" y="328813"/>
                  <a:pt x="412777" y="313724"/>
                  <a:pt x="415292" y="311838"/>
                </a:cubicBezTo>
                <a:cubicBezTo>
                  <a:pt x="417807" y="309952"/>
                  <a:pt x="423465" y="302407"/>
                  <a:pt x="424723" y="302407"/>
                </a:cubicBezTo>
                <a:cubicBezTo>
                  <a:pt x="425980" y="302407"/>
                  <a:pt x="432896" y="311209"/>
                  <a:pt x="434154" y="311838"/>
                </a:cubicBezTo>
                <a:cubicBezTo>
                  <a:pt x="435411" y="312466"/>
                  <a:pt x="441698" y="312466"/>
                  <a:pt x="443584" y="311838"/>
                </a:cubicBezTo>
                <a:cubicBezTo>
                  <a:pt x="445470" y="311209"/>
                  <a:pt x="459931" y="304293"/>
                  <a:pt x="462446" y="302407"/>
                </a:cubicBezTo>
                <a:cubicBezTo>
                  <a:pt x="464960" y="300521"/>
                  <a:pt x="479421" y="286060"/>
                  <a:pt x="481307" y="283546"/>
                </a:cubicBezTo>
                <a:cubicBezTo>
                  <a:pt x="483193" y="281031"/>
                  <a:pt x="489480" y="266570"/>
                  <a:pt x="490738" y="264684"/>
                </a:cubicBezTo>
                <a:cubicBezTo>
                  <a:pt x="491995" y="262798"/>
                  <a:pt x="498282" y="255882"/>
                  <a:pt x="500168" y="255254"/>
                </a:cubicBezTo>
                <a:cubicBezTo>
                  <a:pt x="502055" y="254625"/>
                  <a:pt x="517144" y="255882"/>
                  <a:pt x="519030" y="255254"/>
                </a:cubicBezTo>
                <a:cubicBezTo>
                  <a:pt x="520916" y="254625"/>
                  <a:pt x="527203" y="247081"/>
                  <a:pt x="528460" y="245823"/>
                </a:cubicBezTo>
                <a:cubicBezTo>
                  <a:pt x="529718" y="244566"/>
                  <a:pt x="536005" y="237650"/>
                  <a:pt x="537891" y="236393"/>
                </a:cubicBezTo>
                <a:cubicBezTo>
                  <a:pt x="539777" y="235135"/>
                  <a:pt x="554238" y="228219"/>
                  <a:pt x="556753" y="226962"/>
                </a:cubicBezTo>
                <a:cubicBezTo>
                  <a:pt x="559267" y="225704"/>
                  <a:pt x="573099" y="218159"/>
                  <a:pt x="575614" y="217531"/>
                </a:cubicBezTo>
                <a:cubicBezTo>
                  <a:pt x="578129" y="216902"/>
                  <a:pt x="592589" y="218159"/>
                  <a:pt x="594475" y="217531"/>
                </a:cubicBezTo>
                <a:cubicBezTo>
                  <a:pt x="596361" y="216902"/>
                  <a:pt x="602649" y="208729"/>
                  <a:pt x="603906" y="208100"/>
                </a:cubicBezTo>
                <a:cubicBezTo>
                  <a:pt x="605163" y="207472"/>
                  <a:pt x="611450" y="209358"/>
                  <a:pt x="613337" y="208100"/>
                </a:cubicBezTo>
                <a:cubicBezTo>
                  <a:pt x="615223" y="206843"/>
                  <a:pt x="630312" y="190496"/>
                  <a:pt x="632198" y="189239"/>
                </a:cubicBezTo>
                <a:cubicBezTo>
                  <a:pt x="634084" y="187982"/>
                  <a:pt x="639743" y="189868"/>
                  <a:pt x="641629" y="189239"/>
                </a:cubicBezTo>
                <a:cubicBezTo>
                  <a:pt x="643515" y="188610"/>
                  <a:pt x="658604" y="180437"/>
                  <a:pt x="660490" y="179808"/>
                </a:cubicBezTo>
                <a:cubicBezTo>
                  <a:pt x="662376" y="179180"/>
                  <a:pt x="667406" y="180437"/>
                  <a:pt x="669921" y="179808"/>
                </a:cubicBezTo>
                <a:cubicBezTo>
                  <a:pt x="672436" y="179180"/>
                  <a:pt x="695698" y="171635"/>
                  <a:pt x="698213" y="170378"/>
                </a:cubicBezTo>
                <a:cubicBezTo>
                  <a:pt x="700728" y="169120"/>
                  <a:pt x="703871" y="162204"/>
                  <a:pt x="707644" y="160947"/>
                </a:cubicBezTo>
                <a:cubicBezTo>
                  <a:pt x="711416" y="159689"/>
                  <a:pt x="751025" y="152145"/>
                  <a:pt x="754797" y="151516"/>
                </a:cubicBezTo>
                <a:cubicBezTo>
                  <a:pt x="758569" y="150887"/>
                  <a:pt x="762970" y="152773"/>
                  <a:pt x="764228" y="151516"/>
                </a:cubicBezTo>
                <a:cubicBezTo>
                  <a:pt x="765485" y="150259"/>
                  <a:pt x="771772" y="133912"/>
                  <a:pt x="773659" y="132655"/>
                </a:cubicBezTo>
                <a:cubicBezTo>
                  <a:pt x="775545" y="131397"/>
                  <a:pt x="790634" y="133283"/>
                  <a:pt x="792520" y="132655"/>
                </a:cubicBezTo>
                <a:cubicBezTo>
                  <a:pt x="794406" y="132026"/>
                  <a:pt x="800064" y="123853"/>
                  <a:pt x="801951" y="123224"/>
                </a:cubicBezTo>
                <a:cubicBezTo>
                  <a:pt x="803837" y="122595"/>
                  <a:pt x="818297" y="123853"/>
                  <a:pt x="820812" y="123224"/>
                </a:cubicBezTo>
                <a:cubicBezTo>
                  <a:pt x="823327" y="122595"/>
                  <a:pt x="836530" y="115051"/>
                  <a:pt x="839673" y="113793"/>
                </a:cubicBezTo>
                <a:cubicBezTo>
                  <a:pt x="842817" y="112536"/>
                  <a:pt x="864193" y="106249"/>
                  <a:pt x="867965" y="104363"/>
                </a:cubicBezTo>
                <a:cubicBezTo>
                  <a:pt x="871738" y="102477"/>
                  <a:pt x="893114" y="88016"/>
                  <a:pt x="896257" y="85502"/>
                </a:cubicBezTo>
                <a:cubicBezTo>
                  <a:pt x="899401" y="82987"/>
                  <a:pt x="912604" y="67897"/>
                  <a:pt x="915119" y="66640"/>
                </a:cubicBezTo>
                <a:cubicBezTo>
                  <a:pt x="917634" y="65382"/>
                  <a:pt x="931465" y="67268"/>
                  <a:pt x="933980" y="66640"/>
                </a:cubicBezTo>
                <a:cubicBezTo>
                  <a:pt x="936495" y="66011"/>
                  <a:pt x="950327" y="58467"/>
                  <a:pt x="952842" y="57209"/>
                </a:cubicBezTo>
                <a:cubicBezTo>
                  <a:pt x="955357" y="55952"/>
                  <a:pt x="968560" y="49036"/>
                  <a:pt x="971703" y="47779"/>
                </a:cubicBezTo>
                <a:cubicBezTo>
                  <a:pt x="974847" y="46521"/>
                  <a:pt x="996852" y="39605"/>
                  <a:pt x="999995" y="38348"/>
                </a:cubicBezTo>
                <a:cubicBezTo>
                  <a:pt x="1003139" y="37091"/>
                  <a:pt x="1016341" y="30175"/>
                  <a:pt x="1018856" y="28917"/>
                </a:cubicBezTo>
                <a:cubicBezTo>
                  <a:pt x="1021371" y="27660"/>
                  <a:pt x="1034574" y="20115"/>
                  <a:pt x="1037718" y="19487"/>
                </a:cubicBezTo>
                <a:cubicBezTo>
                  <a:pt x="1040862" y="18858"/>
                  <a:pt x="1062238" y="20744"/>
                  <a:pt x="1066010" y="19487"/>
                </a:cubicBezTo>
                <a:cubicBezTo>
                  <a:pt x="1069782" y="18229"/>
                  <a:pt x="1089272" y="1882"/>
                  <a:pt x="1094302" y="625"/>
                </a:cubicBezTo>
                <a:cubicBezTo>
                  <a:pt x="1099332" y="-632"/>
                  <a:pt x="1135797" y="-3"/>
                  <a:pt x="1141456" y="625"/>
                </a:cubicBezTo>
                <a:cubicBezTo>
                  <a:pt x="1147114" y="1253"/>
                  <a:pt x="1175406" y="8798"/>
                  <a:pt x="1179178" y="10056"/>
                </a:cubicBezTo>
                <a:cubicBezTo>
                  <a:pt x="1182951" y="11313"/>
                  <a:pt x="1194267" y="18858"/>
                  <a:pt x="1198040" y="19487"/>
                </a:cubicBezTo>
                <a:cubicBezTo>
                  <a:pt x="1201812" y="20115"/>
                  <a:pt x="1231361" y="18858"/>
                  <a:pt x="1235762" y="19487"/>
                </a:cubicBezTo>
                <a:cubicBezTo>
                  <a:pt x="1240163" y="20115"/>
                  <a:pt x="1259654" y="28289"/>
                  <a:pt x="1264055" y="28917"/>
                </a:cubicBezTo>
                <a:cubicBezTo>
                  <a:pt x="1268455" y="29546"/>
                  <a:pt x="1296119" y="28289"/>
                  <a:pt x="1301777" y="28917"/>
                </a:cubicBezTo>
                <a:cubicBezTo>
                  <a:pt x="1307436" y="29546"/>
                  <a:pt x="1343272" y="37091"/>
                  <a:pt x="1348931" y="38348"/>
                </a:cubicBezTo>
                <a:cubicBezTo>
                  <a:pt x="1354589" y="39605"/>
                  <a:pt x="1382881" y="46521"/>
                  <a:pt x="1386653" y="47779"/>
                </a:cubicBezTo>
                <a:cubicBezTo>
                  <a:pt x="1390426" y="49036"/>
                  <a:pt x="1403000" y="57209"/>
                  <a:pt x="1405515" y="57209"/>
                </a:cubicBezTo>
                <a:cubicBezTo>
                  <a:pt x="1408030" y="57209"/>
                  <a:pt x="1419975" y="48407"/>
                  <a:pt x="1424376" y="47779"/>
                </a:cubicBezTo>
                <a:cubicBezTo>
                  <a:pt x="1428777" y="47150"/>
                  <a:pt x="1467129" y="47150"/>
                  <a:pt x="1471530" y="47779"/>
                </a:cubicBezTo>
                <a:cubicBezTo>
                  <a:pt x="1475931" y="48407"/>
                  <a:pt x="1487248" y="55952"/>
                  <a:pt x="1490391" y="57209"/>
                </a:cubicBezTo>
                <a:cubicBezTo>
                  <a:pt x="1493535" y="58467"/>
                  <a:pt x="1514911" y="64754"/>
                  <a:pt x="1518683" y="66640"/>
                </a:cubicBezTo>
                <a:cubicBezTo>
                  <a:pt x="1522455" y="68526"/>
                  <a:pt x="1542574" y="83616"/>
                  <a:pt x="1546975" y="85502"/>
                </a:cubicBezTo>
                <a:cubicBezTo>
                  <a:pt x="1551376" y="87388"/>
                  <a:pt x="1580297" y="93675"/>
                  <a:pt x="1584698" y="94932"/>
                </a:cubicBezTo>
                <a:cubicBezTo>
                  <a:pt x="1589099" y="96189"/>
                  <a:pt x="1609847" y="103105"/>
                  <a:pt x="1612990" y="104363"/>
                </a:cubicBezTo>
                <a:cubicBezTo>
                  <a:pt x="1616134" y="105620"/>
                  <a:pt x="1629337" y="112536"/>
                  <a:pt x="1631852" y="113793"/>
                </a:cubicBezTo>
                <a:cubicBezTo>
                  <a:pt x="1634366" y="115051"/>
                  <a:pt x="1648198" y="121967"/>
                  <a:pt x="1650713" y="123224"/>
                </a:cubicBezTo>
                <a:cubicBezTo>
                  <a:pt x="1653228" y="124481"/>
                  <a:pt x="1666431" y="130769"/>
                  <a:pt x="1669574" y="132655"/>
                </a:cubicBezTo>
                <a:cubicBezTo>
                  <a:pt x="1672718" y="134541"/>
                  <a:pt x="1695352" y="149630"/>
                  <a:pt x="1697866" y="151516"/>
                </a:cubicBezTo>
                <a:cubicBezTo>
                  <a:pt x="1700381" y="153402"/>
                  <a:pt x="1705411" y="159689"/>
                  <a:pt x="1707297" y="160947"/>
                </a:cubicBezTo>
                <a:cubicBezTo>
                  <a:pt x="1709183" y="162204"/>
                  <a:pt x="1723644" y="168492"/>
                  <a:pt x="1726159" y="170378"/>
                </a:cubicBezTo>
                <a:cubicBezTo>
                  <a:pt x="1728673" y="172264"/>
                  <a:pt x="1741876" y="186724"/>
                  <a:pt x="1745020" y="189239"/>
                </a:cubicBezTo>
                <a:cubicBezTo>
                  <a:pt x="1748164" y="191754"/>
                  <a:pt x="1771426" y="205585"/>
                  <a:pt x="1773312" y="208100"/>
                </a:cubicBezTo>
                <a:cubicBezTo>
                  <a:pt x="1775198" y="210615"/>
                  <a:pt x="1772055" y="225076"/>
                  <a:pt x="1773312" y="226962"/>
                </a:cubicBezTo>
                <a:cubicBezTo>
                  <a:pt x="1774570" y="228848"/>
                  <a:pt x="1790287" y="233878"/>
                  <a:pt x="1792174" y="236393"/>
                </a:cubicBezTo>
                <a:cubicBezTo>
                  <a:pt x="1794060" y="238907"/>
                  <a:pt x="1800975" y="262169"/>
                  <a:pt x="1801604" y="264684"/>
                </a:cubicBezTo>
                <a:cubicBezTo>
                  <a:pt x="1802233" y="267199"/>
                  <a:pt x="1800975" y="271600"/>
                  <a:pt x="1801604" y="274115"/>
                </a:cubicBezTo>
                <a:cubicBezTo>
                  <a:pt x="1802233" y="276630"/>
                  <a:pt x="1809149" y="298635"/>
                  <a:pt x="1811035" y="302407"/>
                </a:cubicBezTo>
                <a:cubicBezTo>
                  <a:pt x="1812921" y="306180"/>
                  <a:pt x="1828639" y="328184"/>
                  <a:pt x="1829896" y="330699"/>
                </a:cubicBezTo>
                <a:cubicBezTo>
                  <a:pt x="1831154" y="333214"/>
                  <a:pt x="1829267" y="336357"/>
                  <a:pt x="1829896" y="340130"/>
                </a:cubicBezTo>
                <a:cubicBezTo>
                  <a:pt x="1830525" y="343902"/>
                  <a:pt x="1838698" y="382254"/>
                  <a:pt x="1839327" y="387284"/>
                </a:cubicBezTo>
                <a:cubicBezTo>
                  <a:pt x="1839956" y="392313"/>
                  <a:pt x="1838698" y="412432"/>
                  <a:pt x="1839327" y="415576"/>
                </a:cubicBezTo>
                <a:cubicBezTo>
                  <a:pt x="1839956" y="418719"/>
                  <a:pt x="1848129" y="423120"/>
                  <a:pt x="1848758" y="434437"/>
                </a:cubicBezTo>
                <a:cubicBezTo>
                  <a:pt x="1849386" y="445754"/>
                  <a:pt x="1849386" y="573382"/>
                  <a:pt x="1848758" y="585328"/>
                </a:cubicBezTo>
                <a:cubicBezTo>
                  <a:pt x="1848129" y="597273"/>
                  <a:pt x="1840584" y="611105"/>
                  <a:pt x="1839327" y="613620"/>
                </a:cubicBezTo>
                <a:cubicBezTo>
                  <a:pt x="1838070" y="616135"/>
                  <a:pt x="1831154" y="621165"/>
                  <a:pt x="1829896" y="623051"/>
                </a:cubicBezTo>
                <a:cubicBezTo>
                  <a:pt x="1828639" y="624937"/>
                  <a:pt x="1821723" y="639397"/>
                  <a:pt x="1820465" y="641912"/>
                </a:cubicBezTo>
                <a:cubicBezTo>
                  <a:pt x="1819208" y="644427"/>
                  <a:pt x="1812292" y="658259"/>
                  <a:pt x="1811035" y="660774"/>
                </a:cubicBezTo>
                <a:cubicBezTo>
                  <a:pt x="1809777" y="663288"/>
                  <a:pt x="1803490" y="676492"/>
                  <a:pt x="1801604" y="679635"/>
                </a:cubicBezTo>
                <a:cubicBezTo>
                  <a:pt x="1799718" y="682779"/>
                  <a:pt x="1787144" y="703526"/>
                  <a:pt x="1782743" y="707927"/>
                </a:cubicBezTo>
                <a:cubicBezTo>
                  <a:pt x="1778342" y="712328"/>
                  <a:pt x="1740619" y="742506"/>
                  <a:pt x="1735589" y="745650"/>
                </a:cubicBezTo>
                <a:cubicBezTo>
                  <a:pt x="1730559" y="748793"/>
                  <a:pt x="1711069" y="753194"/>
                  <a:pt x="1707297" y="755081"/>
                </a:cubicBezTo>
                <a:cubicBezTo>
                  <a:pt x="1703525" y="756967"/>
                  <a:pt x="1682777" y="772684"/>
                  <a:pt x="1679005" y="773942"/>
                </a:cubicBezTo>
                <a:cubicBezTo>
                  <a:pt x="1675233" y="775199"/>
                  <a:pt x="1653857" y="773313"/>
                  <a:pt x="1650713" y="773942"/>
                </a:cubicBezTo>
                <a:cubicBezTo>
                  <a:pt x="1647569" y="774570"/>
                  <a:pt x="1636881" y="781486"/>
                  <a:pt x="1631852" y="783373"/>
                </a:cubicBezTo>
                <a:cubicBezTo>
                  <a:pt x="1626822" y="785259"/>
                  <a:pt x="1579668" y="800348"/>
                  <a:pt x="1575268" y="802234"/>
                </a:cubicBezTo>
                <a:cubicBezTo>
                  <a:pt x="1570867" y="804120"/>
                  <a:pt x="1572124" y="811036"/>
                  <a:pt x="1565837" y="811665"/>
                </a:cubicBezTo>
                <a:cubicBezTo>
                  <a:pt x="1559549" y="812294"/>
                  <a:pt x="1492277" y="812294"/>
                  <a:pt x="1480961" y="811665"/>
                </a:cubicBezTo>
                <a:cubicBezTo>
                  <a:pt x="1469644" y="811036"/>
                  <a:pt x="1405515" y="803491"/>
                  <a:pt x="1396084" y="802234"/>
                </a:cubicBezTo>
                <a:cubicBezTo>
                  <a:pt x="1386654" y="800976"/>
                  <a:pt x="1345787" y="794061"/>
                  <a:pt x="1339500" y="792803"/>
                </a:cubicBezTo>
                <a:cubicBezTo>
                  <a:pt x="1333213" y="791546"/>
                  <a:pt x="1309322" y="785259"/>
                  <a:pt x="1301777" y="783373"/>
                </a:cubicBezTo>
                <a:cubicBezTo>
                  <a:pt x="1294233" y="781486"/>
                  <a:pt x="1236391" y="767655"/>
                  <a:pt x="1226332" y="764512"/>
                </a:cubicBezTo>
                <a:cubicBezTo>
                  <a:pt x="1216272" y="761368"/>
                  <a:pt x="1160317" y="739992"/>
                  <a:pt x="1150886" y="736219"/>
                </a:cubicBezTo>
                <a:cubicBezTo>
                  <a:pt x="1141455" y="732447"/>
                  <a:pt x="1093673" y="711071"/>
                  <a:pt x="1084871" y="707927"/>
                </a:cubicBezTo>
                <a:cubicBezTo>
                  <a:pt x="1076069" y="704784"/>
                  <a:pt x="1029544" y="692209"/>
                  <a:pt x="1018856" y="689066"/>
                </a:cubicBezTo>
                <a:cubicBezTo>
                  <a:pt x="1008168" y="685922"/>
                  <a:pt x="933980" y="662660"/>
                  <a:pt x="924550" y="660774"/>
                </a:cubicBezTo>
                <a:cubicBezTo>
                  <a:pt x="915119" y="658887"/>
                  <a:pt x="881168" y="661402"/>
                  <a:pt x="877396" y="660774"/>
                </a:cubicBezTo>
                <a:cubicBezTo>
                  <a:pt x="873624" y="660145"/>
                  <a:pt x="870480" y="652601"/>
                  <a:pt x="867965" y="651343"/>
                </a:cubicBezTo>
                <a:cubicBezTo>
                  <a:pt x="865450" y="650086"/>
                  <a:pt x="842817" y="643798"/>
                  <a:pt x="839673" y="641912"/>
                </a:cubicBezTo>
                <a:cubicBezTo>
                  <a:pt x="836530" y="640026"/>
                  <a:pt x="822698" y="624937"/>
                  <a:pt x="820812" y="623051"/>
                </a:cubicBezTo>
                <a:cubicBezTo>
                  <a:pt x="818926" y="621165"/>
                  <a:pt x="812010" y="616135"/>
                  <a:pt x="811381" y="613620"/>
                </a:cubicBezTo>
                <a:cubicBezTo>
                  <a:pt x="810752" y="611105"/>
                  <a:pt x="810124" y="588471"/>
                  <a:pt x="811381" y="585328"/>
                </a:cubicBezTo>
                <a:cubicBezTo>
                  <a:pt x="812639" y="582184"/>
                  <a:pt x="828356" y="568353"/>
                  <a:pt x="830243" y="566467"/>
                </a:cubicBezTo>
                <a:cubicBezTo>
                  <a:pt x="832129" y="564580"/>
                  <a:pt x="837158" y="558922"/>
                  <a:pt x="839673" y="557036"/>
                </a:cubicBezTo>
                <a:cubicBezTo>
                  <a:pt x="842188" y="555150"/>
                  <a:pt x="862307" y="541318"/>
                  <a:pt x="867965" y="538175"/>
                </a:cubicBezTo>
                <a:cubicBezTo>
                  <a:pt x="873624" y="535031"/>
                  <a:pt x="915748" y="513026"/>
                  <a:pt x="924550" y="509883"/>
                </a:cubicBezTo>
                <a:cubicBezTo>
                  <a:pt x="933352" y="506739"/>
                  <a:pt x="991193" y="492278"/>
                  <a:pt x="999995" y="491021"/>
                </a:cubicBezTo>
                <a:cubicBezTo>
                  <a:pt x="1008797" y="489764"/>
                  <a:pt x="1048406" y="491650"/>
                  <a:pt x="1056579" y="491021"/>
                </a:cubicBezTo>
                <a:cubicBezTo>
                  <a:pt x="1064753" y="490392"/>
                  <a:pt x="1113164" y="482847"/>
                  <a:pt x="1122594" y="481590"/>
                </a:cubicBezTo>
                <a:cubicBezTo>
                  <a:pt x="1132025" y="480333"/>
                  <a:pt x="1176663" y="472788"/>
                  <a:pt x="1198040" y="472160"/>
                </a:cubicBezTo>
                <a:cubicBezTo>
                  <a:pt x="1219416" y="471531"/>
                  <a:pt x="1418089" y="471531"/>
                  <a:pt x="1443238" y="472160"/>
                </a:cubicBezTo>
                <a:cubicBezTo>
                  <a:pt x="1468386" y="472788"/>
                  <a:pt x="1561436" y="480333"/>
                  <a:pt x="1575268" y="481590"/>
                </a:cubicBezTo>
                <a:cubicBezTo>
                  <a:pt x="1589099" y="482847"/>
                  <a:pt x="1640654" y="489135"/>
                  <a:pt x="1650713" y="491021"/>
                </a:cubicBezTo>
                <a:cubicBezTo>
                  <a:pt x="1660772" y="492907"/>
                  <a:pt x="1717357" y="507996"/>
                  <a:pt x="1726159" y="509883"/>
                </a:cubicBezTo>
                <a:cubicBezTo>
                  <a:pt x="1734961" y="511769"/>
                  <a:pt x="1777084" y="518056"/>
                  <a:pt x="1782743" y="519313"/>
                </a:cubicBezTo>
                <a:cubicBezTo>
                  <a:pt x="1788401" y="520571"/>
                  <a:pt x="1807263" y="527486"/>
                  <a:pt x="1811035" y="528744"/>
                </a:cubicBezTo>
                <a:cubicBezTo>
                  <a:pt x="1814807" y="530001"/>
                  <a:pt x="1836183" y="536917"/>
                  <a:pt x="1839327" y="538175"/>
                </a:cubicBezTo>
                <a:cubicBezTo>
                  <a:pt x="1842471" y="539432"/>
                  <a:pt x="1856302" y="546348"/>
                  <a:pt x="1858188" y="547605"/>
                </a:cubicBezTo>
                <a:cubicBezTo>
                  <a:pt x="1860074" y="548862"/>
                  <a:pt x="1866990" y="554521"/>
                  <a:pt x="1867619" y="557036"/>
                </a:cubicBezTo>
                <a:cubicBezTo>
                  <a:pt x="1868248" y="559551"/>
                  <a:pt x="1869505" y="582184"/>
                  <a:pt x="1867619" y="585328"/>
                </a:cubicBezTo>
                <a:cubicBezTo>
                  <a:pt x="1865733" y="588471"/>
                  <a:pt x="1843099" y="602303"/>
                  <a:pt x="1839327" y="604190"/>
                </a:cubicBezTo>
                <a:cubicBezTo>
                  <a:pt x="1835555" y="606076"/>
                  <a:pt x="1814807" y="611105"/>
                  <a:pt x="1811035" y="613620"/>
                </a:cubicBezTo>
                <a:cubicBezTo>
                  <a:pt x="1807263" y="616135"/>
                  <a:pt x="1787772" y="638768"/>
                  <a:pt x="1782743" y="641912"/>
                </a:cubicBezTo>
                <a:cubicBezTo>
                  <a:pt x="1777713" y="645055"/>
                  <a:pt x="1742505" y="657630"/>
                  <a:pt x="1735589" y="660774"/>
                </a:cubicBezTo>
                <a:cubicBezTo>
                  <a:pt x="1728673" y="663917"/>
                  <a:pt x="1686550" y="686551"/>
                  <a:pt x="1679005" y="689066"/>
                </a:cubicBezTo>
                <a:cubicBezTo>
                  <a:pt x="1671461" y="691580"/>
                  <a:pt x="1629966" y="695981"/>
                  <a:pt x="1622421" y="698496"/>
                </a:cubicBezTo>
                <a:cubicBezTo>
                  <a:pt x="1614876" y="701011"/>
                  <a:pt x="1573381" y="723645"/>
                  <a:pt x="1565837" y="726789"/>
                </a:cubicBezTo>
                <a:cubicBezTo>
                  <a:pt x="1558292" y="729932"/>
                  <a:pt x="1517426" y="742506"/>
                  <a:pt x="1509253" y="745650"/>
                </a:cubicBezTo>
                <a:cubicBezTo>
                  <a:pt x="1501079" y="748793"/>
                  <a:pt x="1452669" y="771427"/>
                  <a:pt x="1443238" y="773942"/>
                </a:cubicBezTo>
                <a:cubicBezTo>
                  <a:pt x="1433807" y="776456"/>
                  <a:pt x="1377223" y="782115"/>
                  <a:pt x="1367792" y="783373"/>
                </a:cubicBezTo>
                <a:cubicBezTo>
                  <a:pt x="1358361" y="784630"/>
                  <a:pt x="1321896" y="792175"/>
                  <a:pt x="1301777" y="792803"/>
                </a:cubicBezTo>
                <a:cubicBezTo>
                  <a:pt x="1281658" y="793432"/>
                  <a:pt x="1087386" y="791546"/>
                  <a:pt x="1066010" y="792803"/>
                </a:cubicBezTo>
                <a:cubicBezTo>
                  <a:pt x="1044634" y="794061"/>
                  <a:pt x="989307" y="809779"/>
                  <a:pt x="981134" y="811665"/>
                </a:cubicBezTo>
                <a:cubicBezTo>
                  <a:pt x="972960" y="813551"/>
                  <a:pt x="950955" y="820467"/>
                  <a:pt x="943411" y="821095"/>
                </a:cubicBezTo>
                <a:cubicBezTo>
                  <a:pt x="935866" y="821724"/>
                  <a:pt x="872366" y="821724"/>
                  <a:pt x="867965" y="821095"/>
                </a:cubicBezTo>
                <a:cubicBezTo>
                  <a:pt x="863564" y="820467"/>
                  <a:pt x="874881" y="812294"/>
                  <a:pt x="877396" y="811665"/>
                </a:cubicBezTo>
                <a:cubicBezTo>
                  <a:pt x="879911" y="811037"/>
                  <a:pt x="900658" y="813551"/>
                  <a:pt x="905688" y="811665"/>
                </a:cubicBezTo>
                <a:cubicBezTo>
                  <a:pt x="910718" y="809779"/>
                  <a:pt x="946555" y="785887"/>
                  <a:pt x="952842" y="783373"/>
                </a:cubicBezTo>
                <a:cubicBezTo>
                  <a:pt x="959129" y="780858"/>
                  <a:pt x="993079" y="776456"/>
                  <a:pt x="999995" y="773942"/>
                </a:cubicBezTo>
                <a:cubicBezTo>
                  <a:pt x="1006911" y="771427"/>
                  <a:pt x="1047777" y="748793"/>
                  <a:pt x="1056579" y="745650"/>
                </a:cubicBezTo>
                <a:cubicBezTo>
                  <a:pt x="1065381" y="742506"/>
                  <a:pt x="1123223" y="728674"/>
                  <a:pt x="1132025" y="726789"/>
                </a:cubicBezTo>
                <a:cubicBezTo>
                  <a:pt x="1140827" y="724902"/>
                  <a:pt x="1179178" y="719872"/>
                  <a:pt x="1188609" y="717358"/>
                </a:cubicBezTo>
                <a:cubicBezTo>
                  <a:pt x="1198040" y="714843"/>
                  <a:pt x="1260282" y="692209"/>
                  <a:pt x="1273485" y="689066"/>
                </a:cubicBezTo>
                <a:cubicBezTo>
                  <a:pt x="1286688" y="685922"/>
                  <a:pt x="1370936" y="672090"/>
                  <a:pt x="1386653" y="670204"/>
                </a:cubicBezTo>
                <a:cubicBezTo>
                  <a:pt x="1402371" y="668318"/>
                  <a:pt x="1491020" y="662031"/>
                  <a:pt x="1509253" y="660774"/>
                </a:cubicBezTo>
                <a:cubicBezTo>
                  <a:pt x="1527485" y="659516"/>
                  <a:pt x="1621163" y="651972"/>
                  <a:pt x="1660144" y="651343"/>
                </a:cubicBezTo>
                <a:cubicBezTo>
                  <a:pt x="1699124" y="650715"/>
                  <a:pt x="2062520" y="651972"/>
                  <a:pt x="2093956" y="651343"/>
                </a:cubicBezTo>
                <a:cubicBezTo>
                  <a:pt x="2125391" y="650714"/>
                  <a:pt x="2127278" y="641912"/>
                  <a:pt x="2131679" y="641912"/>
                </a:cubicBezTo>
                <a:cubicBezTo>
                  <a:pt x="2136080" y="641912"/>
                  <a:pt x="2159971" y="650086"/>
                  <a:pt x="2159971" y="651343"/>
                </a:cubicBezTo>
                <a:cubicBezTo>
                  <a:pt x="2159971" y="652601"/>
                  <a:pt x="2136708" y="659516"/>
                  <a:pt x="2131679" y="660774"/>
                </a:cubicBezTo>
                <a:cubicBezTo>
                  <a:pt x="2126649" y="662031"/>
                  <a:pt x="2091441" y="668318"/>
                  <a:pt x="2084525" y="670204"/>
                </a:cubicBezTo>
                <a:cubicBezTo>
                  <a:pt x="2077609" y="672090"/>
                  <a:pt x="2034228" y="687179"/>
                  <a:pt x="2027941" y="689066"/>
                </a:cubicBezTo>
                <a:cubicBezTo>
                  <a:pt x="2021654" y="690951"/>
                  <a:pt x="1996505" y="696610"/>
                  <a:pt x="1990218" y="698496"/>
                </a:cubicBezTo>
                <a:cubicBezTo>
                  <a:pt x="1983931" y="700382"/>
                  <a:pt x="1940549" y="715471"/>
                  <a:pt x="1933634" y="717358"/>
                </a:cubicBezTo>
                <a:cubicBezTo>
                  <a:pt x="1926718" y="719244"/>
                  <a:pt x="1893396" y="724274"/>
                  <a:pt x="1886480" y="726789"/>
                </a:cubicBezTo>
                <a:cubicBezTo>
                  <a:pt x="1879564" y="729303"/>
                  <a:pt x="1837441" y="751937"/>
                  <a:pt x="1829896" y="755081"/>
                </a:cubicBezTo>
                <a:cubicBezTo>
                  <a:pt x="1822352" y="758224"/>
                  <a:pt x="1780857" y="771427"/>
                  <a:pt x="1773312" y="773942"/>
                </a:cubicBezTo>
                <a:cubicBezTo>
                  <a:pt x="1765768" y="776456"/>
                  <a:pt x="1724901" y="789660"/>
                  <a:pt x="1716728" y="792803"/>
                </a:cubicBezTo>
                <a:cubicBezTo>
                  <a:pt x="1708554" y="795947"/>
                  <a:pt x="1658886" y="817952"/>
                  <a:pt x="1650713" y="821095"/>
                </a:cubicBezTo>
                <a:cubicBezTo>
                  <a:pt x="1642540" y="824239"/>
                  <a:pt x="1601045" y="837442"/>
                  <a:pt x="1594129" y="839957"/>
                </a:cubicBezTo>
                <a:cubicBezTo>
                  <a:pt x="1587213" y="842472"/>
                  <a:pt x="1552634" y="856932"/>
                  <a:pt x="1546975" y="858818"/>
                </a:cubicBezTo>
                <a:cubicBezTo>
                  <a:pt x="1541317" y="860704"/>
                  <a:pt x="1513654" y="866363"/>
                  <a:pt x="1509253" y="868249"/>
                </a:cubicBezTo>
                <a:cubicBezTo>
                  <a:pt x="1504852" y="870135"/>
                  <a:pt x="1484733" y="885224"/>
                  <a:pt x="1480961" y="887110"/>
                </a:cubicBezTo>
                <a:cubicBezTo>
                  <a:pt x="1477188" y="888996"/>
                  <a:pt x="1455812" y="895913"/>
                  <a:pt x="1452668" y="896541"/>
                </a:cubicBezTo>
                <a:cubicBezTo>
                  <a:pt x="1449525" y="897170"/>
                  <a:pt x="1436950" y="895913"/>
                  <a:pt x="1433807" y="896541"/>
                </a:cubicBezTo>
                <a:cubicBezTo>
                  <a:pt x="1430663" y="897170"/>
                  <a:pt x="1408030" y="904714"/>
                  <a:pt x="1405515" y="905971"/>
                </a:cubicBezTo>
                <a:cubicBezTo>
                  <a:pt x="1403000" y="907228"/>
                  <a:pt x="1394827" y="914773"/>
                  <a:pt x="1396084" y="915402"/>
                </a:cubicBezTo>
                <a:cubicBezTo>
                  <a:pt x="1397342" y="916030"/>
                  <a:pt x="1421861" y="914773"/>
                  <a:pt x="1424376" y="915402"/>
                </a:cubicBezTo>
                <a:cubicBezTo>
                  <a:pt x="1426891" y="916030"/>
                  <a:pt x="1432550" y="924204"/>
                  <a:pt x="1433807" y="924833"/>
                </a:cubicBezTo>
                <a:cubicBezTo>
                  <a:pt x="1435064" y="925462"/>
                  <a:pt x="1441981" y="924204"/>
                  <a:pt x="1443238" y="924833"/>
                </a:cubicBezTo>
                <a:cubicBezTo>
                  <a:pt x="1444495" y="925462"/>
                  <a:pt x="1450782" y="933006"/>
                  <a:pt x="1452668" y="934264"/>
                </a:cubicBezTo>
                <a:cubicBezTo>
                  <a:pt x="1454554" y="935521"/>
                  <a:pt x="1470273" y="939922"/>
                  <a:pt x="1471530" y="943694"/>
                </a:cubicBezTo>
                <a:cubicBezTo>
                  <a:pt x="1472787" y="947466"/>
                  <a:pt x="1472159" y="986446"/>
                  <a:pt x="1471530" y="990848"/>
                </a:cubicBezTo>
                <a:cubicBezTo>
                  <a:pt x="1470901" y="995249"/>
                  <a:pt x="1462728" y="1007194"/>
                  <a:pt x="1462099" y="1009709"/>
                </a:cubicBezTo>
                <a:cubicBezTo>
                  <a:pt x="1461470" y="1012224"/>
                  <a:pt x="1462728" y="1026055"/>
                  <a:pt x="1462099" y="1028570"/>
                </a:cubicBezTo>
                <a:cubicBezTo>
                  <a:pt x="1461470" y="1031084"/>
                  <a:pt x="1453297" y="1045546"/>
                  <a:pt x="1452668" y="1047432"/>
                </a:cubicBezTo>
                <a:cubicBezTo>
                  <a:pt x="1452040" y="1049318"/>
                  <a:pt x="1453297" y="1055606"/>
                  <a:pt x="1452668" y="1056863"/>
                </a:cubicBezTo>
                <a:cubicBezTo>
                  <a:pt x="1452040" y="1058120"/>
                  <a:pt x="1444495" y="1065665"/>
                  <a:pt x="1443238" y="1066294"/>
                </a:cubicBezTo>
                <a:cubicBezTo>
                  <a:pt x="1441981" y="1066922"/>
                  <a:pt x="1435693" y="1065665"/>
                  <a:pt x="1433807" y="1066294"/>
                </a:cubicBezTo>
                <a:cubicBezTo>
                  <a:pt x="1431921" y="1066922"/>
                  <a:pt x="1417461" y="1075095"/>
                  <a:pt x="1414946" y="1075724"/>
                </a:cubicBezTo>
                <a:cubicBezTo>
                  <a:pt x="1412431" y="1076352"/>
                  <a:pt x="1397971" y="1075095"/>
                  <a:pt x="1396084" y="1075724"/>
                </a:cubicBezTo>
                <a:cubicBezTo>
                  <a:pt x="1394198" y="1076352"/>
                  <a:pt x="1389168" y="1084526"/>
                  <a:pt x="1386653" y="1085155"/>
                </a:cubicBezTo>
                <a:cubicBezTo>
                  <a:pt x="1384138" y="1085783"/>
                  <a:pt x="1361505" y="1084526"/>
                  <a:pt x="1358362" y="1085155"/>
                </a:cubicBezTo>
                <a:cubicBezTo>
                  <a:pt x="1355218" y="1085783"/>
                  <a:pt x="1348302" y="1093957"/>
                  <a:pt x="1339500" y="1094586"/>
                </a:cubicBezTo>
                <a:cubicBezTo>
                  <a:pt x="1330698" y="1095214"/>
                  <a:pt x="1234505" y="1093957"/>
                  <a:pt x="1226332" y="1094586"/>
                </a:cubicBezTo>
                <a:cubicBezTo>
                  <a:pt x="1218159" y="1095214"/>
                  <a:pt x="1219416" y="1104016"/>
                  <a:pt x="1216901" y="1104016"/>
                </a:cubicBezTo>
                <a:cubicBezTo>
                  <a:pt x="1214386" y="1104016"/>
                  <a:pt x="1189866" y="1096471"/>
                  <a:pt x="1188609" y="1094586"/>
                </a:cubicBezTo>
                <a:cubicBezTo>
                  <a:pt x="1187352" y="1092699"/>
                  <a:pt x="1195525" y="1079496"/>
                  <a:pt x="1198040" y="1075724"/>
                </a:cubicBezTo>
                <a:cubicBezTo>
                  <a:pt x="1200555" y="1071951"/>
                  <a:pt x="1222560" y="1043031"/>
                  <a:pt x="1226332" y="1038001"/>
                </a:cubicBezTo>
                <a:cubicBezTo>
                  <a:pt x="1230104" y="1032971"/>
                  <a:pt x="1250223" y="1004679"/>
                  <a:pt x="1254624" y="1000279"/>
                </a:cubicBezTo>
                <a:cubicBezTo>
                  <a:pt x="1259025" y="995877"/>
                  <a:pt x="1287317" y="975130"/>
                  <a:pt x="1292347" y="971987"/>
                </a:cubicBezTo>
                <a:cubicBezTo>
                  <a:pt x="1297376" y="968843"/>
                  <a:pt x="1323782" y="957526"/>
                  <a:pt x="1330069" y="953126"/>
                </a:cubicBezTo>
                <a:cubicBezTo>
                  <a:pt x="1336356" y="948724"/>
                  <a:pt x="1379738" y="911001"/>
                  <a:pt x="1386653" y="905971"/>
                </a:cubicBezTo>
                <a:cubicBezTo>
                  <a:pt x="1393569" y="900941"/>
                  <a:pt x="1426891" y="882081"/>
                  <a:pt x="1433807" y="877680"/>
                </a:cubicBezTo>
                <a:cubicBezTo>
                  <a:pt x="1440723" y="873278"/>
                  <a:pt x="1482218" y="844987"/>
                  <a:pt x="1490391" y="839957"/>
                </a:cubicBezTo>
                <a:cubicBezTo>
                  <a:pt x="1498565" y="834927"/>
                  <a:pt x="1548233" y="806006"/>
                  <a:pt x="1556406" y="802234"/>
                </a:cubicBezTo>
                <a:cubicBezTo>
                  <a:pt x="1564579" y="798461"/>
                  <a:pt x="1606703" y="785887"/>
                  <a:pt x="1612990" y="783373"/>
                </a:cubicBezTo>
                <a:cubicBezTo>
                  <a:pt x="1619277" y="780858"/>
                  <a:pt x="1646312" y="766398"/>
                  <a:pt x="1650713" y="764512"/>
                </a:cubicBezTo>
                <a:cubicBezTo>
                  <a:pt x="1655114" y="762626"/>
                  <a:pt x="1675233" y="756338"/>
                  <a:pt x="1679005" y="755081"/>
                </a:cubicBezTo>
                <a:cubicBezTo>
                  <a:pt x="1682777" y="753823"/>
                  <a:pt x="1704782" y="746278"/>
                  <a:pt x="1707297" y="745650"/>
                </a:cubicBezTo>
                <a:cubicBezTo>
                  <a:pt x="1709812" y="745021"/>
                  <a:pt x="1714841" y="746278"/>
                  <a:pt x="1716728" y="745650"/>
                </a:cubicBezTo>
                <a:cubicBezTo>
                  <a:pt x="1718614" y="745021"/>
                  <a:pt x="1734332" y="736848"/>
                  <a:pt x="1735589" y="736219"/>
                </a:cubicBezTo>
                <a:quadBezTo>
                  <a:pt x="1736847" y="735591"/>
                  <a:pt x="1735589" y="736219"/>
                </a:quadBezTo>
                <a:cubicBezTo>
                  <a:pt x="1734332" y="736848"/>
                  <a:pt x="1719871" y="744392"/>
                  <a:pt x="1716728" y="745650"/>
                </a:cubicBezTo>
                <a:cubicBezTo>
                  <a:pt x="1713584" y="746907"/>
                  <a:pt x="1692208" y="753194"/>
                  <a:pt x="1688436" y="755081"/>
                </a:cubicBezTo>
                <a:cubicBezTo>
                  <a:pt x="1684664" y="756967"/>
                  <a:pt x="1664545" y="771427"/>
                  <a:pt x="1660144" y="773942"/>
                </a:cubicBezTo>
                <a:cubicBezTo>
                  <a:pt x="1655743" y="776456"/>
                  <a:pt x="1626822" y="790917"/>
                  <a:pt x="1622421" y="792803"/>
                </a:cubicBezTo>
                <a:cubicBezTo>
                  <a:pt x="1618020" y="794689"/>
                  <a:pt x="1601673" y="802234"/>
                  <a:pt x="1594129" y="802234"/>
                </a:cubicBezTo>
                <a:cubicBezTo>
                  <a:pt x="1586584" y="802234"/>
                  <a:pt x="1518055" y="791546"/>
                  <a:pt x="1509253" y="792803"/>
                </a:cubicBezTo>
                <a:cubicBezTo>
                  <a:pt x="1500451" y="794061"/>
                  <a:pt x="1470901" y="816694"/>
                  <a:pt x="1462099" y="821095"/>
                </a:cubicBezTo>
                <a:cubicBezTo>
                  <a:pt x="1453297" y="825496"/>
                  <a:pt x="1386654" y="855046"/>
                  <a:pt x="1377223" y="858818"/>
                </a:cubicBezTo>
                <a:cubicBezTo>
                  <a:pt x="1367792" y="862590"/>
                  <a:pt x="1326926" y="875165"/>
                  <a:pt x="1320639" y="877680"/>
                </a:cubicBezTo>
                <a:cubicBezTo>
                  <a:pt x="1314352" y="880194"/>
                  <a:pt x="1288574" y="894655"/>
                  <a:pt x="1282916" y="896541"/>
                </a:cubicBezTo>
                <a:cubicBezTo>
                  <a:pt x="1277257" y="898427"/>
                  <a:pt x="1240163" y="904714"/>
                  <a:pt x="1235762" y="905971"/>
                </a:cubicBezTo>
                <a:cubicBezTo>
                  <a:pt x="1231361" y="907228"/>
                  <a:pt x="1220045" y="914145"/>
                  <a:pt x="1216901" y="915402"/>
                </a:cubicBezTo>
                <a:cubicBezTo>
                  <a:pt x="1213757" y="916659"/>
                  <a:pt x="1192381" y="924204"/>
                  <a:pt x="1188609" y="924833"/>
                </a:cubicBezTo>
                <a:cubicBezTo>
                  <a:pt x="1184837" y="925462"/>
                  <a:pt x="1164089" y="924204"/>
                  <a:pt x="1160317" y="924833"/>
                </a:cubicBezTo>
                <a:cubicBezTo>
                  <a:pt x="1156545" y="925462"/>
                  <a:pt x="1135168" y="933006"/>
                  <a:pt x="1132025" y="934264"/>
                </a:cubicBezTo>
                <a:cubicBezTo>
                  <a:pt x="1128881" y="935521"/>
                  <a:pt x="1115050" y="943694"/>
                  <a:pt x="1113163" y="943694"/>
                </a:cubicBezTo>
                <a:cubicBezTo>
                  <a:pt x="1111277" y="943694"/>
                  <a:pt x="1104990" y="934264"/>
                  <a:pt x="1103733" y="934264"/>
                </a:cubicBezTo>
                <a:cubicBezTo>
                  <a:pt x="1102475" y="934264"/>
                  <a:pt x="1094302" y="944951"/>
                  <a:pt x="1094302" y="943694"/>
                </a:cubicBezTo>
                <a:cubicBezTo>
                  <a:pt x="1094302" y="942437"/>
                  <a:pt x="1103104" y="917917"/>
                  <a:pt x="1103733" y="915402"/>
                </a:cubicBezTo>
                <a:cubicBezTo>
                  <a:pt x="1104362" y="912887"/>
                  <a:pt x="1104362" y="907857"/>
                  <a:pt x="1103733" y="905971"/>
                </a:cubicBezTo>
                <a:cubicBezTo>
                  <a:pt x="1103104" y="904085"/>
                  <a:pt x="1093673" y="888996"/>
                  <a:pt x="1094302" y="887110"/>
                </a:cubicBezTo>
                <a:cubicBezTo>
                  <a:pt x="1094931" y="885224"/>
                  <a:pt x="1110649" y="878937"/>
                  <a:pt x="1113163" y="877680"/>
                </a:cubicBezTo>
                <a:cubicBezTo>
                  <a:pt x="1115678" y="876422"/>
                  <a:pt x="1130139" y="869506"/>
                  <a:pt x="1132025" y="868249"/>
                </a:cubicBezTo>
                <a:cubicBezTo>
                  <a:pt x="1133911" y="866991"/>
                  <a:pt x="1140827" y="859446"/>
                  <a:pt x="1141456" y="858818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3" name=""/>
          <p:cNvSpPr/>
          <p:nvPr/>
        </p:nvSpPr>
        <p:spPr>
          <a:xfrm>
            <a:off x="6528054" y="2852928"/>
            <a:ext cx="2304288" cy="230047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4" name=""/>
          <p:cNvSpPr/>
          <p:nvPr/>
        </p:nvSpPr>
        <p:spPr>
          <a:xfrm>
            <a:off x="6528054" y="3961209"/>
            <a:ext cx="2306082" cy="1321594"/>
          </a:xfrm>
          <a:custGeom>
            <a:avLst/>
            <a:gdLst>
              <a:gd name="connsiteX0" fmla="*/ 2141109 w 2306082"/>
              <a:gd name="connsiteY0" fmla="*/ 94932 h 1321594"/>
              <a:gd name="connsiteX1" fmla="*/ 2009079 w 2306082"/>
              <a:gd name="connsiteY1" fmla="*/ 160947 h 1321594"/>
              <a:gd name="connsiteX2" fmla="*/ 1914772 w 2306082"/>
              <a:gd name="connsiteY2" fmla="*/ 226962 h 1321594"/>
              <a:gd name="connsiteX3" fmla="*/ 1867619 w 2306082"/>
              <a:gd name="connsiteY3" fmla="*/ 245823 h 1321594"/>
              <a:gd name="connsiteX4" fmla="*/ 1848758 w 2306082"/>
              <a:gd name="connsiteY4" fmla="*/ 264684 h 1321594"/>
              <a:gd name="connsiteX5" fmla="*/ 1829896 w 2306082"/>
              <a:gd name="connsiteY5" fmla="*/ 283546 h 1321594"/>
              <a:gd name="connsiteX6" fmla="*/ 1773312 w 2306082"/>
              <a:gd name="connsiteY6" fmla="*/ 330699 h 1321594"/>
              <a:gd name="connsiteX7" fmla="*/ 1716728 w 2306082"/>
              <a:gd name="connsiteY7" fmla="*/ 358992 h 1321594"/>
              <a:gd name="connsiteX8" fmla="*/ 1679005 w 2306082"/>
              <a:gd name="connsiteY8" fmla="*/ 387284 h 1321594"/>
              <a:gd name="connsiteX9" fmla="*/ 1660144 w 2306082"/>
              <a:gd name="connsiteY9" fmla="*/ 406145 h 1321594"/>
              <a:gd name="connsiteX10" fmla="*/ 1622421 w 2306082"/>
              <a:gd name="connsiteY10" fmla="*/ 443868 h 1321594"/>
              <a:gd name="connsiteX11" fmla="*/ 1603559 w 2306082"/>
              <a:gd name="connsiteY11" fmla="*/ 462729 h 1321594"/>
              <a:gd name="connsiteX12" fmla="*/ 1575268 w 2306082"/>
              <a:gd name="connsiteY12" fmla="*/ 491021 h 1321594"/>
              <a:gd name="connsiteX13" fmla="*/ 1546975 w 2306082"/>
              <a:gd name="connsiteY13" fmla="*/ 519313 h 1321594"/>
              <a:gd name="connsiteX14" fmla="*/ 1518683 w 2306082"/>
              <a:gd name="connsiteY14" fmla="*/ 538175 h 1321594"/>
              <a:gd name="connsiteX15" fmla="*/ 1499822 w 2306082"/>
              <a:gd name="connsiteY15" fmla="*/ 566467 h 1321594"/>
              <a:gd name="connsiteX16" fmla="*/ 1471530 w 2306082"/>
              <a:gd name="connsiteY16" fmla="*/ 585328 h 1321594"/>
              <a:gd name="connsiteX17" fmla="*/ 1452668 w 2306082"/>
              <a:gd name="connsiteY17" fmla="*/ 604190 h 1321594"/>
              <a:gd name="connsiteX18" fmla="*/ 1405515 w 2306082"/>
              <a:gd name="connsiteY18" fmla="*/ 660774 h 1321594"/>
              <a:gd name="connsiteX19" fmla="*/ 1348931 w 2306082"/>
              <a:gd name="connsiteY19" fmla="*/ 707927 h 1321594"/>
              <a:gd name="connsiteX20" fmla="*/ 1320639 w 2306082"/>
              <a:gd name="connsiteY20" fmla="*/ 745650 h 1321594"/>
              <a:gd name="connsiteX21" fmla="*/ 1301777 w 2306082"/>
              <a:gd name="connsiteY21" fmla="*/ 764512 h 1321594"/>
              <a:gd name="connsiteX22" fmla="*/ 1282916 w 2306082"/>
              <a:gd name="connsiteY22" fmla="*/ 792803 h 1321594"/>
              <a:gd name="connsiteX23" fmla="*/ 1254624 w 2306082"/>
              <a:gd name="connsiteY23" fmla="*/ 811665 h 1321594"/>
              <a:gd name="connsiteX24" fmla="*/ 1226332 w 2306082"/>
              <a:gd name="connsiteY24" fmla="*/ 849388 h 1321594"/>
              <a:gd name="connsiteX25" fmla="*/ 1207471 w 2306082"/>
              <a:gd name="connsiteY25" fmla="*/ 868249 h 1321594"/>
              <a:gd name="connsiteX26" fmla="*/ 1188609 w 2306082"/>
              <a:gd name="connsiteY26" fmla="*/ 887110 h 1321594"/>
              <a:gd name="connsiteX27" fmla="*/ 1150886 w 2306082"/>
              <a:gd name="connsiteY27" fmla="*/ 915402 h 1321594"/>
              <a:gd name="connsiteX28" fmla="*/ 1132025 w 2306082"/>
              <a:gd name="connsiteY28" fmla="*/ 934264 h 1321594"/>
              <a:gd name="connsiteX29" fmla="*/ 1113163 w 2306082"/>
              <a:gd name="connsiteY29" fmla="*/ 962556 h 1321594"/>
              <a:gd name="connsiteX30" fmla="*/ 1075441 w 2306082"/>
              <a:gd name="connsiteY30" fmla="*/ 990848 h 1321594"/>
              <a:gd name="connsiteX31" fmla="*/ 1047149 w 2306082"/>
              <a:gd name="connsiteY31" fmla="*/ 1019140 h 1321594"/>
              <a:gd name="connsiteX32" fmla="*/ 1018856 w 2306082"/>
              <a:gd name="connsiteY32" fmla="*/ 1038001 h 1321594"/>
              <a:gd name="connsiteX33" fmla="*/ 1009426 w 2306082"/>
              <a:gd name="connsiteY33" fmla="*/ 1047432 h 1321594"/>
              <a:gd name="connsiteX34" fmla="*/ 981134 w 2306082"/>
              <a:gd name="connsiteY34" fmla="*/ 1056863 h 1321594"/>
              <a:gd name="connsiteX35" fmla="*/ 971703 w 2306082"/>
              <a:gd name="connsiteY35" fmla="*/ 1066294 h 1321594"/>
              <a:gd name="connsiteX36" fmla="*/ 962272 w 2306082"/>
              <a:gd name="connsiteY36" fmla="*/ 1075724 h 1321594"/>
              <a:gd name="connsiteX37" fmla="*/ 952842 w 2306082"/>
              <a:gd name="connsiteY37" fmla="*/ 1075724 h 1321594"/>
              <a:gd name="connsiteX38" fmla="*/ 943411 w 2306082"/>
              <a:gd name="connsiteY38" fmla="*/ 1085155 h 1321594"/>
              <a:gd name="connsiteX39" fmla="*/ 924550 w 2306082"/>
              <a:gd name="connsiteY39" fmla="*/ 1094586 h 1321594"/>
              <a:gd name="connsiteX40" fmla="*/ 915119 w 2306082"/>
              <a:gd name="connsiteY40" fmla="*/ 1104016 h 1321594"/>
              <a:gd name="connsiteX41" fmla="*/ 858535 w 2306082"/>
              <a:gd name="connsiteY41" fmla="*/ 1094586 h 1321594"/>
              <a:gd name="connsiteX42" fmla="*/ 849104 w 2306082"/>
              <a:gd name="connsiteY42" fmla="*/ 1094586 h 1321594"/>
              <a:gd name="connsiteX43" fmla="*/ 839673 w 2306082"/>
              <a:gd name="connsiteY43" fmla="*/ 1085155 h 1321594"/>
              <a:gd name="connsiteX44" fmla="*/ 830243 w 2306082"/>
              <a:gd name="connsiteY44" fmla="*/ 1075724 h 1321594"/>
              <a:gd name="connsiteX45" fmla="*/ 820812 w 2306082"/>
              <a:gd name="connsiteY45" fmla="*/ 1075724 h 1321594"/>
              <a:gd name="connsiteX46" fmla="*/ 811381 w 2306082"/>
              <a:gd name="connsiteY46" fmla="*/ 1038001 h 1321594"/>
              <a:gd name="connsiteX47" fmla="*/ 792520 w 2306082"/>
              <a:gd name="connsiteY47" fmla="*/ 990848 h 1321594"/>
              <a:gd name="connsiteX48" fmla="*/ 773659 w 2306082"/>
              <a:gd name="connsiteY48" fmla="*/ 971987 h 1321594"/>
              <a:gd name="connsiteX49" fmla="*/ 764228 w 2306082"/>
              <a:gd name="connsiteY49" fmla="*/ 962556 h 1321594"/>
              <a:gd name="connsiteX50" fmla="*/ 735936 w 2306082"/>
              <a:gd name="connsiteY50" fmla="*/ 924833 h 1321594"/>
              <a:gd name="connsiteX51" fmla="*/ 726505 w 2306082"/>
              <a:gd name="connsiteY51" fmla="*/ 905971 h 1321594"/>
              <a:gd name="connsiteX52" fmla="*/ 717074 w 2306082"/>
              <a:gd name="connsiteY52" fmla="*/ 887110 h 1321594"/>
              <a:gd name="connsiteX53" fmla="*/ 688782 w 2306082"/>
              <a:gd name="connsiteY53" fmla="*/ 858818 h 1321594"/>
              <a:gd name="connsiteX54" fmla="*/ 679352 w 2306082"/>
              <a:gd name="connsiteY54" fmla="*/ 849388 h 1321594"/>
              <a:gd name="connsiteX55" fmla="*/ 651059 w 2306082"/>
              <a:gd name="connsiteY55" fmla="*/ 811665 h 1321594"/>
              <a:gd name="connsiteX56" fmla="*/ 641629 w 2306082"/>
              <a:gd name="connsiteY56" fmla="*/ 792803 h 1321594"/>
              <a:gd name="connsiteX57" fmla="*/ 632198 w 2306082"/>
              <a:gd name="connsiteY57" fmla="*/ 773942 h 1321594"/>
              <a:gd name="connsiteX58" fmla="*/ 613337 w 2306082"/>
              <a:gd name="connsiteY58" fmla="*/ 745650 h 1321594"/>
              <a:gd name="connsiteX59" fmla="*/ 585045 w 2306082"/>
              <a:gd name="connsiteY59" fmla="*/ 698496 h 1321594"/>
              <a:gd name="connsiteX60" fmla="*/ 547322 w 2306082"/>
              <a:gd name="connsiteY60" fmla="*/ 651343 h 1321594"/>
              <a:gd name="connsiteX61" fmla="*/ 528460 w 2306082"/>
              <a:gd name="connsiteY61" fmla="*/ 613620 h 1321594"/>
              <a:gd name="connsiteX62" fmla="*/ 509599 w 2306082"/>
              <a:gd name="connsiteY62" fmla="*/ 585328 h 1321594"/>
              <a:gd name="connsiteX63" fmla="*/ 500168 w 2306082"/>
              <a:gd name="connsiteY63" fmla="*/ 566467 h 1321594"/>
              <a:gd name="connsiteX64" fmla="*/ 490738 w 2306082"/>
              <a:gd name="connsiteY64" fmla="*/ 538175 h 1321594"/>
              <a:gd name="connsiteX65" fmla="*/ 490738 w 2306082"/>
              <a:gd name="connsiteY65" fmla="*/ 528744 h 1321594"/>
              <a:gd name="connsiteX66" fmla="*/ 481307 w 2306082"/>
              <a:gd name="connsiteY66" fmla="*/ 500452 h 1321594"/>
              <a:gd name="connsiteX67" fmla="*/ 481307 w 2306082"/>
              <a:gd name="connsiteY67" fmla="*/ 491021 h 1321594"/>
              <a:gd name="connsiteX68" fmla="*/ 471876 w 2306082"/>
              <a:gd name="connsiteY68" fmla="*/ 472160 h 1321594"/>
              <a:gd name="connsiteX69" fmla="*/ 490738 w 2306082"/>
              <a:gd name="connsiteY69" fmla="*/ 368422 h 1321594"/>
              <a:gd name="connsiteX70" fmla="*/ 509599 w 2306082"/>
              <a:gd name="connsiteY70" fmla="*/ 349561 h 1321594"/>
              <a:gd name="connsiteX71" fmla="*/ 519030 w 2306082"/>
              <a:gd name="connsiteY71" fmla="*/ 330699 h 1321594"/>
              <a:gd name="connsiteX72" fmla="*/ 528460 w 2306082"/>
              <a:gd name="connsiteY72" fmla="*/ 321269 h 1321594"/>
              <a:gd name="connsiteX73" fmla="*/ 528460 w 2306082"/>
              <a:gd name="connsiteY73" fmla="*/ 302407 h 1321594"/>
              <a:gd name="connsiteX74" fmla="*/ 547322 w 2306082"/>
              <a:gd name="connsiteY74" fmla="*/ 292977 h 1321594"/>
              <a:gd name="connsiteX75" fmla="*/ 566183 w 2306082"/>
              <a:gd name="connsiteY75" fmla="*/ 274115 h 1321594"/>
              <a:gd name="connsiteX76" fmla="*/ 594475 w 2306082"/>
              <a:gd name="connsiteY76" fmla="*/ 255254 h 1321594"/>
              <a:gd name="connsiteX77" fmla="*/ 603906 w 2306082"/>
              <a:gd name="connsiteY77" fmla="*/ 245823 h 1321594"/>
              <a:gd name="connsiteX78" fmla="*/ 622767 w 2306082"/>
              <a:gd name="connsiteY78" fmla="*/ 236393 h 1321594"/>
              <a:gd name="connsiteX79" fmla="*/ 641629 w 2306082"/>
              <a:gd name="connsiteY79" fmla="*/ 217531 h 1321594"/>
              <a:gd name="connsiteX80" fmla="*/ 660490 w 2306082"/>
              <a:gd name="connsiteY80" fmla="*/ 208100 h 1321594"/>
              <a:gd name="connsiteX81" fmla="*/ 707644 w 2306082"/>
              <a:gd name="connsiteY81" fmla="*/ 189239 h 1321594"/>
              <a:gd name="connsiteX82" fmla="*/ 707644 w 2306082"/>
              <a:gd name="connsiteY82" fmla="*/ 170378 h 1321594"/>
              <a:gd name="connsiteX83" fmla="*/ 735936 w 2306082"/>
              <a:gd name="connsiteY83" fmla="*/ 151516 h 1321594"/>
              <a:gd name="connsiteX84" fmla="*/ 764228 w 2306082"/>
              <a:gd name="connsiteY84" fmla="*/ 142086 h 1321594"/>
              <a:gd name="connsiteX85" fmla="*/ 783089 w 2306082"/>
              <a:gd name="connsiteY85" fmla="*/ 132655 h 1321594"/>
              <a:gd name="connsiteX86" fmla="*/ 811381 w 2306082"/>
              <a:gd name="connsiteY86" fmla="*/ 132655 h 1321594"/>
              <a:gd name="connsiteX87" fmla="*/ 830243 w 2306082"/>
              <a:gd name="connsiteY87" fmla="*/ 113793 h 1321594"/>
              <a:gd name="connsiteX88" fmla="*/ 886827 w 2306082"/>
              <a:gd name="connsiteY88" fmla="*/ 104363 h 1321594"/>
              <a:gd name="connsiteX89" fmla="*/ 924550 w 2306082"/>
              <a:gd name="connsiteY89" fmla="*/ 94932 h 1321594"/>
              <a:gd name="connsiteX90" fmla="*/ 971703 w 2306082"/>
              <a:gd name="connsiteY90" fmla="*/ 85502 h 1321594"/>
              <a:gd name="connsiteX91" fmla="*/ 990564 w 2306082"/>
              <a:gd name="connsiteY91" fmla="*/ 76071 h 1321594"/>
              <a:gd name="connsiteX92" fmla="*/ 1047149 w 2306082"/>
              <a:gd name="connsiteY92" fmla="*/ 66640 h 1321594"/>
              <a:gd name="connsiteX93" fmla="*/ 1094302 w 2306082"/>
              <a:gd name="connsiteY93" fmla="*/ 66640 h 1321594"/>
              <a:gd name="connsiteX94" fmla="*/ 1141456 w 2306082"/>
              <a:gd name="connsiteY94" fmla="*/ 47779 h 1321594"/>
              <a:gd name="connsiteX95" fmla="*/ 1264055 w 2306082"/>
              <a:gd name="connsiteY95" fmla="*/ 47779 h 1321594"/>
              <a:gd name="connsiteX96" fmla="*/ 1282916 w 2306082"/>
              <a:gd name="connsiteY96" fmla="*/ 38348 h 1321594"/>
              <a:gd name="connsiteX97" fmla="*/ 1575268 w 2306082"/>
              <a:gd name="connsiteY97" fmla="*/ 38348 h 1321594"/>
              <a:gd name="connsiteX98" fmla="*/ 1584698 w 2306082"/>
              <a:gd name="connsiteY98" fmla="*/ 47779 h 1321594"/>
              <a:gd name="connsiteX99" fmla="*/ 1594129 w 2306082"/>
              <a:gd name="connsiteY99" fmla="*/ 47779 h 1321594"/>
              <a:gd name="connsiteX100" fmla="*/ 1603559 w 2306082"/>
              <a:gd name="connsiteY100" fmla="*/ 57209 h 1321594"/>
              <a:gd name="connsiteX101" fmla="*/ 1612990 w 2306082"/>
              <a:gd name="connsiteY101" fmla="*/ 57209 h 1321594"/>
              <a:gd name="connsiteX102" fmla="*/ 1622421 w 2306082"/>
              <a:gd name="connsiteY102" fmla="*/ 66640 h 1321594"/>
              <a:gd name="connsiteX103" fmla="*/ 1641282 w 2306082"/>
              <a:gd name="connsiteY103" fmla="*/ 94932 h 1321594"/>
              <a:gd name="connsiteX104" fmla="*/ 1650713 w 2306082"/>
              <a:gd name="connsiteY104" fmla="*/ 113793 h 1321594"/>
              <a:gd name="connsiteX105" fmla="*/ 1660144 w 2306082"/>
              <a:gd name="connsiteY105" fmla="*/ 123224 h 1321594"/>
              <a:gd name="connsiteX106" fmla="*/ 1688436 w 2306082"/>
              <a:gd name="connsiteY106" fmla="*/ 170378 h 1321594"/>
              <a:gd name="connsiteX107" fmla="*/ 1697866 w 2306082"/>
              <a:gd name="connsiteY107" fmla="*/ 189239 h 1321594"/>
              <a:gd name="connsiteX108" fmla="*/ 1697866 w 2306082"/>
              <a:gd name="connsiteY108" fmla="*/ 198670 h 1321594"/>
              <a:gd name="connsiteX109" fmla="*/ 1707297 w 2306082"/>
              <a:gd name="connsiteY109" fmla="*/ 208100 h 1321594"/>
              <a:gd name="connsiteX110" fmla="*/ 1707297 w 2306082"/>
              <a:gd name="connsiteY110" fmla="*/ 226962 h 1321594"/>
              <a:gd name="connsiteX111" fmla="*/ 1726159 w 2306082"/>
              <a:gd name="connsiteY111" fmla="*/ 245823 h 1321594"/>
              <a:gd name="connsiteX112" fmla="*/ 1735589 w 2306082"/>
              <a:gd name="connsiteY112" fmla="*/ 264684 h 1321594"/>
              <a:gd name="connsiteX113" fmla="*/ 1745020 w 2306082"/>
              <a:gd name="connsiteY113" fmla="*/ 292977 h 1321594"/>
              <a:gd name="connsiteX114" fmla="*/ 1754451 w 2306082"/>
              <a:gd name="connsiteY114" fmla="*/ 311838 h 1321594"/>
              <a:gd name="connsiteX115" fmla="*/ 1763881 w 2306082"/>
              <a:gd name="connsiteY115" fmla="*/ 340130 h 1321594"/>
              <a:gd name="connsiteX116" fmla="*/ 1763881 w 2306082"/>
              <a:gd name="connsiteY116" fmla="*/ 443868 h 1321594"/>
              <a:gd name="connsiteX117" fmla="*/ 1745020 w 2306082"/>
              <a:gd name="connsiteY117" fmla="*/ 462729 h 1321594"/>
              <a:gd name="connsiteX118" fmla="*/ 1735589 w 2306082"/>
              <a:gd name="connsiteY118" fmla="*/ 481590 h 1321594"/>
              <a:gd name="connsiteX119" fmla="*/ 1707297 w 2306082"/>
              <a:gd name="connsiteY119" fmla="*/ 509883 h 1321594"/>
              <a:gd name="connsiteX120" fmla="*/ 1669574 w 2306082"/>
              <a:gd name="connsiteY120" fmla="*/ 528744 h 1321594"/>
              <a:gd name="connsiteX121" fmla="*/ 1612990 w 2306082"/>
              <a:gd name="connsiteY121" fmla="*/ 557036 h 1321594"/>
              <a:gd name="connsiteX122" fmla="*/ 1584698 w 2306082"/>
              <a:gd name="connsiteY122" fmla="*/ 575897 h 1321594"/>
              <a:gd name="connsiteX123" fmla="*/ 1537545 w 2306082"/>
              <a:gd name="connsiteY123" fmla="*/ 594759 h 1321594"/>
              <a:gd name="connsiteX124" fmla="*/ 1490391 w 2306082"/>
              <a:gd name="connsiteY124" fmla="*/ 613620 h 1321594"/>
              <a:gd name="connsiteX125" fmla="*/ 1443238 w 2306082"/>
              <a:gd name="connsiteY125" fmla="*/ 632481 h 1321594"/>
              <a:gd name="connsiteX126" fmla="*/ 1367792 w 2306082"/>
              <a:gd name="connsiteY126" fmla="*/ 651343 h 1321594"/>
              <a:gd name="connsiteX127" fmla="*/ 1311208 w 2306082"/>
              <a:gd name="connsiteY127" fmla="*/ 660774 h 1321594"/>
              <a:gd name="connsiteX128" fmla="*/ 1235762 w 2306082"/>
              <a:gd name="connsiteY128" fmla="*/ 689066 h 1321594"/>
              <a:gd name="connsiteX129" fmla="*/ 1179178 w 2306082"/>
              <a:gd name="connsiteY129" fmla="*/ 689066 h 1321594"/>
              <a:gd name="connsiteX130" fmla="*/ 1094302 w 2306082"/>
              <a:gd name="connsiteY130" fmla="*/ 698496 h 1321594"/>
              <a:gd name="connsiteX131" fmla="*/ 981134 w 2306082"/>
              <a:gd name="connsiteY131" fmla="*/ 707927 h 1321594"/>
              <a:gd name="connsiteX132" fmla="*/ 556753 w 2306082"/>
              <a:gd name="connsiteY132" fmla="*/ 707927 h 1321594"/>
              <a:gd name="connsiteX133" fmla="*/ 490738 w 2306082"/>
              <a:gd name="connsiteY133" fmla="*/ 698496 h 1321594"/>
              <a:gd name="connsiteX134" fmla="*/ 368139 w 2306082"/>
              <a:gd name="connsiteY134" fmla="*/ 698496 h 1321594"/>
              <a:gd name="connsiteX135" fmla="*/ 330416 w 2306082"/>
              <a:gd name="connsiteY135" fmla="*/ 689066 h 1321594"/>
              <a:gd name="connsiteX136" fmla="*/ 283262 w 2306082"/>
              <a:gd name="connsiteY136" fmla="*/ 679635 h 1321594"/>
              <a:gd name="connsiteX137" fmla="*/ 236109 w 2306082"/>
              <a:gd name="connsiteY137" fmla="*/ 670204 h 1321594"/>
              <a:gd name="connsiteX138" fmla="*/ 141802 w 2306082"/>
              <a:gd name="connsiteY138" fmla="*/ 651343 h 1321594"/>
              <a:gd name="connsiteX139" fmla="*/ 113510 w 2306082"/>
              <a:gd name="connsiteY139" fmla="*/ 651343 h 1321594"/>
              <a:gd name="connsiteX140" fmla="*/ 85218 w 2306082"/>
              <a:gd name="connsiteY140" fmla="*/ 641912 h 1321594"/>
              <a:gd name="connsiteX141" fmla="*/ 66357 w 2306082"/>
              <a:gd name="connsiteY141" fmla="*/ 632481 h 1321594"/>
              <a:gd name="connsiteX142" fmla="*/ 56926 w 2306082"/>
              <a:gd name="connsiteY142" fmla="*/ 632481 h 1321594"/>
              <a:gd name="connsiteX143" fmla="*/ 47495 w 2306082"/>
              <a:gd name="connsiteY143" fmla="*/ 623051 h 1321594"/>
              <a:gd name="connsiteX144" fmla="*/ 47495 w 2306082"/>
              <a:gd name="connsiteY144" fmla="*/ 594759 h 1321594"/>
              <a:gd name="connsiteX145" fmla="*/ 56926 w 2306082"/>
              <a:gd name="connsiteY145" fmla="*/ 575897 h 1321594"/>
              <a:gd name="connsiteX146" fmla="*/ 66357 w 2306082"/>
              <a:gd name="connsiteY146" fmla="*/ 547605 h 1321594"/>
              <a:gd name="connsiteX147" fmla="*/ 75787 w 2306082"/>
              <a:gd name="connsiteY147" fmla="*/ 528744 h 1321594"/>
              <a:gd name="connsiteX148" fmla="*/ 104079 w 2306082"/>
              <a:gd name="connsiteY148" fmla="*/ 509883 h 1321594"/>
              <a:gd name="connsiteX149" fmla="*/ 122941 w 2306082"/>
              <a:gd name="connsiteY149" fmla="*/ 491021 h 1321594"/>
              <a:gd name="connsiteX150" fmla="*/ 151233 w 2306082"/>
              <a:gd name="connsiteY150" fmla="*/ 472160 h 1321594"/>
              <a:gd name="connsiteX151" fmla="*/ 188956 w 2306082"/>
              <a:gd name="connsiteY151" fmla="*/ 453299 h 1321594"/>
              <a:gd name="connsiteX152" fmla="*/ 245540 w 2306082"/>
              <a:gd name="connsiteY152" fmla="*/ 434437 h 1321594"/>
              <a:gd name="connsiteX153" fmla="*/ 283262 w 2306082"/>
              <a:gd name="connsiteY153" fmla="*/ 425006 h 1321594"/>
              <a:gd name="connsiteX154" fmla="*/ 320985 w 2306082"/>
              <a:gd name="connsiteY154" fmla="*/ 406145 h 1321594"/>
              <a:gd name="connsiteX155" fmla="*/ 387000 w 2306082"/>
              <a:gd name="connsiteY155" fmla="*/ 396714 h 1321594"/>
              <a:gd name="connsiteX156" fmla="*/ 481307 w 2306082"/>
              <a:gd name="connsiteY156" fmla="*/ 368422 h 1321594"/>
              <a:gd name="connsiteX157" fmla="*/ 575614 w 2306082"/>
              <a:gd name="connsiteY157" fmla="*/ 358992 h 1321594"/>
              <a:gd name="connsiteX158" fmla="*/ 660490 w 2306082"/>
              <a:gd name="connsiteY158" fmla="*/ 349561 h 1321594"/>
              <a:gd name="connsiteX159" fmla="*/ 858535 w 2306082"/>
              <a:gd name="connsiteY159" fmla="*/ 349561 h 1321594"/>
              <a:gd name="connsiteX160" fmla="*/ 962272 w 2306082"/>
              <a:gd name="connsiteY160" fmla="*/ 340130 h 1321594"/>
              <a:gd name="connsiteX161" fmla="*/ 1943065 w 2306082"/>
              <a:gd name="connsiteY161" fmla="*/ 340130 h 1321594"/>
              <a:gd name="connsiteX162" fmla="*/ 1990218 w 2306082"/>
              <a:gd name="connsiteY162" fmla="*/ 349561 h 1321594"/>
              <a:gd name="connsiteX163" fmla="*/ 2046802 w 2306082"/>
              <a:gd name="connsiteY163" fmla="*/ 358992 h 1321594"/>
              <a:gd name="connsiteX164" fmla="*/ 2122248 w 2306082"/>
              <a:gd name="connsiteY164" fmla="*/ 358992 h 1321594"/>
              <a:gd name="connsiteX165" fmla="*/ 2141109 w 2306082"/>
              <a:gd name="connsiteY165" fmla="*/ 368422 h 1321594"/>
              <a:gd name="connsiteX166" fmla="*/ 2159971 w 2306082"/>
              <a:gd name="connsiteY166" fmla="*/ 377853 h 1321594"/>
              <a:gd name="connsiteX167" fmla="*/ 2178832 w 2306082"/>
              <a:gd name="connsiteY167" fmla="*/ 387284 h 1321594"/>
              <a:gd name="connsiteX168" fmla="*/ 2188263 w 2306082"/>
              <a:gd name="connsiteY168" fmla="*/ 387284 h 1321594"/>
              <a:gd name="connsiteX169" fmla="*/ 2197693 w 2306082"/>
              <a:gd name="connsiteY169" fmla="*/ 396714 h 1321594"/>
              <a:gd name="connsiteX170" fmla="*/ 2197693 w 2306082"/>
              <a:gd name="connsiteY170" fmla="*/ 434437 h 1321594"/>
              <a:gd name="connsiteX171" fmla="*/ 2188263 w 2306082"/>
              <a:gd name="connsiteY171" fmla="*/ 453299 h 1321594"/>
              <a:gd name="connsiteX172" fmla="*/ 2178832 w 2306082"/>
              <a:gd name="connsiteY172" fmla="*/ 462729 h 1321594"/>
              <a:gd name="connsiteX173" fmla="*/ 2169401 w 2306082"/>
              <a:gd name="connsiteY173" fmla="*/ 472160 h 1321594"/>
              <a:gd name="connsiteX174" fmla="*/ 2141109 w 2306082"/>
              <a:gd name="connsiteY174" fmla="*/ 491021 h 1321594"/>
              <a:gd name="connsiteX175" fmla="*/ 2131679 w 2306082"/>
              <a:gd name="connsiteY175" fmla="*/ 491021 h 1321594"/>
              <a:gd name="connsiteX176" fmla="*/ 2093956 w 2306082"/>
              <a:gd name="connsiteY176" fmla="*/ 538175 h 1321594"/>
              <a:gd name="connsiteX177" fmla="*/ 2075094 w 2306082"/>
              <a:gd name="connsiteY177" fmla="*/ 547605 h 1321594"/>
              <a:gd name="connsiteX178" fmla="*/ 2037371 w 2306082"/>
              <a:gd name="connsiteY178" fmla="*/ 575897 h 1321594"/>
              <a:gd name="connsiteX179" fmla="*/ 2009079 w 2306082"/>
              <a:gd name="connsiteY179" fmla="*/ 585328 h 1321594"/>
              <a:gd name="connsiteX180" fmla="*/ 1952495 w 2306082"/>
              <a:gd name="connsiteY180" fmla="*/ 613620 h 1321594"/>
              <a:gd name="connsiteX181" fmla="*/ 1924203 w 2306082"/>
              <a:gd name="connsiteY181" fmla="*/ 632481 h 1321594"/>
              <a:gd name="connsiteX182" fmla="*/ 1858188 w 2306082"/>
              <a:gd name="connsiteY182" fmla="*/ 651343 h 1321594"/>
              <a:gd name="connsiteX183" fmla="*/ 1811035 w 2306082"/>
              <a:gd name="connsiteY183" fmla="*/ 660774 h 1321594"/>
              <a:gd name="connsiteX184" fmla="*/ 1735589 w 2306082"/>
              <a:gd name="connsiteY184" fmla="*/ 689066 h 1321594"/>
              <a:gd name="connsiteX185" fmla="*/ 1612990 w 2306082"/>
              <a:gd name="connsiteY185" fmla="*/ 717358 h 1321594"/>
              <a:gd name="connsiteX186" fmla="*/ 1556406 w 2306082"/>
              <a:gd name="connsiteY186" fmla="*/ 736219 h 1321594"/>
              <a:gd name="connsiteX187" fmla="*/ 1452668 w 2306082"/>
              <a:gd name="connsiteY187" fmla="*/ 745650 h 1321594"/>
              <a:gd name="connsiteX188" fmla="*/ 764228 w 2306082"/>
              <a:gd name="connsiteY188" fmla="*/ 745650 h 1321594"/>
              <a:gd name="connsiteX189" fmla="*/ 651059 w 2306082"/>
              <a:gd name="connsiteY189" fmla="*/ 726789 h 1321594"/>
              <a:gd name="connsiteX190" fmla="*/ 509599 w 2306082"/>
              <a:gd name="connsiteY190" fmla="*/ 698496 h 1321594"/>
              <a:gd name="connsiteX191" fmla="*/ 453015 w 2306082"/>
              <a:gd name="connsiteY191" fmla="*/ 689066 h 1321594"/>
              <a:gd name="connsiteX192" fmla="*/ 387000 w 2306082"/>
              <a:gd name="connsiteY192" fmla="*/ 679635 h 1321594"/>
              <a:gd name="connsiteX193" fmla="*/ 320985 w 2306082"/>
              <a:gd name="connsiteY193" fmla="*/ 670204 h 1321594"/>
              <a:gd name="connsiteX194" fmla="*/ 273832 w 2306082"/>
              <a:gd name="connsiteY194" fmla="*/ 660774 h 1321594"/>
              <a:gd name="connsiteX195" fmla="*/ 217248 w 2306082"/>
              <a:gd name="connsiteY195" fmla="*/ 632481 h 1321594"/>
              <a:gd name="connsiteX196" fmla="*/ 198386 w 2306082"/>
              <a:gd name="connsiteY196" fmla="*/ 632481 h 1321594"/>
              <a:gd name="connsiteX197" fmla="*/ 160663 w 2306082"/>
              <a:gd name="connsiteY197" fmla="*/ 613620 h 1321594"/>
              <a:gd name="connsiteX198" fmla="*/ 122941 w 2306082"/>
              <a:gd name="connsiteY198" fmla="*/ 594759 h 1321594"/>
              <a:gd name="connsiteX199" fmla="*/ 113510 w 2306082"/>
              <a:gd name="connsiteY199" fmla="*/ 585328 h 1321594"/>
              <a:gd name="connsiteX200" fmla="*/ 94649 w 2306082"/>
              <a:gd name="connsiteY200" fmla="*/ 566467 h 1321594"/>
              <a:gd name="connsiteX201" fmla="*/ 85218 w 2306082"/>
              <a:gd name="connsiteY201" fmla="*/ 557036 h 1321594"/>
              <a:gd name="connsiteX202" fmla="*/ 85218 w 2306082"/>
              <a:gd name="connsiteY202" fmla="*/ 509883 h 1321594"/>
              <a:gd name="connsiteX203" fmla="*/ 94649 w 2306082"/>
              <a:gd name="connsiteY203" fmla="*/ 481590 h 1321594"/>
              <a:gd name="connsiteX204" fmla="*/ 104079 w 2306082"/>
              <a:gd name="connsiteY204" fmla="*/ 453299 h 1321594"/>
              <a:gd name="connsiteX205" fmla="*/ 122941 w 2306082"/>
              <a:gd name="connsiteY205" fmla="*/ 434437 h 1321594"/>
              <a:gd name="connsiteX206" fmla="*/ 141802 w 2306082"/>
              <a:gd name="connsiteY206" fmla="*/ 425006 h 1321594"/>
              <a:gd name="connsiteX207" fmla="*/ 170094 w 2306082"/>
              <a:gd name="connsiteY207" fmla="*/ 396714 h 1321594"/>
              <a:gd name="connsiteX208" fmla="*/ 245540 w 2306082"/>
              <a:gd name="connsiteY208" fmla="*/ 377853 h 1321594"/>
              <a:gd name="connsiteX209" fmla="*/ 320985 w 2306082"/>
              <a:gd name="connsiteY209" fmla="*/ 349561 h 1321594"/>
              <a:gd name="connsiteX210" fmla="*/ 443584 w 2306082"/>
              <a:gd name="connsiteY210" fmla="*/ 292977 h 1321594"/>
              <a:gd name="connsiteX211" fmla="*/ 509599 w 2306082"/>
              <a:gd name="connsiteY211" fmla="*/ 264684 h 1321594"/>
              <a:gd name="connsiteX212" fmla="*/ 566183 w 2306082"/>
              <a:gd name="connsiteY212" fmla="*/ 245823 h 1321594"/>
              <a:gd name="connsiteX213" fmla="*/ 641629 w 2306082"/>
              <a:gd name="connsiteY213" fmla="*/ 217531 h 1321594"/>
              <a:gd name="connsiteX214" fmla="*/ 698213 w 2306082"/>
              <a:gd name="connsiteY214" fmla="*/ 198670 h 1321594"/>
              <a:gd name="connsiteX215" fmla="*/ 783089 w 2306082"/>
              <a:gd name="connsiteY215" fmla="*/ 179808 h 1321594"/>
              <a:gd name="connsiteX216" fmla="*/ 839673 w 2306082"/>
              <a:gd name="connsiteY216" fmla="*/ 170378 h 1321594"/>
              <a:gd name="connsiteX217" fmla="*/ 905688 w 2306082"/>
              <a:gd name="connsiteY217" fmla="*/ 160947 h 1321594"/>
              <a:gd name="connsiteX218" fmla="*/ 990564 w 2306082"/>
              <a:gd name="connsiteY218" fmla="*/ 151516 h 1321594"/>
              <a:gd name="connsiteX219" fmla="*/ 1103733 w 2306082"/>
              <a:gd name="connsiteY219" fmla="*/ 142086 h 1321594"/>
              <a:gd name="connsiteX220" fmla="*/ 1443238 w 2306082"/>
              <a:gd name="connsiteY220" fmla="*/ 142086 h 1321594"/>
              <a:gd name="connsiteX221" fmla="*/ 1528114 w 2306082"/>
              <a:gd name="connsiteY221" fmla="*/ 151516 h 1321594"/>
              <a:gd name="connsiteX222" fmla="*/ 1641282 w 2306082"/>
              <a:gd name="connsiteY222" fmla="*/ 151516 h 1321594"/>
              <a:gd name="connsiteX223" fmla="*/ 1716728 w 2306082"/>
              <a:gd name="connsiteY223" fmla="*/ 160947 h 1321594"/>
              <a:gd name="connsiteX224" fmla="*/ 1763881 w 2306082"/>
              <a:gd name="connsiteY224" fmla="*/ 160947 h 1321594"/>
              <a:gd name="connsiteX225" fmla="*/ 1820465 w 2306082"/>
              <a:gd name="connsiteY225" fmla="*/ 170378 h 1321594"/>
              <a:gd name="connsiteX226" fmla="*/ 1858188 w 2306082"/>
              <a:gd name="connsiteY226" fmla="*/ 170378 h 1321594"/>
              <a:gd name="connsiteX227" fmla="*/ 1895911 w 2306082"/>
              <a:gd name="connsiteY227" fmla="*/ 179808 h 1321594"/>
              <a:gd name="connsiteX228" fmla="*/ 1914772 w 2306082"/>
              <a:gd name="connsiteY228" fmla="*/ 179808 h 1321594"/>
              <a:gd name="connsiteX229" fmla="*/ 1943065 w 2306082"/>
              <a:gd name="connsiteY229" fmla="*/ 189239 h 1321594"/>
              <a:gd name="connsiteX230" fmla="*/ 1961926 w 2306082"/>
              <a:gd name="connsiteY230" fmla="*/ 198670 h 1321594"/>
              <a:gd name="connsiteX231" fmla="*/ 1971356 w 2306082"/>
              <a:gd name="connsiteY231" fmla="*/ 208100 h 1321594"/>
              <a:gd name="connsiteX232" fmla="*/ 1971356 w 2306082"/>
              <a:gd name="connsiteY232" fmla="*/ 226962 h 1321594"/>
              <a:gd name="connsiteX233" fmla="*/ 1961926 w 2306082"/>
              <a:gd name="connsiteY233" fmla="*/ 236393 h 1321594"/>
              <a:gd name="connsiteX234" fmla="*/ 1952495 w 2306082"/>
              <a:gd name="connsiteY234" fmla="*/ 255254 h 1321594"/>
              <a:gd name="connsiteX235" fmla="*/ 1924203 w 2306082"/>
              <a:gd name="connsiteY235" fmla="*/ 264684 h 1321594"/>
              <a:gd name="connsiteX236" fmla="*/ 1895911 w 2306082"/>
              <a:gd name="connsiteY236" fmla="*/ 292977 h 1321594"/>
              <a:gd name="connsiteX237" fmla="*/ 1877050 w 2306082"/>
              <a:gd name="connsiteY237" fmla="*/ 330699 h 1321594"/>
              <a:gd name="connsiteX238" fmla="*/ 1848758 w 2306082"/>
              <a:gd name="connsiteY238" fmla="*/ 349561 h 1321594"/>
              <a:gd name="connsiteX239" fmla="*/ 1801604 w 2306082"/>
              <a:gd name="connsiteY239" fmla="*/ 368422 h 1321594"/>
              <a:gd name="connsiteX240" fmla="*/ 1754451 w 2306082"/>
              <a:gd name="connsiteY240" fmla="*/ 387284 h 1321594"/>
              <a:gd name="connsiteX241" fmla="*/ 1707297 w 2306082"/>
              <a:gd name="connsiteY241" fmla="*/ 415576 h 1321594"/>
              <a:gd name="connsiteX242" fmla="*/ 1679005 w 2306082"/>
              <a:gd name="connsiteY242" fmla="*/ 434437 h 1321594"/>
              <a:gd name="connsiteX243" fmla="*/ 1622421 w 2306082"/>
              <a:gd name="connsiteY243" fmla="*/ 453299 h 1321594"/>
              <a:gd name="connsiteX244" fmla="*/ 1584698 w 2306082"/>
              <a:gd name="connsiteY244" fmla="*/ 472160 h 1321594"/>
              <a:gd name="connsiteX245" fmla="*/ 1537545 w 2306082"/>
              <a:gd name="connsiteY245" fmla="*/ 491021 h 1321594"/>
              <a:gd name="connsiteX246" fmla="*/ 1471530 w 2306082"/>
              <a:gd name="connsiteY246" fmla="*/ 509883 h 1321594"/>
              <a:gd name="connsiteX247" fmla="*/ 1367792 w 2306082"/>
              <a:gd name="connsiteY247" fmla="*/ 538175 h 1321594"/>
              <a:gd name="connsiteX248" fmla="*/ 1311208 w 2306082"/>
              <a:gd name="connsiteY248" fmla="*/ 557036 h 1321594"/>
              <a:gd name="connsiteX249" fmla="*/ 1245193 w 2306082"/>
              <a:gd name="connsiteY249" fmla="*/ 566467 h 1321594"/>
              <a:gd name="connsiteX250" fmla="*/ 1179178 w 2306082"/>
              <a:gd name="connsiteY250" fmla="*/ 566467 h 1321594"/>
              <a:gd name="connsiteX251" fmla="*/ 1122594 w 2306082"/>
              <a:gd name="connsiteY251" fmla="*/ 575897 h 1321594"/>
              <a:gd name="connsiteX252" fmla="*/ 849104 w 2306082"/>
              <a:gd name="connsiteY252" fmla="*/ 575897 h 1321594"/>
              <a:gd name="connsiteX253" fmla="*/ 792520 w 2306082"/>
              <a:gd name="connsiteY253" fmla="*/ 557036 h 1321594"/>
              <a:gd name="connsiteX254" fmla="*/ 801951 w 2306082"/>
              <a:gd name="connsiteY254" fmla="*/ 575897 h 1321594"/>
              <a:gd name="connsiteX255" fmla="*/ 773659 w 2306082"/>
              <a:gd name="connsiteY255" fmla="*/ 566467 h 1321594"/>
              <a:gd name="connsiteX256" fmla="*/ 754797 w 2306082"/>
              <a:gd name="connsiteY256" fmla="*/ 566467 h 1321594"/>
              <a:gd name="connsiteX257" fmla="*/ 745366 w 2306082"/>
              <a:gd name="connsiteY257" fmla="*/ 557036 h 1321594"/>
              <a:gd name="connsiteX258" fmla="*/ 745366 w 2306082"/>
              <a:gd name="connsiteY258" fmla="*/ 519313 h 1321594"/>
              <a:gd name="connsiteX259" fmla="*/ 764228 w 2306082"/>
              <a:gd name="connsiteY259" fmla="*/ 500452 h 1321594"/>
              <a:gd name="connsiteX260" fmla="*/ 783089 w 2306082"/>
              <a:gd name="connsiteY260" fmla="*/ 481590 h 1321594"/>
              <a:gd name="connsiteX261" fmla="*/ 811381 w 2306082"/>
              <a:gd name="connsiteY261" fmla="*/ 462729 h 1321594"/>
              <a:gd name="connsiteX262" fmla="*/ 839673 w 2306082"/>
              <a:gd name="connsiteY262" fmla="*/ 443868 h 1321594"/>
              <a:gd name="connsiteX263" fmla="*/ 877396 w 2306082"/>
              <a:gd name="connsiteY263" fmla="*/ 425006 h 1321594"/>
              <a:gd name="connsiteX264" fmla="*/ 905688 w 2306082"/>
              <a:gd name="connsiteY264" fmla="*/ 406145 h 1321594"/>
              <a:gd name="connsiteX265" fmla="*/ 924550 w 2306082"/>
              <a:gd name="connsiteY265" fmla="*/ 425006 h 1321594"/>
              <a:gd name="connsiteX266" fmla="*/ 981134 w 2306082"/>
              <a:gd name="connsiteY266" fmla="*/ 406145 h 1321594"/>
              <a:gd name="connsiteX267" fmla="*/ 1018856 w 2306082"/>
              <a:gd name="connsiteY267" fmla="*/ 396714 h 1321594"/>
              <a:gd name="connsiteX268" fmla="*/ 1075441 w 2306082"/>
              <a:gd name="connsiteY268" fmla="*/ 377853 h 1321594"/>
              <a:gd name="connsiteX269" fmla="*/ 1122594 w 2306082"/>
              <a:gd name="connsiteY269" fmla="*/ 368422 h 1321594"/>
              <a:gd name="connsiteX270" fmla="*/ 1235762 w 2306082"/>
              <a:gd name="connsiteY270" fmla="*/ 330699 h 1321594"/>
              <a:gd name="connsiteX271" fmla="*/ 1301777 w 2306082"/>
              <a:gd name="connsiteY271" fmla="*/ 311838 h 1321594"/>
              <a:gd name="connsiteX272" fmla="*/ 1358362 w 2306082"/>
              <a:gd name="connsiteY272" fmla="*/ 292977 h 1321594"/>
              <a:gd name="connsiteX273" fmla="*/ 1424376 w 2306082"/>
              <a:gd name="connsiteY273" fmla="*/ 283546 h 1321594"/>
              <a:gd name="connsiteX274" fmla="*/ 1490391 w 2306082"/>
              <a:gd name="connsiteY274" fmla="*/ 264684 h 1321594"/>
              <a:gd name="connsiteX275" fmla="*/ 1546975 w 2306082"/>
              <a:gd name="connsiteY275" fmla="*/ 245823 h 1321594"/>
              <a:gd name="connsiteX276" fmla="*/ 1603559 w 2306082"/>
              <a:gd name="connsiteY276" fmla="*/ 236393 h 1321594"/>
              <a:gd name="connsiteX277" fmla="*/ 1650713 w 2306082"/>
              <a:gd name="connsiteY277" fmla="*/ 226962 h 1321594"/>
              <a:gd name="connsiteX278" fmla="*/ 1697866 w 2306082"/>
              <a:gd name="connsiteY278" fmla="*/ 217531 h 1321594"/>
              <a:gd name="connsiteX279" fmla="*/ 1754451 w 2306082"/>
              <a:gd name="connsiteY279" fmla="*/ 236393 h 1321594"/>
              <a:gd name="connsiteX280" fmla="*/ 2027941 w 2306082"/>
              <a:gd name="connsiteY280" fmla="*/ 236393 h 1321594"/>
              <a:gd name="connsiteX281" fmla="*/ 2046802 w 2306082"/>
              <a:gd name="connsiteY281" fmla="*/ 245823 h 1321594"/>
              <a:gd name="connsiteX282" fmla="*/ 2065664 w 2306082"/>
              <a:gd name="connsiteY282" fmla="*/ 245823 h 1321594"/>
              <a:gd name="connsiteX283" fmla="*/ 2075094 w 2306082"/>
              <a:gd name="connsiteY283" fmla="*/ 255254 h 1321594"/>
              <a:gd name="connsiteX284" fmla="*/ 2084525 w 2306082"/>
              <a:gd name="connsiteY284" fmla="*/ 264684 h 1321594"/>
              <a:gd name="connsiteX285" fmla="*/ 2084525 w 2306082"/>
              <a:gd name="connsiteY285" fmla="*/ 340130 h 1321594"/>
              <a:gd name="connsiteX286" fmla="*/ 2065664 w 2306082"/>
              <a:gd name="connsiteY286" fmla="*/ 358992 h 1321594"/>
              <a:gd name="connsiteX287" fmla="*/ 2056233 w 2306082"/>
              <a:gd name="connsiteY287" fmla="*/ 387284 h 1321594"/>
              <a:gd name="connsiteX288" fmla="*/ 2037371 w 2306082"/>
              <a:gd name="connsiteY288" fmla="*/ 415576 h 1321594"/>
              <a:gd name="connsiteX289" fmla="*/ 2018510 w 2306082"/>
              <a:gd name="connsiteY289" fmla="*/ 443868 h 1321594"/>
              <a:gd name="connsiteX290" fmla="*/ 2009079 w 2306082"/>
              <a:gd name="connsiteY290" fmla="*/ 472160 h 1321594"/>
              <a:gd name="connsiteX291" fmla="*/ 1990218 w 2306082"/>
              <a:gd name="connsiteY291" fmla="*/ 509883 h 1321594"/>
              <a:gd name="connsiteX292" fmla="*/ 1961926 w 2306082"/>
              <a:gd name="connsiteY292" fmla="*/ 547605 h 1321594"/>
              <a:gd name="connsiteX293" fmla="*/ 1952495 w 2306082"/>
              <a:gd name="connsiteY293" fmla="*/ 575897 h 1321594"/>
              <a:gd name="connsiteX294" fmla="*/ 1933634 w 2306082"/>
              <a:gd name="connsiteY294" fmla="*/ 604190 h 1321594"/>
              <a:gd name="connsiteX295" fmla="*/ 1924203 w 2306082"/>
              <a:gd name="connsiteY295" fmla="*/ 623051 h 1321594"/>
              <a:gd name="connsiteX296" fmla="*/ 1905342 w 2306082"/>
              <a:gd name="connsiteY296" fmla="*/ 651343 h 1321594"/>
              <a:gd name="connsiteX297" fmla="*/ 1886480 w 2306082"/>
              <a:gd name="connsiteY297" fmla="*/ 670204 h 1321594"/>
              <a:gd name="connsiteX298" fmla="*/ 1858188 w 2306082"/>
              <a:gd name="connsiteY298" fmla="*/ 698496 h 1321594"/>
              <a:gd name="connsiteX299" fmla="*/ 1829896 w 2306082"/>
              <a:gd name="connsiteY299" fmla="*/ 726789 h 1321594"/>
              <a:gd name="connsiteX300" fmla="*/ 1811035 w 2306082"/>
              <a:gd name="connsiteY300" fmla="*/ 736219 h 1321594"/>
              <a:gd name="connsiteX301" fmla="*/ 1792174 w 2306082"/>
              <a:gd name="connsiteY301" fmla="*/ 755081 h 1321594"/>
              <a:gd name="connsiteX302" fmla="*/ 1773312 w 2306082"/>
              <a:gd name="connsiteY302" fmla="*/ 764512 h 1321594"/>
              <a:gd name="connsiteX303" fmla="*/ 1763881 w 2306082"/>
              <a:gd name="connsiteY303" fmla="*/ 764512 h 1321594"/>
              <a:gd name="connsiteX304" fmla="*/ 1754451 w 2306082"/>
              <a:gd name="connsiteY304" fmla="*/ 773942 h 1321594"/>
              <a:gd name="connsiteX305" fmla="*/ 1735589 w 2306082"/>
              <a:gd name="connsiteY305" fmla="*/ 783373 h 1321594"/>
              <a:gd name="connsiteX306" fmla="*/ 1726159 w 2306082"/>
              <a:gd name="connsiteY306" fmla="*/ 792803 h 1321594"/>
              <a:gd name="connsiteX307" fmla="*/ 1707297 w 2306082"/>
              <a:gd name="connsiteY307" fmla="*/ 783373 h 1321594"/>
              <a:gd name="connsiteX308" fmla="*/ 1707297 w 2306082"/>
              <a:gd name="connsiteY308" fmla="*/ 679635 h 1321594"/>
              <a:gd name="connsiteX309" fmla="*/ 1716728 w 2306082"/>
              <a:gd name="connsiteY309" fmla="*/ 660774 h 1321594"/>
              <a:gd name="connsiteX310" fmla="*/ 1735589 w 2306082"/>
              <a:gd name="connsiteY310" fmla="*/ 651343 h 1321594"/>
              <a:gd name="connsiteX311" fmla="*/ 1745020 w 2306082"/>
              <a:gd name="connsiteY311" fmla="*/ 623051 h 1321594"/>
              <a:gd name="connsiteX312" fmla="*/ 1754451 w 2306082"/>
              <a:gd name="connsiteY312" fmla="*/ 594759 h 1321594"/>
              <a:gd name="connsiteX313" fmla="*/ 1773312 w 2306082"/>
              <a:gd name="connsiteY313" fmla="*/ 566467 h 1321594"/>
              <a:gd name="connsiteX314" fmla="*/ 1782743 w 2306082"/>
              <a:gd name="connsiteY314" fmla="*/ 557036 h 1321594"/>
              <a:gd name="connsiteX315" fmla="*/ 1792174 w 2306082"/>
              <a:gd name="connsiteY315" fmla="*/ 538175 h 1321594"/>
              <a:gd name="connsiteX316" fmla="*/ 1811035 w 2306082"/>
              <a:gd name="connsiteY316" fmla="*/ 509883 h 1321594"/>
              <a:gd name="connsiteX317" fmla="*/ 1829896 w 2306082"/>
              <a:gd name="connsiteY317" fmla="*/ 491021 h 1321594"/>
              <a:gd name="connsiteX318" fmla="*/ 1829896 w 2306082"/>
              <a:gd name="connsiteY318" fmla="*/ 481590 h 1321594"/>
              <a:gd name="connsiteX319" fmla="*/ 1858188 w 2306082"/>
              <a:gd name="connsiteY319" fmla="*/ 472160 h 1321594"/>
              <a:gd name="connsiteX320" fmla="*/ 1858188 w 2306082"/>
              <a:gd name="connsiteY320" fmla="*/ 443868 h 1321594"/>
              <a:gd name="connsiteX321" fmla="*/ 1877050 w 2306082"/>
              <a:gd name="connsiteY321" fmla="*/ 434437 h 1321594"/>
              <a:gd name="connsiteX322" fmla="*/ 1886480 w 2306082"/>
              <a:gd name="connsiteY322" fmla="*/ 415576 h 1321594"/>
              <a:gd name="connsiteX323" fmla="*/ 1905342 w 2306082"/>
              <a:gd name="connsiteY323" fmla="*/ 406145 h 1321594"/>
              <a:gd name="connsiteX324" fmla="*/ 1933634 w 2306082"/>
              <a:gd name="connsiteY324" fmla="*/ 415576 h 1321594"/>
              <a:gd name="connsiteX325" fmla="*/ 1943065 w 2306082"/>
              <a:gd name="connsiteY325" fmla="*/ 434437 h 1321594"/>
              <a:gd name="connsiteX326" fmla="*/ 1943065 w 2306082"/>
              <a:gd name="connsiteY326" fmla="*/ 472160 h 1321594"/>
              <a:gd name="connsiteX327" fmla="*/ 1933634 w 2306082"/>
              <a:gd name="connsiteY327" fmla="*/ 500452 h 1321594"/>
              <a:gd name="connsiteX328" fmla="*/ 1924203 w 2306082"/>
              <a:gd name="connsiteY328" fmla="*/ 519313 h 1321594"/>
              <a:gd name="connsiteX329" fmla="*/ 1905342 w 2306082"/>
              <a:gd name="connsiteY329" fmla="*/ 547605 h 1321594"/>
              <a:gd name="connsiteX330" fmla="*/ 1886480 w 2306082"/>
              <a:gd name="connsiteY330" fmla="*/ 585328 h 1321594"/>
              <a:gd name="connsiteX331" fmla="*/ 1848758 w 2306082"/>
              <a:gd name="connsiteY331" fmla="*/ 651343 h 1321594"/>
              <a:gd name="connsiteX332" fmla="*/ 1801604 w 2306082"/>
              <a:gd name="connsiteY332" fmla="*/ 717358 h 1321594"/>
              <a:gd name="connsiteX333" fmla="*/ 1763881 w 2306082"/>
              <a:gd name="connsiteY333" fmla="*/ 755081 h 1321594"/>
              <a:gd name="connsiteX334" fmla="*/ 1735589 w 2306082"/>
              <a:gd name="connsiteY334" fmla="*/ 792803 h 1321594"/>
              <a:gd name="connsiteX335" fmla="*/ 1697866 w 2306082"/>
              <a:gd name="connsiteY335" fmla="*/ 821095 h 1321594"/>
              <a:gd name="connsiteX336" fmla="*/ 1679005 w 2306082"/>
              <a:gd name="connsiteY336" fmla="*/ 858818 h 1321594"/>
              <a:gd name="connsiteX337" fmla="*/ 1660144 w 2306082"/>
              <a:gd name="connsiteY337" fmla="*/ 887110 h 1321594"/>
              <a:gd name="connsiteX338" fmla="*/ 1622421 w 2306082"/>
              <a:gd name="connsiteY338" fmla="*/ 924833 h 1321594"/>
              <a:gd name="connsiteX339" fmla="*/ 1584698 w 2306082"/>
              <a:gd name="connsiteY339" fmla="*/ 962556 h 1321594"/>
              <a:gd name="connsiteX340" fmla="*/ 1546975 w 2306082"/>
              <a:gd name="connsiteY340" fmla="*/ 1000279 h 1321594"/>
              <a:gd name="connsiteX341" fmla="*/ 1499822 w 2306082"/>
              <a:gd name="connsiteY341" fmla="*/ 1038001 h 1321594"/>
              <a:gd name="connsiteX342" fmla="*/ 1443238 w 2306082"/>
              <a:gd name="connsiteY342" fmla="*/ 1066294 h 1321594"/>
              <a:gd name="connsiteX343" fmla="*/ 1414946 w 2306082"/>
              <a:gd name="connsiteY343" fmla="*/ 1085155 h 1321594"/>
              <a:gd name="connsiteX344" fmla="*/ 1377223 w 2306082"/>
              <a:gd name="connsiteY344" fmla="*/ 1104016 h 1321594"/>
              <a:gd name="connsiteX345" fmla="*/ 1339500 w 2306082"/>
              <a:gd name="connsiteY345" fmla="*/ 1122877 h 1321594"/>
              <a:gd name="connsiteX346" fmla="*/ 1301777 w 2306082"/>
              <a:gd name="connsiteY346" fmla="*/ 1141739 h 1321594"/>
              <a:gd name="connsiteX347" fmla="*/ 1273485 w 2306082"/>
              <a:gd name="connsiteY347" fmla="*/ 1151170 h 1321594"/>
              <a:gd name="connsiteX348" fmla="*/ 1226332 w 2306082"/>
              <a:gd name="connsiteY348" fmla="*/ 1170032 h 1321594"/>
              <a:gd name="connsiteX349" fmla="*/ 1198040 w 2306082"/>
              <a:gd name="connsiteY349" fmla="*/ 1170032 h 1321594"/>
              <a:gd name="connsiteX350" fmla="*/ 1169748 w 2306082"/>
              <a:gd name="connsiteY350" fmla="*/ 1179462 h 1321594"/>
              <a:gd name="connsiteX351" fmla="*/ 990564 w 2306082"/>
              <a:gd name="connsiteY351" fmla="*/ 1179462 h 1321594"/>
              <a:gd name="connsiteX352" fmla="*/ 962272 w 2306082"/>
              <a:gd name="connsiteY352" fmla="*/ 1170032 h 1321594"/>
              <a:gd name="connsiteX353" fmla="*/ 943411 w 2306082"/>
              <a:gd name="connsiteY353" fmla="*/ 1160600 h 1321594"/>
              <a:gd name="connsiteX354" fmla="*/ 924550 w 2306082"/>
              <a:gd name="connsiteY354" fmla="*/ 1151170 h 1321594"/>
              <a:gd name="connsiteX355" fmla="*/ 905688 w 2306082"/>
              <a:gd name="connsiteY355" fmla="*/ 1141739 h 1321594"/>
              <a:gd name="connsiteX356" fmla="*/ 896257 w 2306082"/>
              <a:gd name="connsiteY356" fmla="*/ 1132308 h 1321594"/>
              <a:gd name="connsiteX357" fmla="*/ 877396 w 2306082"/>
              <a:gd name="connsiteY357" fmla="*/ 1113447 h 1321594"/>
              <a:gd name="connsiteX358" fmla="*/ 858535 w 2306082"/>
              <a:gd name="connsiteY358" fmla="*/ 1085155 h 1321594"/>
              <a:gd name="connsiteX359" fmla="*/ 858535 w 2306082"/>
              <a:gd name="connsiteY359" fmla="*/ 1075724 h 1321594"/>
              <a:gd name="connsiteX360" fmla="*/ 849104 w 2306082"/>
              <a:gd name="connsiteY360" fmla="*/ 1066294 h 1321594"/>
              <a:gd name="connsiteX361" fmla="*/ 830243 w 2306082"/>
              <a:gd name="connsiteY361" fmla="*/ 1038001 h 1321594"/>
              <a:gd name="connsiteX362" fmla="*/ 830243 w 2306082"/>
              <a:gd name="connsiteY362" fmla="*/ 981417 h 1321594"/>
              <a:gd name="connsiteX363" fmla="*/ 849104 w 2306082"/>
              <a:gd name="connsiteY363" fmla="*/ 953126 h 1321594"/>
              <a:gd name="connsiteX364" fmla="*/ 849104 w 2306082"/>
              <a:gd name="connsiteY364" fmla="*/ 934264 h 1321594"/>
              <a:gd name="connsiteX365" fmla="*/ 877396 w 2306082"/>
              <a:gd name="connsiteY365" fmla="*/ 905971 h 1321594"/>
              <a:gd name="connsiteX366" fmla="*/ 896257 w 2306082"/>
              <a:gd name="connsiteY366" fmla="*/ 887110 h 1321594"/>
              <a:gd name="connsiteX367" fmla="*/ 924550 w 2306082"/>
              <a:gd name="connsiteY367" fmla="*/ 868249 h 1321594"/>
              <a:gd name="connsiteX368" fmla="*/ 971703 w 2306082"/>
              <a:gd name="connsiteY368" fmla="*/ 849388 h 1321594"/>
              <a:gd name="connsiteX369" fmla="*/ 999995 w 2306082"/>
              <a:gd name="connsiteY369" fmla="*/ 830526 h 1321594"/>
              <a:gd name="connsiteX370" fmla="*/ 1047149 w 2306082"/>
              <a:gd name="connsiteY370" fmla="*/ 811665 h 1321594"/>
              <a:gd name="connsiteX371" fmla="*/ 1094302 w 2306082"/>
              <a:gd name="connsiteY371" fmla="*/ 811665 h 1321594"/>
              <a:gd name="connsiteX372" fmla="*/ 1141456 w 2306082"/>
              <a:gd name="connsiteY372" fmla="*/ 792803 h 1321594"/>
              <a:gd name="connsiteX373" fmla="*/ 1179178 w 2306082"/>
              <a:gd name="connsiteY373" fmla="*/ 783373 h 1321594"/>
              <a:gd name="connsiteX374" fmla="*/ 1216901 w 2306082"/>
              <a:gd name="connsiteY374" fmla="*/ 773942 h 1321594"/>
              <a:gd name="connsiteX375" fmla="*/ 1480961 w 2306082"/>
              <a:gd name="connsiteY375" fmla="*/ 773942 h 1321594"/>
              <a:gd name="connsiteX376" fmla="*/ 1490391 w 2306082"/>
              <a:gd name="connsiteY376" fmla="*/ 783373 h 1321594"/>
              <a:gd name="connsiteX377" fmla="*/ 1499822 w 2306082"/>
              <a:gd name="connsiteY377" fmla="*/ 792803 h 1321594"/>
              <a:gd name="connsiteX378" fmla="*/ 1499822 w 2306082"/>
              <a:gd name="connsiteY378" fmla="*/ 830526 h 1321594"/>
              <a:gd name="connsiteX379" fmla="*/ 1480961 w 2306082"/>
              <a:gd name="connsiteY379" fmla="*/ 849388 h 1321594"/>
              <a:gd name="connsiteX380" fmla="*/ 1443238 w 2306082"/>
              <a:gd name="connsiteY380" fmla="*/ 877680 h 1321594"/>
              <a:gd name="connsiteX381" fmla="*/ 1405515 w 2306082"/>
              <a:gd name="connsiteY381" fmla="*/ 896541 h 1321594"/>
              <a:gd name="connsiteX382" fmla="*/ 1396084 w 2306082"/>
              <a:gd name="connsiteY382" fmla="*/ 915402 h 1321594"/>
              <a:gd name="connsiteX383" fmla="*/ 1367792 w 2306082"/>
              <a:gd name="connsiteY383" fmla="*/ 934264 h 1321594"/>
              <a:gd name="connsiteX384" fmla="*/ 1339500 w 2306082"/>
              <a:gd name="connsiteY384" fmla="*/ 953126 h 1321594"/>
              <a:gd name="connsiteX385" fmla="*/ 1311208 w 2306082"/>
              <a:gd name="connsiteY385" fmla="*/ 971987 h 1321594"/>
              <a:gd name="connsiteX386" fmla="*/ 1292347 w 2306082"/>
              <a:gd name="connsiteY386" fmla="*/ 981417 h 1321594"/>
              <a:gd name="connsiteX387" fmla="*/ 1273485 w 2306082"/>
              <a:gd name="connsiteY387" fmla="*/ 1000279 h 1321594"/>
              <a:gd name="connsiteX388" fmla="*/ 1245193 w 2306082"/>
              <a:gd name="connsiteY388" fmla="*/ 1019140 h 1321594"/>
              <a:gd name="connsiteX389" fmla="*/ 1207471 w 2306082"/>
              <a:gd name="connsiteY389" fmla="*/ 1038001 h 1321594"/>
              <a:gd name="connsiteX390" fmla="*/ 1188609 w 2306082"/>
              <a:gd name="connsiteY390" fmla="*/ 1047432 h 1321594"/>
              <a:gd name="connsiteX391" fmla="*/ 1179178 w 2306082"/>
              <a:gd name="connsiteY391" fmla="*/ 1047432 h 1321594"/>
              <a:gd name="connsiteX392" fmla="*/ 1160317 w 2306082"/>
              <a:gd name="connsiteY392" fmla="*/ 1056863 h 1321594"/>
              <a:gd name="connsiteX393" fmla="*/ 1028287 w 2306082"/>
              <a:gd name="connsiteY393" fmla="*/ 1056863 h 1321594"/>
              <a:gd name="connsiteX394" fmla="*/ 999995 w 2306082"/>
              <a:gd name="connsiteY394" fmla="*/ 1038001 h 1321594"/>
              <a:gd name="connsiteX395" fmla="*/ 981134 w 2306082"/>
              <a:gd name="connsiteY395" fmla="*/ 1038001 h 1321594"/>
              <a:gd name="connsiteX396" fmla="*/ 990564 w 2306082"/>
              <a:gd name="connsiteY396" fmla="*/ 1047432 h 1321594"/>
              <a:gd name="connsiteX397" fmla="*/ 981134 w 2306082"/>
              <a:gd name="connsiteY397" fmla="*/ 1056863 h 1321594"/>
              <a:gd name="connsiteX398" fmla="*/ 981134 w 2306082"/>
              <a:gd name="connsiteY398" fmla="*/ 1047432 h 1321594"/>
              <a:gd name="connsiteX399" fmla="*/ 971703 w 2306082"/>
              <a:gd name="connsiteY399" fmla="*/ 1038001 h 1321594"/>
              <a:gd name="connsiteX400" fmla="*/ 962272 w 2306082"/>
              <a:gd name="connsiteY400" fmla="*/ 1028570 h 1321594"/>
              <a:gd name="connsiteX401" fmla="*/ 962272 w 2306082"/>
              <a:gd name="connsiteY401" fmla="*/ 971987 h 1321594"/>
              <a:gd name="connsiteX402" fmla="*/ 971703 w 2306082"/>
              <a:gd name="connsiteY402" fmla="*/ 943694 h 1321594"/>
              <a:gd name="connsiteX403" fmla="*/ 990564 w 2306082"/>
              <a:gd name="connsiteY403" fmla="*/ 924833 h 1321594"/>
              <a:gd name="connsiteX404" fmla="*/ 1009426 w 2306082"/>
              <a:gd name="connsiteY404" fmla="*/ 905971 h 1321594"/>
              <a:gd name="connsiteX405" fmla="*/ 1028287 w 2306082"/>
              <a:gd name="connsiteY405" fmla="*/ 896541 h 1321594"/>
              <a:gd name="connsiteX406" fmla="*/ 1056579 w 2306082"/>
              <a:gd name="connsiteY406" fmla="*/ 887110 h 1321594"/>
              <a:gd name="connsiteX407" fmla="*/ 1094302 w 2306082"/>
              <a:gd name="connsiteY407" fmla="*/ 877680 h 1321594"/>
              <a:gd name="connsiteX408" fmla="*/ 1113163 w 2306082"/>
              <a:gd name="connsiteY408" fmla="*/ 858818 h 1321594"/>
              <a:gd name="connsiteX409" fmla="*/ 1169748 w 2306082"/>
              <a:gd name="connsiteY409" fmla="*/ 858818 h 1321594"/>
              <a:gd name="connsiteX410" fmla="*/ 1216901 w 2306082"/>
              <a:gd name="connsiteY410" fmla="*/ 839957 h 1321594"/>
              <a:gd name="connsiteX411" fmla="*/ 1282916 w 2306082"/>
              <a:gd name="connsiteY411" fmla="*/ 821095 h 1321594"/>
              <a:gd name="connsiteX412" fmla="*/ 1330069 w 2306082"/>
              <a:gd name="connsiteY412" fmla="*/ 802234 h 1321594"/>
              <a:gd name="connsiteX413" fmla="*/ 1641282 w 2306082"/>
              <a:gd name="connsiteY413" fmla="*/ 811665 h 1321594"/>
              <a:gd name="connsiteX414" fmla="*/ 1641282 w 2306082"/>
              <a:gd name="connsiteY414" fmla="*/ 830526 h 1321594"/>
              <a:gd name="connsiteX415" fmla="*/ 1631852 w 2306082"/>
              <a:gd name="connsiteY415" fmla="*/ 849388 h 1321594"/>
              <a:gd name="connsiteX416" fmla="*/ 1612990 w 2306082"/>
              <a:gd name="connsiteY416" fmla="*/ 868249 h 1321594"/>
              <a:gd name="connsiteX417" fmla="*/ 1603559 w 2306082"/>
              <a:gd name="connsiteY417" fmla="*/ 877680 h 1321594"/>
              <a:gd name="connsiteX418" fmla="*/ 1584698 w 2306082"/>
              <a:gd name="connsiteY418" fmla="*/ 896541 h 1321594"/>
              <a:gd name="connsiteX419" fmla="*/ 1575268 w 2306082"/>
              <a:gd name="connsiteY419" fmla="*/ 905971 h 1321594"/>
              <a:gd name="connsiteX420" fmla="*/ 1528114 w 2306082"/>
              <a:gd name="connsiteY420" fmla="*/ 934264 h 1321594"/>
              <a:gd name="connsiteX421" fmla="*/ 1480961 w 2306082"/>
              <a:gd name="connsiteY421" fmla="*/ 953126 h 1321594"/>
              <a:gd name="connsiteX422" fmla="*/ 1433807 w 2306082"/>
              <a:gd name="connsiteY422" fmla="*/ 981417 h 1321594"/>
              <a:gd name="connsiteX423" fmla="*/ 1396084 w 2306082"/>
              <a:gd name="connsiteY423" fmla="*/ 1000279 h 1321594"/>
              <a:gd name="connsiteX424" fmla="*/ 1339500 w 2306082"/>
              <a:gd name="connsiteY424" fmla="*/ 1028570 h 1321594"/>
              <a:gd name="connsiteX425" fmla="*/ 1292347 w 2306082"/>
              <a:gd name="connsiteY425" fmla="*/ 1038001 h 1321594"/>
              <a:gd name="connsiteX426" fmla="*/ 1245193 w 2306082"/>
              <a:gd name="connsiteY426" fmla="*/ 1047432 h 1321594"/>
              <a:gd name="connsiteX427" fmla="*/ 1188609 w 2306082"/>
              <a:gd name="connsiteY427" fmla="*/ 1056863 h 1321594"/>
              <a:gd name="connsiteX428" fmla="*/ 1132025 w 2306082"/>
              <a:gd name="connsiteY428" fmla="*/ 1066294 h 1321594"/>
              <a:gd name="connsiteX429" fmla="*/ 1009426 w 2306082"/>
              <a:gd name="connsiteY429" fmla="*/ 1066294 h 1321594"/>
              <a:gd name="connsiteX430" fmla="*/ 971703 w 2306082"/>
              <a:gd name="connsiteY430" fmla="*/ 1085155 h 1321594"/>
              <a:gd name="connsiteX431" fmla="*/ 943411 w 2306082"/>
              <a:gd name="connsiteY431" fmla="*/ 1094586 h 1321594"/>
              <a:gd name="connsiteX432" fmla="*/ 915119 w 2306082"/>
              <a:gd name="connsiteY432" fmla="*/ 1085155 h 1321594"/>
              <a:gd name="connsiteX433" fmla="*/ 867965 w 2306082"/>
              <a:gd name="connsiteY433" fmla="*/ 1075724 h 1321594"/>
              <a:gd name="connsiteX434" fmla="*/ 830243 w 2306082"/>
              <a:gd name="connsiteY434" fmla="*/ 1056863 h 1321594"/>
              <a:gd name="connsiteX435" fmla="*/ 792520 w 2306082"/>
              <a:gd name="connsiteY435" fmla="*/ 1038001 h 1321594"/>
              <a:gd name="connsiteX436" fmla="*/ 745366 w 2306082"/>
              <a:gd name="connsiteY436" fmla="*/ 1019140 h 1321594"/>
              <a:gd name="connsiteX437" fmla="*/ 688782 w 2306082"/>
              <a:gd name="connsiteY437" fmla="*/ 981417 h 1321594"/>
              <a:gd name="connsiteX438" fmla="*/ 632198 w 2306082"/>
              <a:gd name="connsiteY438" fmla="*/ 934264 h 1321594"/>
              <a:gd name="connsiteX439" fmla="*/ 603906 w 2306082"/>
              <a:gd name="connsiteY439" fmla="*/ 915402 h 1321594"/>
              <a:gd name="connsiteX440" fmla="*/ 556753 w 2306082"/>
              <a:gd name="connsiteY440" fmla="*/ 877680 h 1321594"/>
              <a:gd name="connsiteX441" fmla="*/ 537891 w 2306082"/>
              <a:gd name="connsiteY441" fmla="*/ 849388 h 1321594"/>
              <a:gd name="connsiteX442" fmla="*/ 537891 w 2306082"/>
              <a:gd name="connsiteY442" fmla="*/ 830526 h 1321594"/>
              <a:gd name="connsiteX443" fmla="*/ 528460 w 2306082"/>
              <a:gd name="connsiteY443" fmla="*/ 811665 h 1321594"/>
              <a:gd name="connsiteX444" fmla="*/ 528460 w 2306082"/>
              <a:gd name="connsiteY444" fmla="*/ 764512 h 1321594"/>
              <a:gd name="connsiteX445" fmla="*/ 537891 w 2306082"/>
              <a:gd name="connsiteY445" fmla="*/ 736219 h 1321594"/>
              <a:gd name="connsiteX446" fmla="*/ 556753 w 2306082"/>
              <a:gd name="connsiteY446" fmla="*/ 689066 h 1321594"/>
              <a:gd name="connsiteX447" fmla="*/ 575614 w 2306082"/>
              <a:gd name="connsiteY447" fmla="*/ 651343 h 1321594"/>
              <a:gd name="connsiteX448" fmla="*/ 594475 w 2306082"/>
              <a:gd name="connsiteY448" fmla="*/ 632481 h 1321594"/>
              <a:gd name="connsiteX449" fmla="*/ 613337 w 2306082"/>
              <a:gd name="connsiteY449" fmla="*/ 604190 h 1321594"/>
              <a:gd name="connsiteX450" fmla="*/ 641629 w 2306082"/>
              <a:gd name="connsiteY450" fmla="*/ 575897 h 1321594"/>
              <a:gd name="connsiteX451" fmla="*/ 660490 w 2306082"/>
              <a:gd name="connsiteY451" fmla="*/ 557036 h 1321594"/>
              <a:gd name="connsiteX452" fmla="*/ 688782 w 2306082"/>
              <a:gd name="connsiteY452" fmla="*/ 538175 h 1321594"/>
              <a:gd name="connsiteX453" fmla="*/ 745366 w 2306082"/>
              <a:gd name="connsiteY453" fmla="*/ 509883 h 1321594"/>
              <a:gd name="connsiteX454" fmla="*/ 811381 w 2306082"/>
              <a:gd name="connsiteY454" fmla="*/ 472160 h 1321594"/>
              <a:gd name="connsiteX455" fmla="*/ 867965 w 2306082"/>
              <a:gd name="connsiteY455" fmla="*/ 453299 h 1321594"/>
              <a:gd name="connsiteX456" fmla="*/ 1386653 w 2306082"/>
              <a:gd name="connsiteY456" fmla="*/ 453299 h 1321594"/>
              <a:gd name="connsiteX457" fmla="*/ 1443238 w 2306082"/>
              <a:gd name="connsiteY457" fmla="*/ 443868 h 1321594"/>
              <a:gd name="connsiteX458" fmla="*/ 1546975 w 2306082"/>
              <a:gd name="connsiteY458" fmla="*/ 443868 h 1321594"/>
              <a:gd name="connsiteX459" fmla="*/ 1565837 w 2306082"/>
              <a:gd name="connsiteY459" fmla="*/ 453299 h 1321594"/>
              <a:gd name="connsiteX460" fmla="*/ 1556406 w 2306082"/>
              <a:gd name="connsiteY460" fmla="*/ 472160 h 1321594"/>
              <a:gd name="connsiteX461" fmla="*/ 1575268 w 2306082"/>
              <a:gd name="connsiteY461" fmla="*/ 491021 h 1321594"/>
              <a:gd name="connsiteX462" fmla="*/ 1594129 w 2306082"/>
              <a:gd name="connsiteY462" fmla="*/ 500452 h 1321594"/>
              <a:gd name="connsiteX463" fmla="*/ 1660144 w 2306082"/>
              <a:gd name="connsiteY463" fmla="*/ 509883 h 1321594"/>
              <a:gd name="connsiteX464" fmla="*/ 1612990 w 2306082"/>
              <a:gd name="connsiteY464" fmla="*/ 509883 h 1321594"/>
              <a:gd name="connsiteX465" fmla="*/ 1584698 w 2306082"/>
              <a:gd name="connsiteY465" fmla="*/ 519313 h 1321594"/>
              <a:gd name="connsiteX466" fmla="*/ 1556406 w 2306082"/>
              <a:gd name="connsiteY466" fmla="*/ 528744 h 1321594"/>
              <a:gd name="connsiteX467" fmla="*/ 1528114 w 2306082"/>
              <a:gd name="connsiteY467" fmla="*/ 538175 h 1321594"/>
              <a:gd name="connsiteX468" fmla="*/ 1499822 w 2306082"/>
              <a:gd name="connsiteY468" fmla="*/ 547605 h 1321594"/>
              <a:gd name="connsiteX469" fmla="*/ 1462099 w 2306082"/>
              <a:gd name="connsiteY469" fmla="*/ 547605 h 1321594"/>
              <a:gd name="connsiteX470" fmla="*/ 1424376 w 2306082"/>
              <a:gd name="connsiteY470" fmla="*/ 557036 h 1321594"/>
              <a:gd name="connsiteX471" fmla="*/ 1320639 w 2306082"/>
              <a:gd name="connsiteY471" fmla="*/ 557036 h 1321594"/>
              <a:gd name="connsiteX472" fmla="*/ 1235762 w 2306082"/>
              <a:gd name="connsiteY472" fmla="*/ 566467 h 1321594"/>
              <a:gd name="connsiteX473" fmla="*/ 1018856 w 2306082"/>
              <a:gd name="connsiteY473" fmla="*/ 566467 h 1321594"/>
              <a:gd name="connsiteX474" fmla="*/ 933980 w 2306082"/>
              <a:gd name="connsiteY474" fmla="*/ 547605 h 1321594"/>
              <a:gd name="connsiteX475" fmla="*/ 820812 w 2306082"/>
              <a:gd name="connsiteY475" fmla="*/ 528744 h 1321594"/>
              <a:gd name="connsiteX476" fmla="*/ 735936 w 2306082"/>
              <a:gd name="connsiteY476" fmla="*/ 519313 h 1321594"/>
              <a:gd name="connsiteX477" fmla="*/ 679352 w 2306082"/>
              <a:gd name="connsiteY477" fmla="*/ 519313 h 1321594"/>
              <a:gd name="connsiteX478" fmla="*/ 603906 w 2306082"/>
              <a:gd name="connsiteY478" fmla="*/ 509883 h 1321594"/>
              <a:gd name="connsiteX479" fmla="*/ 519030 w 2306082"/>
              <a:gd name="connsiteY479" fmla="*/ 509883 h 1321594"/>
              <a:gd name="connsiteX480" fmla="*/ 434154 w 2306082"/>
              <a:gd name="connsiteY480" fmla="*/ 491021 h 1321594"/>
              <a:gd name="connsiteX481" fmla="*/ 311554 w 2306082"/>
              <a:gd name="connsiteY481" fmla="*/ 453299 h 1321594"/>
              <a:gd name="connsiteX482" fmla="*/ 226678 w 2306082"/>
              <a:gd name="connsiteY482" fmla="*/ 434437 h 1321594"/>
              <a:gd name="connsiteX483" fmla="*/ 170094 w 2306082"/>
              <a:gd name="connsiteY483" fmla="*/ 406145 h 1321594"/>
              <a:gd name="connsiteX484" fmla="*/ 122941 w 2306082"/>
              <a:gd name="connsiteY484" fmla="*/ 387284 h 1321594"/>
              <a:gd name="connsiteX485" fmla="*/ 94649 w 2306082"/>
              <a:gd name="connsiteY485" fmla="*/ 377853 h 1321594"/>
              <a:gd name="connsiteX486" fmla="*/ 66357 w 2306082"/>
              <a:gd name="connsiteY486" fmla="*/ 368422 h 1321594"/>
              <a:gd name="connsiteX487" fmla="*/ 47495 w 2306082"/>
              <a:gd name="connsiteY487" fmla="*/ 358992 h 1321594"/>
              <a:gd name="connsiteX488" fmla="*/ 28634 w 2306082"/>
              <a:gd name="connsiteY488" fmla="*/ 349561 h 1321594"/>
              <a:gd name="connsiteX489" fmla="*/ 19203 w 2306082"/>
              <a:gd name="connsiteY489" fmla="*/ 340130 h 1321594"/>
              <a:gd name="connsiteX490" fmla="*/ 9772 w 2306082"/>
              <a:gd name="connsiteY490" fmla="*/ 340130 h 1321594"/>
              <a:gd name="connsiteX491" fmla="*/ 342 w 2306082"/>
              <a:gd name="connsiteY491" fmla="*/ 330699 h 1321594"/>
              <a:gd name="connsiteX492" fmla="*/ 342 w 2306082"/>
              <a:gd name="connsiteY492" fmla="*/ 274115 h 1321594"/>
              <a:gd name="connsiteX493" fmla="*/ 19203 w 2306082"/>
              <a:gd name="connsiteY493" fmla="*/ 264684 h 1321594"/>
              <a:gd name="connsiteX494" fmla="*/ 19203 w 2306082"/>
              <a:gd name="connsiteY494" fmla="*/ 245823 h 1321594"/>
              <a:gd name="connsiteX495" fmla="*/ 38064 w 2306082"/>
              <a:gd name="connsiteY495" fmla="*/ 236393 h 1321594"/>
              <a:gd name="connsiteX496" fmla="*/ 56926 w 2306082"/>
              <a:gd name="connsiteY496" fmla="*/ 226962 h 1321594"/>
              <a:gd name="connsiteX497" fmla="*/ 94649 w 2306082"/>
              <a:gd name="connsiteY497" fmla="*/ 198670 h 1321594"/>
              <a:gd name="connsiteX498" fmla="*/ 132371 w 2306082"/>
              <a:gd name="connsiteY498" fmla="*/ 170378 h 1321594"/>
              <a:gd name="connsiteX499" fmla="*/ 160663 w 2306082"/>
              <a:gd name="connsiteY499" fmla="*/ 170378 h 1321594"/>
              <a:gd name="connsiteX500" fmla="*/ 170094 w 2306082"/>
              <a:gd name="connsiteY500" fmla="*/ 160947 h 1321594"/>
              <a:gd name="connsiteX501" fmla="*/ 198386 w 2306082"/>
              <a:gd name="connsiteY501" fmla="*/ 151516 h 1321594"/>
              <a:gd name="connsiteX502" fmla="*/ 226678 w 2306082"/>
              <a:gd name="connsiteY502" fmla="*/ 142086 h 1321594"/>
              <a:gd name="connsiteX503" fmla="*/ 254970 w 2306082"/>
              <a:gd name="connsiteY503" fmla="*/ 132655 h 1321594"/>
              <a:gd name="connsiteX504" fmla="*/ 311554 w 2306082"/>
              <a:gd name="connsiteY504" fmla="*/ 132655 h 1321594"/>
              <a:gd name="connsiteX505" fmla="*/ 358708 w 2306082"/>
              <a:gd name="connsiteY505" fmla="*/ 123224 h 1321594"/>
              <a:gd name="connsiteX506" fmla="*/ 434154 w 2306082"/>
              <a:gd name="connsiteY506" fmla="*/ 132655 h 1321594"/>
              <a:gd name="connsiteX507" fmla="*/ 424723 w 2306082"/>
              <a:gd name="connsiteY507" fmla="*/ 132655 h 1321594"/>
              <a:gd name="connsiteX508" fmla="*/ 415292 w 2306082"/>
              <a:gd name="connsiteY508" fmla="*/ 123224 h 1321594"/>
              <a:gd name="connsiteX509" fmla="*/ 434154 w 2306082"/>
              <a:gd name="connsiteY509" fmla="*/ 123224 h 1321594"/>
              <a:gd name="connsiteX510" fmla="*/ 462446 w 2306082"/>
              <a:gd name="connsiteY510" fmla="*/ 113793 h 1321594"/>
              <a:gd name="connsiteX511" fmla="*/ 481307 w 2306082"/>
              <a:gd name="connsiteY511" fmla="*/ 94932 h 1321594"/>
              <a:gd name="connsiteX512" fmla="*/ 490738 w 2306082"/>
              <a:gd name="connsiteY512" fmla="*/ 85502 h 1321594"/>
              <a:gd name="connsiteX513" fmla="*/ 641629 w 2306082"/>
              <a:gd name="connsiteY513" fmla="*/ 85502 h 1321594"/>
              <a:gd name="connsiteX514" fmla="*/ 651059 w 2306082"/>
              <a:gd name="connsiteY514" fmla="*/ 94932 h 1321594"/>
              <a:gd name="connsiteX515" fmla="*/ 660490 w 2306082"/>
              <a:gd name="connsiteY515" fmla="*/ 104363 h 1321594"/>
              <a:gd name="connsiteX516" fmla="*/ 773659 w 2306082"/>
              <a:gd name="connsiteY516" fmla="*/ 104363 h 1321594"/>
              <a:gd name="connsiteX517" fmla="*/ 839673 w 2306082"/>
              <a:gd name="connsiteY517" fmla="*/ 113793 h 1321594"/>
              <a:gd name="connsiteX518" fmla="*/ 867965 w 2306082"/>
              <a:gd name="connsiteY518" fmla="*/ 123224 h 1321594"/>
              <a:gd name="connsiteX519" fmla="*/ 896257 w 2306082"/>
              <a:gd name="connsiteY519" fmla="*/ 123224 h 1321594"/>
              <a:gd name="connsiteX520" fmla="*/ 933980 w 2306082"/>
              <a:gd name="connsiteY520" fmla="*/ 132655 h 1321594"/>
              <a:gd name="connsiteX521" fmla="*/ 1433807 w 2306082"/>
              <a:gd name="connsiteY521" fmla="*/ 132655 h 1321594"/>
              <a:gd name="connsiteX522" fmla="*/ 1499822 w 2306082"/>
              <a:gd name="connsiteY522" fmla="*/ 123224 h 1321594"/>
              <a:gd name="connsiteX523" fmla="*/ 1556406 w 2306082"/>
              <a:gd name="connsiteY523" fmla="*/ 113793 h 1321594"/>
              <a:gd name="connsiteX524" fmla="*/ 1631852 w 2306082"/>
              <a:gd name="connsiteY524" fmla="*/ 104363 h 1321594"/>
              <a:gd name="connsiteX525" fmla="*/ 1679005 w 2306082"/>
              <a:gd name="connsiteY525" fmla="*/ 104363 h 1321594"/>
              <a:gd name="connsiteX526" fmla="*/ 1735589 w 2306082"/>
              <a:gd name="connsiteY526" fmla="*/ 94932 h 1321594"/>
              <a:gd name="connsiteX527" fmla="*/ 1801604 w 2306082"/>
              <a:gd name="connsiteY527" fmla="*/ 94932 h 1321594"/>
              <a:gd name="connsiteX528" fmla="*/ 1848758 w 2306082"/>
              <a:gd name="connsiteY528" fmla="*/ 85502 h 1321594"/>
              <a:gd name="connsiteX529" fmla="*/ 1914772 w 2306082"/>
              <a:gd name="connsiteY529" fmla="*/ 66640 h 1321594"/>
              <a:gd name="connsiteX530" fmla="*/ 1999649 w 2306082"/>
              <a:gd name="connsiteY530" fmla="*/ 66640 h 1321594"/>
              <a:gd name="connsiteX531" fmla="*/ 2056233 w 2306082"/>
              <a:gd name="connsiteY531" fmla="*/ 47779 h 1321594"/>
              <a:gd name="connsiteX532" fmla="*/ 2103386 w 2306082"/>
              <a:gd name="connsiteY532" fmla="*/ 47779 h 1321594"/>
              <a:gd name="connsiteX533" fmla="*/ 2141109 w 2306082"/>
              <a:gd name="connsiteY533" fmla="*/ 38348 h 1321594"/>
              <a:gd name="connsiteX534" fmla="*/ 2169401 w 2306082"/>
              <a:gd name="connsiteY534" fmla="*/ 28917 h 1321594"/>
              <a:gd name="connsiteX535" fmla="*/ 2216555 w 2306082"/>
              <a:gd name="connsiteY535" fmla="*/ 28917 h 1321594"/>
              <a:gd name="connsiteX536" fmla="*/ 2254277 w 2306082"/>
              <a:gd name="connsiteY536" fmla="*/ 19487 h 1321594"/>
              <a:gd name="connsiteX537" fmla="*/ 2263708 w 2306082"/>
              <a:gd name="connsiteY537" fmla="*/ 10056 h 1321594"/>
              <a:gd name="connsiteX538" fmla="*/ 2273139 w 2306082"/>
              <a:gd name="connsiteY538" fmla="*/ 19487 h 1321594"/>
              <a:gd name="connsiteX539" fmla="*/ 2282570 w 2306082"/>
              <a:gd name="connsiteY539" fmla="*/ 28917 h 1321594"/>
              <a:gd name="connsiteX540" fmla="*/ 2292000 w 2306082"/>
              <a:gd name="connsiteY540" fmla="*/ 19487 h 1321594"/>
              <a:gd name="connsiteX541" fmla="*/ 2301431 w 2306082"/>
              <a:gd name="connsiteY541" fmla="*/ 10056 h 1321594"/>
              <a:gd name="connsiteX542" fmla="*/ 2292000 w 2306082"/>
              <a:gd name="connsiteY542" fmla="*/ 10056 h 1321594"/>
              <a:gd name="connsiteX543" fmla="*/ 2282570 w 2306082"/>
              <a:gd name="connsiteY543" fmla="*/ 19487 h 1321594"/>
              <a:gd name="connsiteX544" fmla="*/ 2282570 w 2306082"/>
              <a:gd name="connsiteY544" fmla="*/ 28917 h 1321594"/>
              <a:gd name="connsiteX545" fmla="*/ 2273139 w 2306082"/>
              <a:gd name="connsiteY545" fmla="*/ 38348 h 1321594"/>
              <a:gd name="connsiteX546" fmla="*/ 2273139 w 2306082"/>
              <a:gd name="connsiteY546" fmla="*/ 57209 h 1321594"/>
              <a:gd name="connsiteX547" fmla="*/ 2263708 w 2306082"/>
              <a:gd name="connsiteY547" fmla="*/ 66640 h 1321594"/>
              <a:gd name="connsiteX548" fmla="*/ 2254277 w 2306082"/>
              <a:gd name="connsiteY548" fmla="*/ 76071 h 1321594"/>
              <a:gd name="connsiteX549" fmla="*/ 2244847 w 2306082"/>
              <a:gd name="connsiteY549" fmla="*/ 85502 h 1321594"/>
              <a:gd name="connsiteX550" fmla="*/ 2235416 w 2306082"/>
              <a:gd name="connsiteY550" fmla="*/ 113793 h 1321594"/>
              <a:gd name="connsiteX551" fmla="*/ 2225986 w 2306082"/>
              <a:gd name="connsiteY551" fmla="*/ 123224 h 1321594"/>
              <a:gd name="connsiteX552" fmla="*/ 2216555 w 2306082"/>
              <a:gd name="connsiteY552" fmla="*/ 142086 h 1321594"/>
              <a:gd name="connsiteX553" fmla="*/ 2207124 w 2306082"/>
              <a:gd name="connsiteY553" fmla="*/ 151516 h 1321594"/>
              <a:gd name="connsiteX554" fmla="*/ 2207124 w 2306082"/>
              <a:gd name="connsiteY554" fmla="*/ 179808 h 1321594"/>
              <a:gd name="connsiteX555" fmla="*/ 2197693 w 2306082"/>
              <a:gd name="connsiteY555" fmla="*/ 198670 h 1321594"/>
              <a:gd name="connsiteX556" fmla="*/ 2188263 w 2306082"/>
              <a:gd name="connsiteY556" fmla="*/ 217531 h 1321594"/>
              <a:gd name="connsiteX557" fmla="*/ 2178832 w 2306082"/>
              <a:gd name="connsiteY557" fmla="*/ 226962 h 1321594"/>
              <a:gd name="connsiteX558" fmla="*/ 2169401 w 2306082"/>
              <a:gd name="connsiteY558" fmla="*/ 245823 h 1321594"/>
              <a:gd name="connsiteX559" fmla="*/ 2169401 w 2306082"/>
              <a:gd name="connsiteY559" fmla="*/ 274115 h 1321594"/>
              <a:gd name="connsiteX560" fmla="*/ 2159971 w 2306082"/>
              <a:gd name="connsiteY560" fmla="*/ 283546 h 1321594"/>
              <a:gd name="connsiteX561" fmla="*/ 2159971 w 2306082"/>
              <a:gd name="connsiteY561" fmla="*/ 292977 h 1321594"/>
              <a:gd name="connsiteX562" fmla="*/ 2150540 w 2306082"/>
              <a:gd name="connsiteY562" fmla="*/ 302407 h 1321594"/>
              <a:gd name="connsiteX563" fmla="*/ 2150540 w 2306082"/>
              <a:gd name="connsiteY563" fmla="*/ 311838 h 1321594"/>
              <a:gd name="connsiteX564" fmla="*/ 2141109 w 2306082"/>
              <a:gd name="connsiteY564" fmla="*/ 321269 h 1321594"/>
              <a:gd name="connsiteX565" fmla="*/ 2131679 w 2306082"/>
              <a:gd name="connsiteY565" fmla="*/ 330699 h 1321594"/>
              <a:gd name="connsiteX566" fmla="*/ 2141109 w 2306082"/>
              <a:gd name="connsiteY566" fmla="*/ 349561 h 1321594"/>
              <a:gd name="connsiteX567" fmla="*/ 2141109 w 2306082"/>
              <a:gd name="connsiteY567" fmla="*/ 358992 h 1321594"/>
              <a:gd name="connsiteX568" fmla="*/ 2122248 w 2306082"/>
              <a:gd name="connsiteY568" fmla="*/ 368422 h 1321594"/>
              <a:gd name="connsiteX569" fmla="*/ 2112817 w 2306082"/>
              <a:gd name="connsiteY569" fmla="*/ 387284 h 1321594"/>
              <a:gd name="connsiteX570" fmla="*/ 2112817 w 2306082"/>
              <a:gd name="connsiteY570" fmla="*/ 406145 h 1321594"/>
              <a:gd name="connsiteX571" fmla="*/ 2103386 w 2306082"/>
              <a:gd name="connsiteY571" fmla="*/ 415576 h 1321594"/>
              <a:gd name="connsiteX572" fmla="*/ 2093956 w 2306082"/>
              <a:gd name="connsiteY572" fmla="*/ 425006 h 1321594"/>
              <a:gd name="connsiteX573" fmla="*/ 2084525 w 2306082"/>
              <a:gd name="connsiteY573" fmla="*/ 443868 h 1321594"/>
              <a:gd name="connsiteX574" fmla="*/ 2084525 w 2306082"/>
              <a:gd name="connsiteY574" fmla="*/ 453299 h 1321594"/>
              <a:gd name="connsiteX575" fmla="*/ 2075094 w 2306082"/>
              <a:gd name="connsiteY575" fmla="*/ 472160 h 1321594"/>
              <a:gd name="connsiteX576" fmla="*/ 2075094 w 2306082"/>
              <a:gd name="connsiteY576" fmla="*/ 491021 h 1321594"/>
              <a:gd name="connsiteX577" fmla="*/ 2065664 w 2306082"/>
              <a:gd name="connsiteY577" fmla="*/ 500452 h 1321594"/>
              <a:gd name="connsiteX578" fmla="*/ 2065664 w 2306082"/>
              <a:gd name="connsiteY578" fmla="*/ 519313 h 1321594"/>
              <a:gd name="connsiteX579" fmla="*/ 2056233 w 2306082"/>
              <a:gd name="connsiteY579" fmla="*/ 528744 h 1321594"/>
              <a:gd name="connsiteX580" fmla="*/ 2056233 w 2306082"/>
              <a:gd name="connsiteY580" fmla="*/ 538175 h 1321594"/>
              <a:gd name="connsiteX581" fmla="*/ 2046802 w 2306082"/>
              <a:gd name="connsiteY581" fmla="*/ 557036 h 1321594"/>
              <a:gd name="connsiteX582" fmla="*/ 2027941 w 2306082"/>
              <a:gd name="connsiteY582" fmla="*/ 623051 h 1321594"/>
              <a:gd name="connsiteX583" fmla="*/ 2018510 w 2306082"/>
              <a:gd name="connsiteY583" fmla="*/ 641912 h 1321594"/>
              <a:gd name="connsiteX584" fmla="*/ 2018510 w 2306082"/>
              <a:gd name="connsiteY584" fmla="*/ 651343 h 1321594"/>
              <a:gd name="connsiteX585" fmla="*/ 2009079 w 2306082"/>
              <a:gd name="connsiteY585" fmla="*/ 679635 h 1321594"/>
              <a:gd name="connsiteX586" fmla="*/ 2009079 w 2306082"/>
              <a:gd name="connsiteY586" fmla="*/ 905971 h 1321594"/>
              <a:gd name="connsiteX587" fmla="*/ 2018510 w 2306082"/>
              <a:gd name="connsiteY587" fmla="*/ 943694 h 1321594"/>
              <a:gd name="connsiteX588" fmla="*/ 2018510 w 2306082"/>
              <a:gd name="connsiteY588" fmla="*/ 1000279 h 1321594"/>
              <a:gd name="connsiteX589" fmla="*/ 2027941 w 2306082"/>
              <a:gd name="connsiteY589" fmla="*/ 1019140 h 1321594"/>
              <a:gd name="connsiteX590" fmla="*/ 2027941 w 2306082"/>
              <a:gd name="connsiteY590" fmla="*/ 1104016 h 1321594"/>
              <a:gd name="connsiteX591" fmla="*/ 2009079 w 2306082"/>
              <a:gd name="connsiteY591" fmla="*/ 1113447 h 1321594"/>
              <a:gd name="connsiteX592" fmla="*/ 2009079 w 2306082"/>
              <a:gd name="connsiteY592" fmla="*/ 1122877 h 1321594"/>
              <a:gd name="connsiteX593" fmla="*/ 1990218 w 2306082"/>
              <a:gd name="connsiteY593" fmla="*/ 1132308 h 1321594"/>
              <a:gd name="connsiteX594" fmla="*/ 1980787 w 2306082"/>
              <a:gd name="connsiteY594" fmla="*/ 1141739 h 1321594"/>
              <a:gd name="connsiteX595" fmla="*/ 1961926 w 2306082"/>
              <a:gd name="connsiteY595" fmla="*/ 1151170 h 1321594"/>
              <a:gd name="connsiteX596" fmla="*/ 1943065 w 2306082"/>
              <a:gd name="connsiteY596" fmla="*/ 1160600 h 1321594"/>
              <a:gd name="connsiteX597" fmla="*/ 1905342 w 2306082"/>
              <a:gd name="connsiteY597" fmla="*/ 1170032 h 1321594"/>
              <a:gd name="connsiteX598" fmla="*/ 1895911 w 2306082"/>
              <a:gd name="connsiteY598" fmla="*/ 1170032 h 1321594"/>
              <a:gd name="connsiteX599" fmla="*/ 1858188 w 2306082"/>
              <a:gd name="connsiteY599" fmla="*/ 1188893 h 1321594"/>
              <a:gd name="connsiteX600" fmla="*/ 1839327 w 2306082"/>
              <a:gd name="connsiteY600" fmla="*/ 1198323 h 1321594"/>
              <a:gd name="connsiteX601" fmla="*/ 1792174 w 2306082"/>
              <a:gd name="connsiteY601" fmla="*/ 1207754 h 1321594"/>
              <a:gd name="connsiteX602" fmla="*/ 1763881 w 2306082"/>
              <a:gd name="connsiteY602" fmla="*/ 1207754 h 1321594"/>
              <a:gd name="connsiteX603" fmla="*/ 1735589 w 2306082"/>
              <a:gd name="connsiteY603" fmla="*/ 1226615 h 1321594"/>
              <a:gd name="connsiteX604" fmla="*/ 1726159 w 2306082"/>
              <a:gd name="connsiteY604" fmla="*/ 1226615 h 1321594"/>
              <a:gd name="connsiteX605" fmla="*/ 1697866 w 2306082"/>
              <a:gd name="connsiteY605" fmla="*/ 1236046 h 1321594"/>
              <a:gd name="connsiteX606" fmla="*/ 1679005 w 2306082"/>
              <a:gd name="connsiteY606" fmla="*/ 1236046 h 1321594"/>
              <a:gd name="connsiteX607" fmla="*/ 1660144 w 2306082"/>
              <a:gd name="connsiteY607" fmla="*/ 1245476 h 1321594"/>
              <a:gd name="connsiteX608" fmla="*/ 1641282 w 2306082"/>
              <a:gd name="connsiteY608" fmla="*/ 1245476 h 1321594"/>
              <a:gd name="connsiteX609" fmla="*/ 1622421 w 2306082"/>
              <a:gd name="connsiteY609" fmla="*/ 1254907 h 1321594"/>
              <a:gd name="connsiteX610" fmla="*/ 1594129 w 2306082"/>
              <a:gd name="connsiteY610" fmla="*/ 1264338 h 1321594"/>
              <a:gd name="connsiteX611" fmla="*/ 1565837 w 2306082"/>
              <a:gd name="connsiteY611" fmla="*/ 1273769 h 1321594"/>
              <a:gd name="connsiteX612" fmla="*/ 1537545 w 2306082"/>
              <a:gd name="connsiteY612" fmla="*/ 1283200 h 1321594"/>
              <a:gd name="connsiteX613" fmla="*/ 1518683 w 2306082"/>
              <a:gd name="connsiteY613" fmla="*/ 1283200 h 1321594"/>
              <a:gd name="connsiteX614" fmla="*/ 1490391 w 2306082"/>
              <a:gd name="connsiteY614" fmla="*/ 1292630 h 1321594"/>
              <a:gd name="connsiteX615" fmla="*/ 1471530 w 2306082"/>
              <a:gd name="connsiteY615" fmla="*/ 1292630 h 1321594"/>
              <a:gd name="connsiteX616" fmla="*/ 1452668 w 2306082"/>
              <a:gd name="connsiteY616" fmla="*/ 1302061 h 1321594"/>
              <a:gd name="connsiteX617" fmla="*/ 1377223 w 2306082"/>
              <a:gd name="connsiteY617" fmla="*/ 1302061 h 1321594"/>
              <a:gd name="connsiteX618" fmla="*/ 1311208 w 2306082"/>
              <a:gd name="connsiteY618" fmla="*/ 1311492 h 1321594"/>
              <a:gd name="connsiteX619" fmla="*/ 1056579 w 2306082"/>
              <a:gd name="connsiteY619" fmla="*/ 1311492 h 1321594"/>
              <a:gd name="connsiteX620" fmla="*/ 999995 w 2306082"/>
              <a:gd name="connsiteY620" fmla="*/ 1320922 h 1321594"/>
              <a:gd name="connsiteX621" fmla="*/ 924550 w 2306082"/>
              <a:gd name="connsiteY621" fmla="*/ 1320922 h 1321594"/>
              <a:gd name="connsiteX622" fmla="*/ 877396 w 2306082"/>
              <a:gd name="connsiteY622" fmla="*/ 1311492 h 1321594"/>
              <a:gd name="connsiteX623" fmla="*/ 849104 w 2306082"/>
              <a:gd name="connsiteY623" fmla="*/ 1311492 h 1321594"/>
              <a:gd name="connsiteX624" fmla="*/ 811381 w 2306082"/>
              <a:gd name="connsiteY624" fmla="*/ 1302061 h 1321594"/>
              <a:gd name="connsiteX625" fmla="*/ 783089 w 2306082"/>
              <a:gd name="connsiteY625" fmla="*/ 1292630 h 1321594"/>
              <a:gd name="connsiteX626" fmla="*/ 745366 w 2306082"/>
              <a:gd name="connsiteY626" fmla="*/ 1292630 h 1321594"/>
              <a:gd name="connsiteX627" fmla="*/ 735936 w 2306082"/>
              <a:gd name="connsiteY627" fmla="*/ 1283200 h 1321594"/>
              <a:gd name="connsiteX628" fmla="*/ 679352 w 2306082"/>
              <a:gd name="connsiteY628" fmla="*/ 1283200 h 1321594"/>
              <a:gd name="connsiteX629" fmla="*/ 651059 w 2306082"/>
              <a:gd name="connsiteY629" fmla="*/ 1273769 h 1321594"/>
              <a:gd name="connsiteX630" fmla="*/ 603906 w 2306082"/>
              <a:gd name="connsiteY630" fmla="*/ 1273769 h 1321594"/>
              <a:gd name="connsiteX631" fmla="*/ 594475 w 2306082"/>
              <a:gd name="connsiteY631" fmla="*/ 1264338 h 1321594"/>
              <a:gd name="connsiteX632" fmla="*/ 575614 w 2306082"/>
              <a:gd name="connsiteY632" fmla="*/ 1264338 h 1321594"/>
              <a:gd name="connsiteX633" fmla="*/ 566183 w 2306082"/>
              <a:gd name="connsiteY633" fmla="*/ 1254907 h 1321594"/>
              <a:gd name="connsiteX634" fmla="*/ 556753 w 2306082"/>
              <a:gd name="connsiteY634" fmla="*/ 1254907 h 1321594"/>
              <a:gd name="connsiteX635" fmla="*/ 537891 w 2306082"/>
              <a:gd name="connsiteY635" fmla="*/ 1245476 h 1321594"/>
              <a:gd name="connsiteX636" fmla="*/ 528460 w 2306082"/>
              <a:gd name="connsiteY636" fmla="*/ 1245476 h 1321594"/>
              <a:gd name="connsiteX637" fmla="*/ 519030 w 2306082"/>
              <a:gd name="connsiteY637" fmla="*/ 1236046 h 1321594"/>
              <a:gd name="connsiteX638" fmla="*/ 519030 w 2306082"/>
              <a:gd name="connsiteY638" fmla="*/ 1226615 h 1321594"/>
              <a:gd name="connsiteX639" fmla="*/ 500168 w 2306082"/>
              <a:gd name="connsiteY639" fmla="*/ 1217184 h 1321594"/>
              <a:gd name="connsiteX640" fmla="*/ 490738 w 2306082"/>
              <a:gd name="connsiteY640" fmla="*/ 1217184 h 1321594"/>
              <a:gd name="connsiteX641" fmla="*/ 481307 w 2306082"/>
              <a:gd name="connsiteY641" fmla="*/ 1198323 h 1321594"/>
              <a:gd name="connsiteX642" fmla="*/ 462446 w 2306082"/>
              <a:gd name="connsiteY642" fmla="*/ 1198323 h 1321594"/>
              <a:gd name="connsiteX643" fmla="*/ 453015 w 2306082"/>
              <a:gd name="connsiteY643" fmla="*/ 1188893 h 1321594"/>
              <a:gd name="connsiteX644" fmla="*/ 443584 w 2306082"/>
              <a:gd name="connsiteY644" fmla="*/ 1179462 h 1321594"/>
              <a:gd name="connsiteX645" fmla="*/ 424723 w 2306082"/>
              <a:gd name="connsiteY645" fmla="*/ 1170032 h 1321594"/>
              <a:gd name="connsiteX646" fmla="*/ 415292 w 2306082"/>
              <a:gd name="connsiteY646" fmla="*/ 1179462 h 1321594"/>
              <a:gd name="connsiteX647" fmla="*/ 387000 w 2306082"/>
              <a:gd name="connsiteY647" fmla="*/ 1179462 h 1321594"/>
              <a:gd name="connsiteX648" fmla="*/ 377569 w 2306082"/>
              <a:gd name="connsiteY648" fmla="*/ 1170032 h 1321594"/>
              <a:gd name="connsiteX649" fmla="*/ 368139 w 2306082"/>
              <a:gd name="connsiteY649" fmla="*/ 1151170 h 1321594"/>
              <a:gd name="connsiteX650" fmla="*/ 349277 w 2306082"/>
              <a:gd name="connsiteY650" fmla="*/ 1151170 h 1321594"/>
              <a:gd name="connsiteX651" fmla="*/ 339847 w 2306082"/>
              <a:gd name="connsiteY651" fmla="*/ 1141739 h 1321594"/>
              <a:gd name="connsiteX652" fmla="*/ 320985 w 2306082"/>
              <a:gd name="connsiteY652" fmla="*/ 1132308 h 1321594"/>
              <a:gd name="connsiteX653" fmla="*/ 302124 w 2306082"/>
              <a:gd name="connsiteY653" fmla="*/ 1113447 h 1321594"/>
              <a:gd name="connsiteX654" fmla="*/ 292693 w 2306082"/>
              <a:gd name="connsiteY654" fmla="*/ 1094586 h 1321594"/>
              <a:gd name="connsiteX655" fmla="*/ 273832 w 2306082"/>
              <a:gd name="connsiteY655" fmla="*/ 1094586 h 1321594"/>
              <a:gd name="connsiteX656" fmla="*/ 264401 w 2306082"/>
              <a:gd name="connsiteY656" fmla="*/ 1075724 h 1321594"/>
              <a:gd name="connsiteX657" fmla="*/ 254970 w 2306082"/>
              <a:gd name="connsiteY657" fmla="*/ 1066294 h 1321594"/>
              <a:gd name="connsiteX658" fmla="*/ 236109 w 2306082"/>
              <a:gd name="connsiteY658" fmla="*/ 1038001 h 1321594"/>
              <a:gd name="connsiteX659" fmla="*/ 226678 w 2306082"/>
              <a:gd name="connsiteY659" fmla="*/ 1028570 h 1321594"/>
              <a:gd name="connsiteX660" fmla="*/ 226678 w 2306082"/>
              <a:gd name="connsiteY660" fmla="*/ 990848 h 1321594"/>
              <a:gd name="connsiteX661" fmla="*/ 207817 w 2306082"/>
              <a:gd name="connsiteY661" fmla="*/ 962556 h 1321594"/>
              <a:gd name="connsiteX662" fmla="*/ 188956 w 2306082"/>
              <a:gd name="connsiteY662" fmla="*/ 943694 h 1321594"/>
              <a:gd name="connsiteX663" fmla="*/ 188956 w 2306082"/>
              <a:gd name="connsiteY663" fmla="*/ 924833 h 1321594"/>
              <a:gd name="connsiteX664" fmla="*/ 179525 w 2306082"/>
              <a:gd name="connsiteY664" fmla="*/ 915402 h 1321594"/>
              <a:gd name="connsiteX665" fmla="*/ 188956 w 2306082"/>
              <a:gd name="connsiteY665" fmla="*/ 896541 h 1321594"/>
              <a:gd name="connsiteX666" fmla="*/ 198386 w 2306082"/>
              <a:gd name="connsiteY666" fmla="*/ 887110 h 1321594"/>
              <a:gd name="connsiteX667" fmla="*/ 179525 w 2306082"/>
              <a:gd name="connsiteY667" fmla="*/ 877680 h 1321594"/>
              <a:gd name="connsiteX668" fmla="*/ 170094 w 2306082"/>
              <a:gd name="connsiteY668" fmla="*/ 868249 h 1321594"/>
              <a:gd name="connsiteX669" fmla="*/ 179525 w 2306082"/>
              <a:gd name="connsiteY669" fmla="*/ 792803 h 1321594"/>
              <a:gd name="connsiteX670" fmla="*/ 188956 w 2306082"/>
              <a:gd name="connsiteY670" fmla="*/ 783373 h 1321594"/>
              <a:gd name="connsiteX671" fmla="*/ 188956 w 2306082"/>
              <a:gd name="connsiteY671" fmla="*/ 707927 h 1321594"/>
              <a:gd name="connsiteX672" fmla="*/ 198386 w 2306082"/>
              <a:gd name="connsiteY672" fmla="*/ 679635 h 1321594"/>
              <a:gd name="connsiteX673" fmla="*/ 198386 w 2306082"/>
              <a:gd name="connsiteY673" fmla="*/ 641912 h 1321594"/>
              <a:gd name="connsiteX674" fmla="*/ 207817 w 2306082"/>
              <a:gd name="connsiteY674" fmla="*/ 623051 h 1321594"/>
              <a:gd name="connsiteX675" fmla="*/ 217248 w 2306082"/>
              <a:gd name="connsiteY675" fmla="*/ 604190 h 1321594"/>
              <a:gd name="connsiteX676" fmla="*/ 217248 w 2306082"/>
              <a:gd name="connsiteY676" fmla="*/ 585328 h 1321594"/>
              <a:gd name="connsiteX677" fmla="*/ 236109 w 2306082"/>
              <a:gd name="connsiteY677" fmla="*/ 557036 h 1321594"/>
              <a:gd name="connsiteX678" fmla="*/ 245540 w 2306082"/>
              <a:gd name="connsiteY678" fmla="*/ 538175 h 1321594"/>
              <a:gd name="connsiteX679" fmla="*/ 254970 w 2306082"/>
              <a:gd name="connsiteY679" fmla="*/ 519313 h 1321594"/>
              <a:gd name="connsiteX680" fmla="*/ 254970 w 2306082"/>
              <a:gd name="connsiteY680" fmla="*/ 509883 h 1321594"/>
              <a:gd name="connsiteX681" fmla="*/ 264401 w 2306082"/>
              <a:gd name="connsiteY681" fmla="*/ 491021 h 1321594"/>
              <a:gd name="connsiteX682" fmla="*/ 273832 w 2306082"/>
              <a:gd name="connsiteY682" fmla="*/ 481590 h 1321594"/>
              <a:gd name="connsiteX683" fmla="*/ 273832 w 2306082"/>
              <a:gd name="connsiteY683" fmla="*/ 472160 h 1321594"/>
              <a:gd name="connsiteX684" fmla="*/ 292693 w 2306082"/>
              <a:gd name="connsiteY684" fmla="*/ 453299 h 1321594"/>
              <a:gd name="connsiteX685" fmla="*/ 311554 w 2306082"/>
              <a:gd name="connsiteY685" fmla="*/ 434437 h 1321594"/>
              <a:gd name="connsiteX686" fmla="*/ 320985 w 2306082"/>
              <a:gd name="connsiteY686" fmla="*/ 415576 h 1321594"/>
              <a:gd name="connsiteX687" fmla="*/ 330416 w 2306082"/>
              <a:gd name="connsiteY687" fmla="*/ 406145 h 1321594"/>
              <a:gd name="connsiteX688" fmla="*/ 339847 w 2306082"/>
              <a:gd name="connsiteY688" fmla="*/ 396714 h 1321594"/>
              <a:gd name="connsiteX689" fmla="*/ 339847 w 2306082"/>
              <a:gd name="connsiteY689" fmla="*/ 377853 h 1321594"/>
              <a:gd name="connsiteX690" fmla="*/ 358708 w 2306082"/>
              <a:gd name="connsiteY690" fmla="*/ 368422 h 1321594"/>
              <a:gd name="connsiteX691" fmla="*/ 368139 w 2306082"/>
              <a:gd name="connsiteY691" fmla="*/ 358992 h 1321594"/>
              <a:gd name="connsiteX692" fmla="*/ 377569 w 2306082"/>
              <a:gd name="connsiteY692" fmla="*/ 340130 h 1321594"/>
              <a:gd name="connsiteX693" fmla="*/ 387000 w 2306082"/>
              <a:gd name="connsiteY693" fmla="*/ 330699 h 1321594"/>
              <a:gd name="connsiteX694" fmla="*/ 415292 w 2306082"/>
              <a:gd name="connsiteY694" fmla="*/ 311838 h 1321594"/>
              <a:gd name="connsiteX695" fmla="*/ 424723 w 2306082"/>
              <a:gd name="connsiteY695" fmla="*/ 302407 h 1321594"/>
              <a:gd name="connsiteX696" fmla="*/ 434154 w 2306082"/>
              <a:gd name="connsiteY696" fmla="*/ 311838 h 1321594"/>
              <a:gd name="connsiteX697" fmla="*/ 443584 w 2306082"/>
              <a:gd name="connsiteY697" fmla="*/ 311838 h 1321594"/>
              <a:gd name="connsiteX698" fmla="*/ 462446 w 2306082"/>
              <a:gd name="connsiteY698" fmla="*/ 302407 h 1321594"/>
              <a:gd name="connsiteX699" fmla="*/ 481307 w 2306082"/>
              <a:gd name="connsiteY699" fmla="*/ 283546 h 1321594"/>
              <a:gd name="connsiteX700" fmla="*/ 490738 w 2306082"/>
              <a:gd name="connsiteY700" fmla="*/ 264684 h 1321594"/>
              <a:gd name="connsiteX701" fmla="*/ 500168 w 2306082"/>
              <a:gd name="connsiteY701" fmla="*/ 255254 h 1321594"/>
              <a:gd name="connsiteX702" fmla="*/ 519030 w 2306082"/>
              <a:gd name="connsiteY702" fmla="*/ 255254 h 1321594"/>
              <a:gd name="connsiteX703" fmla="*/ 528460 w 2306082"/>
              <a:gd name="connsiteY703" fmla="*/ 245823 h 1321594"/>
              <a:gd name="connsiteX704" fmla="*/ 537891 w 2306082"/>
              <a:gd name="connsiteY704" fmla="*/ 236393 h 1321594"/>
              <a:gd name="connsiteX705" fmla="*/ 556753 w 2306082"/>
              <a:gd name="connsiteY705" fmla="*/ 226962 h 1321594"/>
              <a:gd name="connsiteX706" fmla="*/ 575614 w 2306082"/>
              <a:gd name="connsiteY706" fmla="*/ 217531 h 1321594"/>
              <a:gd name="connsiteX707" fmla="*/ 594475 w 2306082"/>
              <a:gd name="connsiteY707" fmla="*/ 217531 h 1321594"/>
              <a:gd name="connsiteX708" fmla="*/ 603906 w 2306082"/>
              <a:gd name="connsiteY708" fmla="*/ 208100 h 1321594"/>
              <a:gd name="connsiteX709" fmla="*/ 613337 w 2306082"/>
              <a:gd name="connsiteY709" fmla="*/ 208100 h 1321594"/>
              <a:gd name="connsiteX710" fmla="*/ 632198 w 2306082"/>
              <a:gd name="connsiteY710" fmla="*/ 189239 h 1321594"/>
              <a:gd name="connsiteX711" fmla="*/ 641629 w 2306082"/>
              <a:gd name="connsiteY711" fmla="*/ 189239 h 1321594"/>
              <a:gd name="connsiteX712" fmla="*/ 660490 w 2306082"/>
              <a:gd name="connsiteY712" fmla="*/ 179808 h 1321594"/>
              <a:gd name="connsiteX713" fmla="*/ 669921 w 2306082"/>
              <a:gd name="connsiteY713" fmla="*/ 179808 h 1321594"/>
              <a:gd name="connsiteX714" fmla="*/ 698213 w 2306082"/>
              <a:gd name="connsiteY714" fmla="*/ 170378 h 1321594"/>
              <a:gd name="connsiteX715" fmla="*/ 707644 w 2306082"/>
              <a:gd name="connsiteY715" fmla="*/ 160947 h 1321594"/>
              <a:gd name="connsiteX716" fmla="*/ 754797 w 2306082"/>
              <a:gd name="connsiteY716" fmla="*/ 151516 h 1321594"/>
              <a:gd name="connsiteX717" fmla="*/ 764228 w 2306082"/>
              <a:gd name="connsiteY717" fmla="*/ 151516 h 1321594"/>
              <a:gd name="connsiteX718" fmla="*/ 773659 w 2306082"/>
              <a:gd name="connsiteY718" fmla="*/ 132655 h 1321594"/>
              <a:gd name="connsiteX719" fmla="*/ 792520 w 2306082"/>
              <a:gd name="connsiteY719" fmla="*/ 132655 h 1321594"/>
              <a:gd name="connsiteX720" fmla="*/ 801951 w 2306082"/>
              <a:gd name="connsiteY720" fmla="*/ 123224 h 1321594"/>
              <a:gd name="connsiteX721" fmla="*/ 820812 w 2306082"/>
              <a:gd name="connsiteY721" fmla="*/ 123224 h 1321594"/>
              <a:gd name="connsiteX722" fmla="*/ 839673 w 2306082"/>
              <a:gd name="connsiteY722" fmla="*/ 113793 h 1321594"/>
              <a:gd name="connsiteX723" fmla="*/ 867965 w 2306082"/>
              <a:gd name="connsiteY723" fmla="*/ 104363 h 1321594"/>
              <a:gd name="connsiteX724" fmla="*/ 896257 w 2306082"/>
              <a:gd name="connsiteY724" fmla="*/ 85502 h 1321594"/>
              <a:gd name="connsiteX725" fmla="*/ 915119 w 2306082"/>
              <a:gd name="connsiteY725" fmla="*/ 66640 h 1321594"/>
              <a:gd name="connsiteX726" fmla="*/ 933980 w 2306082"/>
              <a:gd name="connsiteY726" fmla="*/ 66640 h 1321594"/>
              <a:gd name="connsiteX727" fmla="*/ 952842 w 2306082"/>
              <a:gd name="connsiteY727" fmla="*/ 57209 h 1321594"/>
              <a:gd name="connsiteX728" fmla="*/ 971703 w 2306082"/>
              <a:gd name="connsiteY728" fmla="*/ 47779 h 1321594"/>
              <a:gd name="connsiteX729" fmla="*/ 999995 w 2306082"/>
              <a:gd name="connsiteY729" fmla="*/ 38348 h 1321594"/>
              <a:gd name="connsiteX730" fmla="*/ 1018856 w 2306082"/>
              <a:gd name="connsiteY730" fmla="*/ 28917 h 1321594"/>
              <a:gd name="connsiteX731" fmla="*/ 1037718 w 2306082"/>
              <a:gd name="connsiteY731" fmla="*/ 19487 h 1321594"/>
              <a:gd name="connsiteX732" fmla="*/ 1066010 w 2306082"/>
              <a:gd name="connsiteY732" fmla="*/ 19487 h 1321594"/>
              <a:gd name="connsiteX733" fmla="*/ 1094302 w 2306082"/>
              <a:gd name="connsiteY733" fmla="*/ 625 h 1321594"/>
              <a:gd name="connsiteX734" fmla="*/ 1141456 w 2306082"/>
              <a:gd name="connsiteY734" fmla="*/ 625 h 1321594"/>
              <a:gd name="connsiteX735" fmla="*/ 1179178 w 2306082"/>
              <a:gd name="connsiteY735" fmla="*/ 10056 h 1321594"/>
              <a:gd name="connsiteX736" fmla="*/ 1198040 w 2306082"/>
              <a:gd name="connsiteY736" fmla="*/ 19487 h 1321594"/>
              <a:gd name="connsiteX737" fmla="*/ 1235762 w 2306082"/>
              <a:gd name="connsiteY737" fmla="*/ 19487 h 1321594"/>
              <a:gd name="connsiteX738" fmla="*/ 1264055 w 2306082"/>
              <a:gd name="connsiteY738" fmla="*/ 28917 h 1321594"/>
              <a:gd name="connsiteX739" fmla="*/ 1301777 w 2306082"/>
              <a:gd name="connsiteY739" fmla="*/ 28917 h 1321594"/>
              <a:gd name="connsiteX740" fmla="*/ 1348931 w 2306082"/>
              <a:gd name="connsiteY740" fmla="*/ 38348 h 1321594"/>
              <a:gd name="connsiteX741" fmla="*/ 1386653 w 2306082"/>
              <a:gd name="connsiteY741" fmla="*/ 47779 h 1321594"/>
              <a:gd name="connsiteX742" fmla="*/ 1405515 w 2306082"/>
              <a:gd name="connsiteY742" fmla="*/ 57209 h 1321594"/>
              <a:gd name="connsiteX743" fmla="*/ 1424376 w 2306082"/>
              <a:gd name="connsiteY743" fmla="*/ 47779 h 1321594"/>
              <a:gd name="connsiteX744" fmla="*/ 1471530 w 2306082"/>
              <a:gd name="connsiteY744" fmla="*/ 47779 h 1321594"/>
              <a:gd name="connsiteX745" fmla="*/ 1490391 w 2306082"/>
              <a:gd name="connsiteY745" fmla="*/ 57209 h 1321594"/>
              <a:gd name="connsiteX746" fmla="*/ 1518683 w 2306082"/>
              <a:gd name="connsiteY746" fmla="*/ 66640 h 1321594"/>
              <a:gd name="connsiteX747" fmla="*/ 1546975 w 2306082"/>
              <a:gd name="connsiteY747" fmla="*/ 85502 h 1321594"/>
              <a:gd name="connsiteX748" fmla="*/ 1584698 w 2306082"/>
              <a:gd name="connsiteY748" fmla="*/ 94932 h 1321594"/>
              <a:gd name="connsiteX749" fmla="*/ 1612990 w 2306082"/>
              <a:gd name="connsiteY749" fmla="*/ 104363 h 1321594"/>
              <a:gd name="connsiteX750" fmla="*/ 1631852 w 2306082"/>
              <a:gd name="connsiteY750" fmla="*/ 113793 h 1321594"/>
              <a:gd name="connsiteX751" fmla="*/ 1650713 w 2306082"/>
              <a:gd name="connsiteY751" fmla="*/ 123224 h 1321594"/>
              <a:gd name="connsiteX752" fmla="*/ 1669574 w 2306082"/>
              <a:gd name="connsiteY752" fmla="*/ 132655 h 1321594"/>
              <a:gd name="connsiteX753" fmla="*/ 1697866 w 2306082"/>
              <a:gd name="connsiteY753" fmla="*/ 151516 h 1321594"/>
              <a:gd name="connsiteX754" fmla="*/ 1707297 w 2306082"/>
              <a:gd name="connsiteY754" fmla="*/ 160947 h 1321594"/>
              <a:gd name="connsiteX755" fmla="*/ 1726159 w 2306082"/>
              <a:gd name="connsiteY755" fmla="*/ 170378 h 1321594"/>
              <a:gd name="connsiteX756" fmla="*/ 1745020 w 2306082"/>
              <a:gd name="connsiteY756" fmla="*/ 189239 h 1321594"/>
              <a:gd name="connsiteX757" fmla="*/ 1773312 w 2306082"/>
              <a:gd name="connsiteY757" fmla="*/ 208100 h 1321594"/>
              <a:gd name="connsiteX758" fmla="*/ 1773312 w 2306082"/>
              <a:gd name="connsiteY758" fmla="*/ 226962 h 1321594"/>
              <a:gd name="connsiteX759" fmla="*/ 1792174 w 2306082"/>
              <a:gd name="connsiteY759" fmla="*/ 236393 h 1321594"/>
              <a:gd name="connsiteX760" fmla="*/ 1801604 w 2306082"/>
              <a:gd name="connsiteY760" fmla="*/ 264684 h 1321594"/>
              <a:gd name="connsiteX761" fmla="*/ 1801604 w 2306082"/>
              <a:gd name="connsiteY761" fmla="*/ 274115 h 1321594"/>
              <a:gd name="connsiteX762" fmla="*/ 1811035 w 2306082"/>
              <a:gd name="connsiteY762" fmla="*/ 302407 h 1321594"/>
              <a:gd name="connsiteX763" fmla="*/ 1829896 w 2306082"/>
              <a:gd name="connsiteY763" fmla="*/ 330699 h 1321594"/>
              <a:gd name="connsiteX764" fmla="*/ 1829896 w 2306082"/>
              <a:gd name="connsiteY764" fmla="*/ 340130 h 1321594"/>
              <a:gd name="connsiteX765" fmla="*/ 1839327 w 2306082"/>
              <a:gd name="connsiteY765" fmla="*/ 387284 h 1321594"/>
              <a:gd name="connsiteX766" fmla="*/ 1839327 w 2306082"/>
              <a:gd name="connsiteY766" fmla="*/ 415576 h 1321594"/>
              <a:gd name="connsiteX767" fmla="*/ 1848758 w 2306082"/>
              <a:gd name="connsiteY767" fmla="*/ 434437 h 1321594"/>
              <a:gd name="connsiteX768" fmla="*/ 1848758 w 2306082"/>
              <a:gd name="connsiteY768" fmla="*/ 585328 h 1321594"/>
              <a:gd name="connsiteX769" fmla="*/ 1839327 w 2306082"/>
              <a:gd name="connsiteY769" fmla="*/ 613620 h 1321594"/>
              <a:gd name="connsiteX770" fmla="*/ 1829896 w 2306082"/>
              <a:gd name="connsiteY770" fmla="*/ 623051 h 1321594"/>
              <a:gd name="connsiteX771" fmla="*/ 1820465 w 2306082"/>
              <a:gd name="connsiteY771" fmla="*/ 641912 h 1321594"/>
              <a:gd name="connsiteX772" fmla="*/ 1811035 w 2306082"/>
              <a:gd name="connsiteY772" fmla="*/ 660774 h 1321594"/>
              <a:gd name="connsiteX773" fmla="*/ 1801604 w 2306082"/>
              <a:gd name="connsiteY773" fmla="*/ 679635 h 1321594"/>
              <a:gd name="connsiteX774" fmla="*/ 1782743 w 2306082"/>
              <a:gd name="connsiteY774" fmla="*/ 707927 h 1321594"/>
              <a:gd name="connsiteX775" fmla="*/ 1735589 w 2306082"/>
              <a:gd name="connsiteY775" fmla="*/ 745650 h 1321594"/>
              <a:gd name="connsiteX776" fmla="*/ 1707297 w 2306082"/>
              <a:gd name="connsiteY776" fmla="*/ 755081 h 1321594"/>
              <a:gd name="connsiteX777" fmla="*/ 1679005 w 2306082"/>
              <a:gd name="connsiteY777" fmla="*/ 773942 h 1321594"/>
              <a:gd name="connsiteX778" fmla="*/ 1650713 w 2306082"/>
              <a:gd name="connsiteY778" fmla="*/ 773942 h 1321594"/>
              <a:gd name="connsiteX779" fmla="*/ 1631852 w 2306082"/>
              <a:gd name="connsiteY779" fmla="*/ 783373 h 1321594"/>
              <a:gd name="connsiteX780" fmla="*/ 1575268 w 2306082"/>
              <a:gd name="connsiteY780" fmla="*/ 802234 h 1321594"/>
              <a:gd name="connsiteX781" fmla="*/ 1565837 w 2306082"/>
              <a:gd name="connsiteY781" fmla="*/ 811665 h 1321594"/>
              <a:gd name="connsiteX782" fmla="*/ 1480961 w 2306082"/>
              <a:gd name="connsiteY782" fmla="*/ 811665 h 1321594"/>
              <a:gd name="connsiteX783" fmla="*/ 1396084 w 2306082"/>
              <a:gd name="connsiteY783" fmla="*/ 802234 h 1321594"/>
              <a:gd name="connsiteX784" fmla="*/ 1339500 w 2306082"/>
              <a:gd name="connsiteY784" fmla="*/ 792803 h 1321594"/>
              <a:gd name="connsiteX785" fmla="*/ 1301777 w 2306082"/>
              <a:gd name="connsiteY785" fmla="*/ 783373 h 1321594"/>
              <a:gd name="connsiteX786" fmla="*/ 1226332 w 2306082"/>
              <a:gd name="connsiteY786" fmla="*/ 764512 h 1321594"/>
              <a:gd name="connsiteX787" fmla="*/ 1150886 w 2306082"/>
              <a:gd name="connsiteY787" fmla="*/ 736219 h 1321594"/>
              <a:gd name="connsiteX788" fmla="*/ 1084871 w 2306082"/>
              <a:gd name="connsiteY788" fmla="*/ 707927 h 1321594"/>
              <a:gd name="connsiteX789" fmla="*/ 1018856 w 2306082"/>
              <a:gd name="connsiteY789" fmla="*/ 689066 h 1321594"/>
              <a:gd name="connsiteX790" fmla="*/ 924550 w 2306082"/>
              <a:gd name="connsiteY790" fmla="*/ 660774 h 1321594"/>
              <a:gd name="connsiteX791" fmla="*/ 877396 w 2306082"/>
              <a:gd name="connsiteY791" fmla="*/ 660774 h 1321594"/>
              <a:gd name="connsiteX792" fmla="*/ 867965 w 2306082"/>
              <a:gd name="connsiteY792" fmla="*/ 651343 h 1321594"/>
              <a:gd name="connsiteX793" fmla="*/ 839673 w 2306082"/>
              <a:gd name="connsiteY793" fmla="*/ 641912 h 1321594"/>
              <a:gd name="connsiteX794" fmla="*/ 820812 w 2306082"/>
              <a:gd name="connsiteY794" fmla="*/ 623051 h 1321594"/>
              <a:gd name="connsiteX795" fmla="*/ 811381 w 2306082"/>
              <a:gd name="connsiteY795" fmla="*/ 613620 h 1321594"/>
              <a:gd name="connsiteX796" fmla="*/ 811381 w 2306082"/>
              <a:gd name="connsiteY796" fmla="*/ 585328 h 1321594"/>
              <a:gd name="connsiteX797" fmla="*/ 830243 w 2306082"/>
              <a:gd name="connsiteY797" fmla="*/ 566467 h 1321594"/>
              <a:gd name="connsiteX798" fmla="*/ 839673 w 2306082"/>
              <a:gd name="connsiteY798" fmla="*/ 557036 h 1321594"/>
              <a:gd name="connsiteX799" fmla="*/ 867965 w 2306082"/>
              <a:gd name="connsiteY799" fmla="*/ 538175 h 1321594"/>
              <a:gd name="connsiteX800" fmla="*/ 924550 w 2306082"/>
              <a:gd name="connsiteY800" fmla="*/ 509883 h 1321594"/>
              <a:gd name="connsiteX801" fmla="*/ 999995 w 2306082"/>
              <a:gd name="connsiteY801" fmla="*/ 491021 h 1321594"/>
              <a:gd name="connsiteX802" fmla="*/ 1056579 w 2306082"/>
              <a:gd name="connsiteY802" fmla="*/ 491021 h 1321594"/>
              <a:gd name="connsiteX803" fmla="*/ 1122594 w 2306082"/>
              <a:gd name="connsiteY803" fmla="*/ 481590 h 1321594"/>
              <a:gd name="connsiteX804" fmla="*/ 1198040 w 2306082"/>
              <a:gd name="connsiteY804" fmla="*/ 472160 h 1321594"/>
              <a:gd name="connsiteX805" fmla="*/ 1443238 w 2306082"/>
              <a:gd name="connsiteY805" fmla="*/ 472160 h 1321594"/>
              <a:gd name="connsiteX806" fmla="*/ 1575268 w 2306082"/>
              <a:gd name="connsiteY806" fmla="*/ 481590 h 1321594"/>
              <a:gd name="connsiteX807" fmla="*/ 1650713 w 2306082"/>
              <a:gd name="connsiteY807" fmla="*/ 491021 h 1321594"/>
              <a:gd name="connsiteX808" fmla="*/ 1726159 w 2306082"/>
              <a:gd name="connsiteY808" fmla="*/ 509883 h 1321594"/>
              <a:gd name="connsiteX809" fmla="*/ 1782743 w 2306082"/>
              <a:gd name="connsiteY809" fmla="*/ 519313 h 1321594"/>
              <a:gd name="connsiteX810" fmla="*/ 1811035 w 2306082"/>
              <a:gd name="connsiteY810" fmla="*/ 528744 h 1321594"/>
              <a:gd name="connsiteX811" fmla="*/ 1839327 w 2306082"/>
              <a:gd name="connsiteY811" fmla="*/ 538175 h 1321594"/>
              <a:gd name="connsiteX812" fmla="*/ 1858188 w 2306082"/>
              <a:gd name="connsiteY812" fmla="*/ 547605 h 1321594"/>
              <a:gd name="connsiteX813" fmla="*/ 1867619 w 2306082"/>
              <a:gd name="connsiteY813" fmla="*/ 557036 h 1321594"/>
              <a:gd name="connsiteX814" fmla="*/ 1867619 w 2306082"/>
              <a:gd name="connsiteY814" fmla="*/ 585328 h 1321594"/>
              <a:gd name="connsiteX815" fmla="*/ 1839327 w 2306082"/>
              <a:gd name="connsiteY815" fmla="*/ 604190 h 1321594"/>
              <a:gd name="connsiteX816" fmla="*/ 1811035 w 2306082"/>
              <a:gd name="connsiteY816" fmla="*/ 613620 h 1321594"/>
              <a:gd name="connsiteX817" fmla="*/ 1782743 w 2306082"/>
              <a:gd name="connsiteY817" fmla="*/ 641912 h 1321594"/>
              <a:gd name="connsiteX818" fmla="*/ 1735589 w 2306082"/>
              <a:gd name="connsiteY818" fmla="*/ 660774 h 1321594"/>
              <a:gd name="connsiteX819" fmla="*/ 1679005 w 2306082"/>
              <a:gd name="connsiteY819" fmla="*/ 689066 h 1321594"/>
              <a:gd name="connsiteX820" fmla="*/ 1622421 w 2306082"/>
              <a:gd name="connsiteY820" fmla="*/ 698496 h 1321594"/>
              <a:gd name="connsiteX821" fmla="*/ 1565837 w 2306082"/>
              <a:gd name="connsiteY821" fmla="*/ 726789 h 1321594"/>
              <a:gd name="connsiteX822" fmla="*/ 1509253 w 2306082"/>
              <a:gd name="connsiteY822" fmla="*/ 745650 h 1321594"/>
              <a:gd name="connsiteX823" fmla="*/ 1443238 w 2306082"/>
              <a:gd name="connsiteY823" fmla="*/ 773942 h 1321594"/>
              <a:gd name="connsiteX824" fmla="*/ 1367792 w 2306082"/>
              <a:gd name="connsiteY824" fmla="*/ 783373 h 1321594"/>
              <a:gd name="connsiteX825" fmla="*/ 1301777 w 2306082"/>
              <a:gd name="connsiteY825" fmla="*/ 792803 h 1321594"/>
              <a:gd name="connsiteX826" fmla="*/ 1066010 w 2306082"/>
              <a:gd name="connsiteY826" fmla="*/ 792803 h 1321594"/>
              <a:gd name="connsiteX827" fmla="*/ 981134 w 2306082"/>
              <a:gd name="connsiteY827" fmla="*/ 811665 h 1321594"/>
              <a:gd name="connsiteX828" fmla="*/ 943411 w 2306082"/>
              <a:gd name="connsiteY828" fmla="*/ 821095 h 1321594"/>
              <a:gd name="connsiteX829" fmla="*/ 867965 w 2306082"/>
              <a:gd name="connsiteY829" fmla="*/ 821095 h 1321594"/>
              <a:gd name="connsiteX830" fmla="*/ 877396 w 2306082"/>
              <a:gd name="connsiteY830" fmla="*/ 811665 h 1321594"/>
              <a:gd name="connsiteX831" fmla="*/ 905688 w 2306082"/>
              <a:gd name="connsiteY831" fmla="*/ 811665 h 1321594"/>
              <a:gd name="connsiteX832" fmla="*/ 952842 w 2306082"/>
              <a:gd name="connsiteY832" fmla="*/ 783373 h 1321594"/>
              <a:gd name="connsiteX833" fmla="*/ 999995 w 2306082"/>
              <a:gd name="connsiteY833" fmla="*/ 773942 h 1321594"/>
              <a:gd name="connsiteX834" fmla="*/ 1056579 w 2306082"/>
              <a:gd name="connsiteY834" fmla="*/ 745650 h 1321594"/>
              <a:gd name="connsiteX835" fmla="*/ 1132025 w 2306082"/>
              <a:gd name="connsiteY835" fmla="*/ 726789 h 1321594"/>
              <a:gd name="connsiteX836" fmla="*/ 1188609 w 2306082"/>
              <a:gd name="connsiteY836" fmla="*/ 717358 h 1321594"/>
              <a:gd name="connsiteX837" fmla="*/ 1273485 w 2306082"/>
              <a:gd name="connsiteY837" fmla="*/ 689066 h 1321594"/>
              <a:gd name="connsiteX838" fmla="*/ 1386653 w 2306082"/>
              <a:gd name="connsiteY838" fmla="*/ 670204 h 1321594"/>
              <a:gd name="connsiteX839" fmla="*/ 1509253 w 2306082"/>
              <a:gd name="connsiteY839" fmla="*/ 660774 h 1321594"/>
              <a:gd name="connsiteX840" fmla="*/ 1660144 w 2306082"/>
              <a:gd name="connsiteY840" fmla="*/ 651343 h 1321594"/>
              <a:gd name="connsiteX841" fmla="*/ 2093956 w 2306082"/>
              <a:gd name="connsiteY841" fmla="*/ 651343 h 1321594"/>
              <a:gd name="connsiteX842" fmla="*/ 2131679 w 2306082"/>
              <a:gd name="connsiteY842" fmla="*/ 641912 h 1321594"/>
              <a:gd name="connsiteX843" fmla="*/ 2159971 w 2306082"/>
              <a:gd name="connsiteY843" fmla="*/ 651343 h 1321594"/>
              <a:gd name="connsiteX844" fmla="*/ 2131679 w 2306082"/>
              <a:gd name="connsiteY844" fmla="*/ 660774 h 1321594"/>
              <a:gd name="connsiteX845" fmla="*/ 2084525 w 2306082"/>
              <a:gd name="connsiteY845" fmla="*/ 670204 h 1321594"/>
              <a:gd name="connsiteX846" fmla="*/ 2027941 w 2306082"/>
              <a:gd name="connsiteY846" fmla="*/ 689066 h 1321594"/>
              <a:gd name="connsiteX847" fmla="*/ 1990218 w 2306082"/>
              <a:gd name="connsiteY847" fmla="*/ 698496 h 1321594"/>
              <a:gd name="connsiteX848" fmla="*/ 1933634 w 2306082"/>
              <a:gd name="connsiteY848" fmla="*/ 717358 h 1321594"/>
              <a:gd name="connsiteX849" fmla="*/ 1886480 w 2306082"/>
              <a:gd name="connsiteY849" fmla="*/ 726789 h 1321594"/>
              <a:gd name="connsiteX850" fmla="*/ 1829896 w 2306082"/>
              <a:gd name="connsiteY850" fmla="*/ 755081 h 1321594"/>
              <a:gd name="connsiteX851" fmla="*/ 1773312 w 2306082"/>
              <a:gd name="connsiteY851" fmla="*/ 773942 h 1321594"/>
              <a:gd name="connsiteX852" fmla="*/ 1716728 w 2306082"/>
              <a:gd name="connsiteY852" fmla="*/ 792803 h 1321594"/>
              <a:gd name="connsiteX853" fmla="*/ 1650713 w 2306082"/>
              <a:gd name="connsiteY853" fmla="*/ 821095 h 1321594"/>
              <a:gd name="connsiteX854" fmla="*/ 1594129 w 2306082"/>
              <a:gd name="connsiteY854" fmla="*/ 839957 h 1321594"/>
              <a:gd name="connsiteX855" fmla="*/ 1546975 w 2306082"/>
              <a:gd name="connsiteY855" fmla="*/ 858818 h 1321594"/>
              <a:gd name="connsiteX856" fmla="*/ 1509253 w 2306082"/>
              <a:gd name="connsiteY856" fmla="*/ 868249 h 1321594"/>
              <a:gd name="connsiteX857" fmla="*/ 1480961 w 2306082"/>
              <a:gd name="connsiteY857" fmla="*/ 887110 h 1321594"/>
              <a:gd name="connsiteX858" fmla="*/ 1452668 w 2306082"/>
              <a:gd name="connsiteY858" fmla="*/ 896541 h 1321594"/>
              <a:gd name="connsiteX859" fmla="*/ 1433807 w 2306082"/>
              <a:gd name="connsiteY859" fmla="*/ 896541 h 1321594"/>
              <a:gd name="connsiteX860" fmla="*/ 1405515 w 2306082"/>
              <a:gd name="connsiteY860" fmla="*/ 905971 h 1321594"/>
              <a:gd name="connsiteX861" fmla="*/ 1396084 w 2306082"/>
              <a:gd name="connsiteY861" fmla="*/ 915402 h 1321594"/>
              <a:gd name="connsiteX862" fmla="*/ 1424376 w 2306082"/>
              <a:gd name="connsiteY862" fmla="*/ 915402 h 1321594"/>
              <a:gd name="connsiteX863" fmla="*/ 1433807 w 2306082"/>
              <a:gd name="connsiteY863" fmla="*/ 924833 h 1321594"/>
              <a:gd name="connsiteX864" fmla="*/ 1443238 w 2306082"/>
              <a:gd name="connsiteY864" fmla="*/ 924833 h 1321594"/>
              <a:gd name="connsiteX865" fmla="*/ 1452668 w 2306082"/>
              <a:gd name="connsiteY865" fmla="*/ 934264 h 1321594"/>
              <a:gd name="connsiteX866" fmla="*/ 1471530 w 2306082"/>
              <a:gd name="connsiteY866" fmla="*/ 943694 h 1321594"/>
              <a:gd name="connsiteX867" fmla="*/ 1471530 w 2306082"/>
              <a:gd name="connsiteY867" fmla="*/ 990848 h 1321594"/>
              <a:gd name="connsiteX868" fmla="*/ 1462099 w 2306082"/>
              <a:gd name="connsiteY868" fmla="*/ 1009709 h 1321594"/>
              <a:gd name="connsiteX869" fmla="*/ 1462099 w 2306082"/>
              <a:gd name="connsiteY869" fmla="*/ 1028570 h 1321594"/>
              <a:gd name="connsiteX870" fmla="*/ 1452668 w 2306082"/>
              <a:gd name="connsiteY870" fmla="*/ 1047432 h 1321594"/>
              <a:gd name="connsiteX871" fmla="*/ 1452668 w 2306082"/>
              <a:gd name="connsiteY871" fmla="*/ 1056863 h 1321594"/>
              <a:gd name="connsiteX872" fmla="*/ 1443238 w 2306082"/>
              <a:gd name="connsiteY872" fmla="*/ 1066294 h 1321594"/>
              <a:gd name="connsiteX873" fmla="*/ 1433807 w 2306082"/>
              <a:gd name="connsiteY873" fmla="*/ 1066294 h 1321594"/>
              <a:gd name="connsiteX874" fmla="*/ 1414946 w 2306082"/>
              <a:gd name="connsiteY874" fmla="*/ 1075724 h 1321594"/>
              <a:gd name="connsiteX875" fmla="*/ 1396084 w 2306082"/>
              <a:gd name="connsiteY875" fmla="*/ 1075724 h 1321594"/>
              <a:gd name="connsiteX876" fmla="*/ 1386653 w 2306082"/>
              <a:gd name="connsiteY876" fmla="*/ 1085155 h 1321594"/>
              <a:gd name="connsiteX877" fmla="*/ 1358362 w 2306082"/>
              <a:gd name="connsiteY877" fmla="*/ 1085155 h 1321594"/>
              <a:gd name="connsiteX878" fmla="*/ 1339500 w 2306082"/>
              <a:gd name="connsiteY878" fmla="*/ 1094586 h 1321594"/>
              <a:gd name="connsiteX879" fmla="*/ 1226332 w 2306082"/>
              <a:gd name="connsiteY879" fmla="*/ 1094586 h 1321594"/>
              <a:gd name="connsiteX880" fmla="*/ 1216901 w 2306082"/>
              <a:gd name="connsiteY880" fmla="*/ 1104016 h 1321594"/>
              <a:gd name="connsiteX881" fmla="*/ 1188609 w 2306082"/>
              <a:gd name="connsiteY881" fmla="*/ 1094586 h 1321594"/>
              <a:gd name="connsiteX882" fmla="*/ 1198040 w 2306082"/>
              <a:gd name="connsiteY882" fmla="*/ 1075724 h 1321594"/>
              <a:gd name="connsiteX883" fmla="*/ 1226332 w 2306082"/>
              <a:gd name="connsiteY883" fmla="*/ 1038001 h 1321594"/>
              <a:gd name="connsiteX884" fmla="*/ 1254624 w 2306082"/>
              <a:gd name="connsiteY884" fmla="*/ 1000279 h 1321594"/>
              <a:gd name="connsiteX885" fmla="*/ 1292347 w 2306082"/>
              <a:gd name="connsiteY885" fmla="*/ 971987 h 1321594"/>
              <a:gd name="connsiteX886" fmla="*/ 1330069 w 2306082"/>
              <a:gd name="connsiteY886" fmla="*/ 953126 h 1321594"/>
              <a:gd name="connsiteX887" fmla="*/ 1386653 w 2306082"/>
              <a:gd name="connsiteY887" fmla="*/ 905971 h 1321594"/>
              <a:gd name="connsiteX888" fmla="*/ 1433807 w 2306082"/>
              <a:gd name="connsiteY888" fmla="*/ 877680 h 1321594"/>
              <a:gd name="connsiteX889" fmla="*/ 1490391 w 2306082"/>
              <a:gd name="connsiteY889" fmla="*/ 839957 h 1321594"/>
              <a:gd name="connsiteX890" fmla="*/ 1556406 w 2306082"/>
              <a:gd name="connsiteY890" fmla="*/ 802234 h 1321594"/>
              <a:gd name="connsiteX891" fmla="*/ 1612990 w 2306082"/>
              <a:gd name="connsiteY891" fmla="*/ 783373 h 1321594"/>
              <a:gd name="connsiteX892" fmla="*/ 1650713 w 2306082"/>
              <a:gd name="connsiteY892" fmla="*/ 764512 h 1321594"/>
              <a:gd name="connsiteX893" fmla="*/ 1679005 w 2306082"/>
              <a:gd name="connsiteY893" fmla="*/ 755081 h 1321594"/>
              <a:gd name="connsiteX894" fmla="*/ 1707297 w 2306082"/>
              <a:gd name="connsiteY894" fmla="*/ 745650 h 1321594"/>
              <a:gd name="connsiteX895" fmla="*/ 1716728 w 2306082"/>
              <a:gd name="connsiteY895" fmla="*/ 745650 h 1321594"/>
              <a:gd name="connsiteX896" fmla="*/ 1735589 w 2306082"/>
              <a:gd name="connsiteY896" fmla="*/ 736219 h 1321594"/>
              <a:gd name="connsiteX897" fmla="*/ 1735589 w 2306082"/>
              <a:gd name="connsiteY897" fmla="*/ 736219 h 1321594"/>
              <a:gd name="connsiteX898" fmla="*/ 1716728 w 2306082"/>
              <a:gd name="connsiteY898" fmla="*/ 745650 h 1321594"/>
              <a:gd name="connsiteX899" fmla="*/ 1688436 w 2306082"/>
              <a:gd name="connsiteY899" fmla="*/ 755081 h 1321594"/>
              <a:gd name="connsiteX900" fmla="*/ 1660144 w 2306082"/>
              <a:gd name="connsiteY900" fmla="*/ 773942 h 1321594"/>
              <a:gd name="connsiteX901" fmla="*/ 1622421 w 2306082"/>
              <a:gd name="connsiteY901" fmla="*/ 792803 h 1321594"/>
              <a:gd name="connsiteX902" fmla="*/ 1594129 w 2306082"/>
              <a:gd name="connsiteY902" fmla="*/ 802234 h 1321594"/>
              <a:gd name="connsiteX903" fmla="*/ 1509253 w 2306082"/>
              <a:gd name="connsiteY903" fmla="*/ 792803 h 1321594"/>
              <a:gd name="connsiteX904" fmla="*/ 1462099 w 2306082"/>
              <a:gd name="connsiteY904" fmla="*/ 821095 h 1321594"/>
              <a:gd name="connsiteX905" fmla="*/ 1377223 w 2306082"/>
              <a:gd name="connsiteY905" fmla="*/ 858818 h 1321594"/>
              <a:gd name="connsiteX906" fmla="*/ 1320639 w 2306082"/>
              <a:gd name="connsiteY906" fmla="*/ 877680 h 1321594"/>
              <a:gd name="connsiteX907" fmla="*/ 1282916 w 2306082"/>
              <a:gd name="connsiteY907" fmla="*/ 896541 h 1321594"/>
              <a:gd name="connsiteX908" fmla="*/ 1235762 w 2306082"/>
              <a:gd name="connsiteY908" fmla="*/ 905971 h 1321594"/>
              <a:gd name="connsiteX909" fmla="*/ 1216901 w 2306082"/>
              <a:gd name="connsiteY909" fmla="*/ 915402 h 1321594"/>
              <a:gd name="connsiteX910" fmla="*/ 1188609 w 2306082"/>
              <a:gd name="connsiteY910" fmla="*/ 924833 h 1321594"/>
              <a:gd name="connsiteX911" fmla="*/ 1160317 w 2306082"/>
              <a:gd name="connsiteY911" fmla="*/ 924833 h 1321594"/>
              <a:gd name="connsiteX912" fmla="*/ 1132025 w 2306082"/>
              <a:gd name="connsiteY912" fmla="*/ 934264 h 1321594"/>
              <a:gd name="connsiteX913" fmla="*/ 1113163 w 2306082"/>
              <a:gd name="connsiteY913" fmla="*/ 943694 h 1321594"/>
              <a:gd name="connsiteX914" fmla="*/ 1103733 w 2306082"/>
              <a:gd name="connsiteY914" fmla="*/ 934264 h 1321594"/>
              <a:gd name="connsiteX915" fmla="*/ 1094302 w 2306082"/>
              <a:gd name="connsiteY915" fmla="*/ 943694 h 1321594"/>
              <a:gd name="connsiteX916" fmla="*/ 1103733 w 2306082"/>
              <a:gd name="connsiteY916" fmla="*/ 915402 h 1321594"/>
              <a:gd name="connsiteX917" fmla="*/ 1103733 w 2306082"/>
              <a:gd name="connsiteY917" fmla="*/ 905971 h 1321594"/>
              <a:gd name="connsiteX918" fmla="*/ 1094302 w 2306082"/>
              <a:gd name="connsiteY918" fmla="*/ 887110 h 1321594"/>
              <a:gd name="connsiteX919" fmla="*/ 1113163 w 2306082"/>
              <a:gd name="connsiteY919" fmla="*/ 877680 h 1321594"/>
              <a:gd name="connsiteX920" fmla="*/ 1132025 w 2306082"/>
              <a:gd name="connsiteY920" fmla="*/ 868249 h 1321594"/>
              <a:gd name="connsiteX921" fmla="*/ 1141456 w 2306082"/>
              <a:gd name="connsiteY921" fmla="*/ 858818 h 132159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</a:cxnLst>
            <a:rect l="l" t="t" r="r" b="b"/>
            <a:pathLst>
              <a:path w="2306082" h="1321594">
                <a:moveTo>
                  <a:pt x="2141109" y="94932"/>
                </a:moveTo>
                <a:cubicBezTo>
                  <a:pt x="2132307" y="99333"/>
                  <a:pt x="2024169" y="152145"/>
                  <a:pt x="2009079" y="160947"/>
                </a:cubicBezTo>
                <a:cubicBezTo>
                  <a:pt x="1993990" y="169749"/>
                  <a:pt x="1924203" y="221303"/>
                  <a:pt x="1914772" y="226962"/>
                </a:cubicBezTo>
                <a:cubicBezTo>
                  <a:pt x="1905342" y="232620"/>
                  <a:pt x="1872020" y="243308"/>
                  <a:pt x="1867619" y="245823"/>
                </a:cubicBezTo>
                <a:cubicBezTo>
                  <a:pt x="1863218" y="248338"/>
                  <a:pt x="1851272" y="262169"/>
                  <a:pt x="1848758" y="264684"/>
                </a:cubicBezTo>
                <a:cubicBezTo>
                  <a:pt x="1846243" y="267199"/>
                  <a:pt x="1834926" y="279144"/>
                  <a:pt x="1829896" y="283546"/>
                </a:cubicBezTo>
                <a:cubicBezTo>
                  <a:pt x="1824866" y="287946"/>
                  <a:pt x="1780857" y="325669"/>
                  <a:pt x="1773312" y="330699"/>
                </a:cubicBezTo>
                <a:cubicBezTo>
                  <a:pt x="1765768" y="335729"/>
                  <a:pt x="1723015" y="355219"/>
                  <a:pt x="1716728" y="358992"/>
                </a:cubicBezTo>
                <a:cubicBezTo>
                  <a:pt x="1710440" y="362764"/>
                  <a:pt x="1682777" y="384140"/>
                  <a:pt x="1679005" y="387284"/>
                </a:cubicBezTo>
                <a:cubicBezTo>
                  <a:pt x="1675233" y="390427"/>
                  <a:pt x="1663916" y="402373"/>
                  <a:pt x="1660144" y="406145"/>
                </a:cubicBezTo>
                <a:cubicBezTo>
                  <a:pt x="1656371" y="409917"/>
                  <a:pt x="1626193" y="440095"/>
                  <a:pt x="1622421" y="443868"/>
                </a:cubicBezTo>
                <a:cubicBezTo>
                  <a:pt x="1618649" y="447640"/>
                  <a:pt x="1606703" y="459586"/>
                  <a:pt x="1603559" y="462729"/>
                </a:cubicBezTo>
                <a:cubicBezTo>
                  <a:pt x="1600416" y="465873"/>
                  <a:pt x="1579040" y="487249"/>
                  <a:pt x="1575268" y="491021"/>
                </a:cubicBezTo>
                <a:cubicBezTo>
                  <a:pt x="1571495" y="494793"/>
                  <a:pt x="1550748" y="516170"/>
                  <a:pt x="1546975" y="519313"/>
                </a:cubicBezTo>
                <a:cubicBezTo>
                  <a:pt x="1543203" y="522457"/>
                  <a:pt x="1521827" y="535031"/>
                  <a:pt x="1518683" y="538175"/>
                </a:cubicBezTo>
                <a:cubicBezTo>
                  <a:pt x="1515540" y="541318"/>
                  <a:pt x="1502965" y="563323"/>
                  <a:pt x="1499822" y="566467"/>
                </a:cubicBezTo>
                <a:cubicBezTo>
                  <a:pt x="1496678" y="569610"/>
                  <a:pt x="1474674" y="582813"/>
                  <a:pt x="1471530" y="585328"/>
                </a:cubicBezTo>
                <a:cubicBezTo>
                  <a:pt x="1468386" y="587843"/>
                  <a:pt x="1457069" y="599160"/>
                  <a:pt x="1452668" y="604190"/>
                </a:cubicBezTo>
                <a:cubicBezTo>
                  <a:pt x="1448267" y="609219"/>
                  <a:pt x="1412431" y="653858"/>
                  <a:pt x="1405515" y="660774"/>
                </a:cubicBezTo>
                <a:cubicBezTo>
                  <a:pt x="1398599" y="667689"/>
                  <a:pt x="1354589" y="702269"/>
                  <a:pt x="1348931" y="707927"/>
                </a:cubicBezTo>
                <a:cubicBezTo>
                  <a:pt x="1343272" y="713586"/>
                  <a:pt x="1323782" y="741877"/>
                  <a:pt x="1320639" y="745650"/>
                </a:cubicBezTo>
                <a:cubicBezTo>
                  <a:pt x="1317495" y="749422"/>
                  <a:pt x="1304292" y="761368"/>
                  <a:pt x="1301777" y="764512"/>
                </a:cubicBezTo>
                <a:cubicBezTo>
                  <a:pt x="1299262" y="767655"/>
                  <a:pt x="1286059" y="789660"/>
                  <a:pt x="1282916" y="792803"/>
                </a:cubicBezTo>
                <a:cubicBezTo>
                  <a:pt x="1279772" y="795947"/>
                  <a:pt x="1258396" y="807893"/>
                  <a:pt x="1254624" y="811665"/>
                </a:cubicBezTo>
                <a:cubicBezTo>
                  <a:pt x="1250852" y="815437"/>
                  <a:pt x="1229475" y="845615"/>
                  <a:pt x="1226332" y="849388"/>
                </a:cubicBezTo>
                <a:cubicBezTo>
                  <a:pt x="1223188" y="853160"/>
                  <a:pt x="1209985" y="865734"/>
                  <a:pt x="1207471" y="868249"/>
                </a:cubicBezTo>
                <a:cubicBezTo>
                  <a:pt x="1204956" y="870763"/>
                  <a:pt x="1192381" y="883966"/>
                  <a:pt x="1188609" y="887110"/>
                </a:cubicBezTo>
                <a:cubicBezTo>
                  <a:pt x="1184837" y="890254"/>
                  <a:pt x="1154658" y="912258"/>
                  <a:pt x="1150886" y="915402"/>
                </a:cubicBezTo>
                <a:cubicBezTo>
                  <a:pt x="1147114" y="918545"/>
                  <a:pt x="1134540" y="931120"/>
                  <a:pt x="1132025" y="934264"/>
                </a:cubicBezTo>
                <a:cubicBezTo>
                  <a:pt x="1129510" y="937407"/>
                  <a:pt x="1116936" y="958783"/>
                  <a:pt x="1113163" y="962556"/>
                </a:cubicBezTo>
                <a:cubicBezTo>
                  <a:pt x="1109391" y="966328"/>
                  <a:pt x="1079842" y="987075"/>
                  <a:pt x="1075441" y="990848"/>
                </a:cubicBezTo>
                <a:cubicBezTo>
                  <a:pt x="1071040" y="994620"/>
                  <a:pt x="1050921" y="1015996"/>
                  <a:pt x="1047149" y="1019140"/>
                </a:cubicBezTo>
                <a:cubicBezTo>
                  <a:pt x="1043376" y="1022284"/>
                  <a:pt x="1021371" y="1036115"/>
                  <a:pt x="1018856" y="1038001"/>
                </a:cubicBezTo>
                <a:cubicBezTo>
                  <a:pt x="1016341" y="1039887"/>
                  <a:pt x="1011941" y="1046175"/>
                  <a:pt x="1009426" y="1047432"/>
                </a:cubicBezTo>
                <a:cubicBezTo>
                  <a:pt x="1006911" y="1048689"/>
                  <a:pt x="983648" y="1055606"/>
                  <a:pt x="981134" y="1056863"/>
                </a:cubicBezTo>
                <a:cubicBezTo>
                  <a:pt x="978619" y="1058120"/>
                  <a:pt x="972961" y="1065036"/>
                  <a:pt x="971703" y="1066294"/>
                </a:cubicBezTo>
                <a:cubicBezTo>
                  <a:pt x="970446" y="1067551"/>
                  <a:pt x="963530" y="1075095"/>
                  <a:pt x="962272" y="1075724"/>
                </a:cubicBezTo>
                <a:cubicBezTo>
                  <a:pt x="961015" y="1076352"/>
                  <a:pt x="954099" y="1075095"/>
                  <a:pt x="952842" y="1075724"/>
                </a:cubicBezTo>
                <a:cubicBezTo>
                  <a:pt x="951584" y="1076352"/>
                  <a:pt x="945297" y="1083897"/>
                  <a:pt x="943411" y="1085155"/>
                </a:cubicBezTo>
                <a:cubicBezTo>
                  <a:pt x="941525" y="1086412"/>
                  <a:pt x="926436" y="1093328"/>
                  <a:pt x="924550" y="1094586"/>
                </a:cubicBezTo>
                <a:cubicBezTo>
                  <a:pt x="922663" y="1095842"/>
                  <a:pt x="919520" y="1104016"/>
                  <a:pt x="915119" y="1104016"/>
                </a:cubicBezTo>
                <a:cubicBezTo>
                  <a:pt x="910718" y="1104016"/>
                  <a:pt x="862936" y="1095214"/>
                  <a:pt x="858535" y="1094586"/>
                </a:cubicBezTo>
                <a:cubicBezTo>
                  <a:pt x="854134" y="1093957"/>
                  <a:pt x="850361" y="1095214"/>
                  <a:pt x="849104" y="1094586"/>
                </a:cubicBezTo>
                <a:cubicBezTo>
                  <a:pt x="847847" y="1093957"/>
                  <a:pt x="840931" y="1086412"/>
                  <a:pt x="839673" y="1085155"/>
                </a:cubicBezTo>
                <a:cubicBezTo>
                  <a:pt x="838416" y="1083897"/>
                  <a:pt x="831500" y="1076352"/>
                  <a:pt x="830243" y="1075724"/>
                </a:cubicBezTo>
                <a:cubicBezTo>
                  <a:pt x="828985" y="1075095"/>
                  <a:pt x="822069" y="1078238"/>
                  <a:pt x="820812" y="1075724"/>
                </a:cubicBezTo>
                <a:cubicBezTo>
                  <a:pt x="819554" y="1073209"/>
                  <a:pt x="813267" y="1043660"/>
                  <a:pt x="811381" y="1038001"/>
                </a:cubicBezTo>
                <a:cubicBezTo>
                  <a:pt x="809495" y="1032342"/>
                  <a:pt x="795035" y="995249"/>
                  <a:pt x="792520" y="990848"/>
                </a:cubicBezTo>
                <a:cubicBezTo>
                  <a:pt x="790005" y="986446"/>
                  <a:pt x="775545" y="973873"/>
                  <a:pt x="773659" y="971987"/>
                </a:cubicBezTo>
                <a:cubicBezTo>
                  <a:pt x="771772" y="970100"/>
                  <a:pt x="766743" y="965699"/>
                  <a:pt x="764228" y="962556"/>
                </a:cubicBezTo>
                <a:cubicBezTo>
                  <a:pt x="761713" y="959412"/>
                  <a:pt x="738451" y="928605"/>
                  <a:pt x="735936" y="924833"/>
                </a:cubicBezTo>
                <a:cubicBezTo>
                  <a:pt x="733421" y="921061"/>
                  <a:pt x="727762" y="908486"/>
                  <a:pt x="726505" y="905971"/>
                </a:cubicBezTo>
                <a:cubicBezTo>
                  <a:pt x="725248" y="903456"/>
                  <a:pt x="719589" y="890254"/>
                  <a:pt x="717074" y="887110"/>
                </a:cubicBezTo>
                <a:cubicBezTo>
                  <a:pt x="714560" y="883966"/>
                  <a:pt x="691297" y="861333"/>
                  <a:pt x="688782" y="858818"/>
                </a:cubicBezTo>
                <a:cubicBezTo>
                  <a:pt x="686267" y="856303"/>
                  <a:pt x="681866" y="852531"/>
                  <a:pt x="679352" y="849388"/>
                </a:cubicBezTo>
                <a:cubicBezTo>
                  <a:pt x="676837" y="846244"/>
                  <a:pt x="653574" y="815437"/>
                  <a:pt x="651059" y="811665"/>
                </a:cubicBezTo>
                <a:cubicBezTo>
                  <a:pt x="648545" y="807893"/>
                  <a:pt x="642886" y="795318"/>
                  <a:pt x="641629" y="792803"/>
                </a:cubicBezTo>
                <a:cubicBezTo>
                  <a:pt x="640371" y="790288"/>
                  <a:pt x="634084" y="777085"/>
                  <a:pt x="632198" y="773942"/>
                </a:cubicBezTo>
                <a:cubicBezTo>
                  <a:pt x="630312" y="770798"/>
                  <a:pt x="616480" y="750680"/>
                  <a:pt x="613337" y="745650"/>
                </a:cubicBezTo>
                <a:cubicBezTo>
                  <a:pt x="610193" y="740620"/>
                  <a:pt x="589446" y="704783"/>
                  <a:pt x="585045" y="698496"/>
                </a:cubicBezTo>
                <a:cubicBezTo>
                  <a:pt x="580644" y="692209"/>
                  <a:pt x="551094" y="657002"/>
                  <a:pt x="547322" y="651343"/>
                </a:cubicBezTo>
                <a:cubicBezTo>
                  <a:pt x="543549" y="645685"/>
                  <a:pt x="530975" y="618021"/>
                  <a:pt x="528460" y="613620"/>
                </a:cubicBezTo>
                <a:cubicBezTo>
                  <a:pt x="525946" y="609219"/>
                  <a:pt x="511485" y="588471"/>
                  <a:pt x="509599" y="585328"/>
                </a:cubicBezTo>
                <a:cubicBezTo>
                  <a:pt x="507713" y="582184"/>
                  <a:pt x="501426" y="569610"/>
                  <a:pt x="500168" y="566467"/>
                </a:cubicBezTo>
                <a:cubicBezTo>
                  <a:pt x="498911" y="563323"/>
                  <a:pt x="491366" y="540689"/>
                  <a:pt x="490738" y="538175"/>
                </a:cubicBezTo>
                <a:cubicBezTo>
                  <a:pt x="490109" y="535660"/>
                  <a:pt x="491366" y="531259"/>
                  <a:pt x="490738" y="528744"/>
                </a:cubicBezTo>
                <a:cubicBezTo>
                  <a:pt x="490109" y="526229"/>
                  <a:pt x="481936" y="502966"/>
                  <a:pt x="481307" y="500452"/>
                </a:cubicBezTo>
                <a:cubicBezTo>
                  <a:pt x="480678" y="497937"/>
                  <a:pt x="481936" y="492907"/>
                  <a:pt x="481307" y="491021"/>
                </a:cubicBezTo>
                <a:cubicBezTo>
                  <a:pt x="480678" y="489135"/>
                  <a:pt x="471248" y="480333"/>
                  <a:pt x="471876" y="472160"/>
                </a:cubicBezTo>
                <a:cubicBezTo>
                  <a:pt x="472505" y="463987"/>
                  <a:pt x="488223" y="376595"/>
                  <a:pt x="490738" y="368422"/>
                </a:cubicBezTo>
                <a:cubicBezTo>
                  <a:pt x="493253" y="360249"/>
                  <a:pt x="507713" y="352075"/>
                  <a:pt x="509599" y="349561"/>
                </a:cubicBezTo>
                <a:cubicBezTo>
                  <a:pt x="511485" y="347046"/>
                  <a:pt x="517772" y="332585"/>
                  <a:pt x="519030" y="330699"/>
                </a:cubicBezTo>
                <a:cubicBezTo>
                  <a:pt x="520287" y="328813"/>
                  <a:pt x="527832" y="323155"/>
                  <a:pt x="528460" y="321269"/>
                </a:cubicBezTo>
                <a:cubicBezTo>
                  <a:pt x="529089" y="319383"/>
                  <a:pt x="527203" y="304293"/>
                  <a:pt x="528460" y="302407"/>
                </a:cubicBezTo>
                <a:cubicBezTo>
                  <a:pt x="529718" y="300521"/>
                  <a:pt x="544807" y="294863"/>
                  <a:pt x="547322" y="292977"/>
                </a:cubicBezTo>
                <a:cubicBezTo>
                  <a:pt x="549837" y="291090"/>
                  <a:pt x="563040" y="276630"/>
                  <a:pt x="566183" y="274115"/>
                </a:cubicBezTo>
                <a:cubicBezTo>
                  <a:pt x="569327" y="271600"/>
                  <a:pt x="591960" y="257140"/>
                  <a:pt x="594475" y="255254"/>
                </a:cubicBezTo>
                <a:cubicBezTo>
                  <a:pt x="596990" y="253368"/>
                  <a:pt x="602020" y="247081"/>
                  <a:pt x="603906" y="245823"/>
                </a:cubicBezTo>
                <a:cubicBezTo>
                  <a:pt x="605792" y="244566"/>
                  <a:pt x="620252" y="238279"/>
                  <a:pt x="622767" y="236393"/>
                </a:cubicBezTo>
                <a:cubicBezTo>
                  <a:pt x="625282" y="234506"/>
                  <a:pt x="639114" y="219417"/>
                  <a:pt x="641629" y="217531"/>
                </a:cubicBezTo>
                <a:cubicBezTo>
                  <a:pt x="644144" y="215645"/>
                  <a:pt x="656089" y="209986"/>
                  <a:pt x="660490" y="208100"/>
                </a:cubicBezTo>
                <a:cubicBezTo>
                  <a:pt x="664891" y="206214"/>
                  <a:pt x="704500" y="191754"/>
                  <a:pt x="707644" y="189239"/>
                </a:cubicBezTo>
                <a:cubicBezTo>
                  <a:pt x="710787" y="186724"/>
                  <a:pt x="705758" y="172892"/>
                  <a:pt x="707644" y="170378"/>
                </a:cubicBezTo>
                <a:cubicBezTo>
                  <a:pt x="709530" y="167863"/>
                  <a:pt x="732163" y="153402"/>
                  <a:pt x="735936" y="151516"/>
                </a:cubicBezTo>
                <a:cubicBezTo>
                  <a:pt x="739708" y="149630"/>
                  <a:pt x="761084" y="143343"/>
                  <a:pt x="764228" y="142086"/>
                </a:cubicBezTo>
                <a:cubicBezTo>
                  <a:pt x="767371" y="140828"/>
                  <a:pt x="779946" y="133283"/>
                  <a:pt x="783089" y="132655"/>
                </a:cubicBezTo>
                <a:cubicBezTo>
                  <a:pt x="786233" y="132026"/>
                  <a:pt x="808238" y="133912"/>
                  <a:pt x="811381" y="132655"/>
                </a:cubicBezTo>
                <a:cubicBezTo>
                  <a:pt x="814525" y="131397"/>
                  <a:pt x="825213" y="115679"/>
                  <a:pt x="830243" y="113793"/>
                </a:cubicBezTo>
                <a:cubicBezTo>
                  <a:pt x="835272" y="111907"/>
                  <a:pt x="880540" y="105620"/>
                  <a:pt x="886827" y="104363"/>
                </a:cubicBezTo>
                <a:cubicBezTo>
                  <a:pt x="893114" y="103105"/>
                  <a:pt x="918891" y="96189"/>
                  <a:pt x="924550" y="94932"/>
                </a:cubicBezTo>
                <a:cubicBezTo>
                  <a:pt x="930208" y="93675"/>
                  <a:pt x="967302" y="86759"/>
                  <a:pt x="971703" y="85502"/>
                </a:cubicBezTo>
                <a:cubicBezTo>
                  <a:pt x="976104" y="84244"/>
                  <a:pt x="985535" y="77328"/>
                  <a:pt x="990564" y="76071"/>
                </a:cubicBezTo>
                <a:cubicBezTo>
                  <a:pt x="995594" y="74813"/>
                  <a:pt x="1040233" y="67268"/>
                  <a:pt x="1047149" y="66640"/>
                </a:cubicBezTo>
                <a:cubicBezTo>
                  <a:pt x="1054064" y="66011"/>
                  <a:pt x="1088015" y="67897"/>
                  <a:pt x="1094302" y="66640"/>
                </a:cubicBezTo>
                <a:cubicBezTo>
                  <a:pt x="1100589" y="65382"/>
                  <a:pt x="1130139" y="49036"/>
                  <a:pt x="1141456" y="47779"/>
                </a:cubicBezTo>
                <a:cubicBezTo>
                  <a:pt x="1152772" y="46521"/>
                  <a:pt x="1254624" y="48407"/>
                  <a:pt x="1264055" y="47779"/>
                </a:cubicBezTo>
                <a:cubicBezTo>
                  <a:pt x="1273485" y="47150"/>
                  <a:pt x="1262168" y="38976"/>
                  <a:pt x="1282916" y="38348"/>
                </a:cubicBezTo>
                <a:cubicBezTo>
                  <a:pt x="1303663" y="37719"/>
                  <a:pt x="1555149" y="37719"/>
                  <a:pt x="1575268" y="38348"/>
                </a:cubicBezTo>
                <a:cubicBezTo>
                  <a:pt x="1595386" y="38976"/>
                  <a:pt x="1583441" y="47150"/>
                  <a:pt x="1584698" y="47779"/>
                </a:cubicBezTo>
                <a:cubicBezTo>
                  <a:pt x="1585955" y="48407"/>
                  <a:pt x="1592871" y="47150"/>
                  <a:pt x="1594129" y="47779"/>
                </a:cubicBezTo>
                <a:cubicBezTo>
                  <a:pt x="1595386" y="48407"/>
                  <a:pt x="1602302" y="56581"/>
                  <a:pt x="1603559" y="57209"/>
                </a:cubicBezTo>
                <a:cubicBezTo>
                  <a:pt x="1604817" y="57838"/>
                  <a:pt x="1611733" y="56581"/>
                  <a:pt x="1612990" y="57209"/>
                </a:cubicBezTo>
                <a:cubicBezTo>
                  <a:pt x="1614248" y="57838"/>
                  <a:pt x="1620535" y="64125"/>
                  <a:pt x="1622421" y="66640"/>
                </a:cubicBezTo>
                <a:cubicBezTo>
                  <a:pt x="1624307" y="69155"/>
                  <a:pt x="1639396" y="91788"/>
                  <a:pt x="1641282" y="94932"/>
                </a:cubicBezTo>
                <a:cubicBezTo>
                  <a:pt x="1643169" y="98075"/>
                  <a:pt x="1649455" y="111907"/>
                  <a:pt x="1650713" y="113793"/>
                </a:cubicBezTo>
                <a:cubicBezTo>
                  <a:pt x="1651970" y="115679"/>
                  <a:pt x="1657629" y="119452"/>
                  <a:pt x="1660144" y="123224"/>
                </a:cubicBezTo>
                <a:cubicBezTo>
                  <a:pt x="1662659" y="126996"/>
                  <a:pt x="1685921" y="165977"/>
                  <a:pt x="1688436" y="170378"/>
                </a:cubicBezTo>
                <a:cubicBezTo>
                  <a:pt x="1690951" y="174779"/>
                  <a:pt x="1697238" y="187353"/>
                  <a:pt x="1697866" y="189239"/>
                </a:cubicBezTo>
                <a:cubicBezTo>
                  <a:pt x="1698495" y="191125"/>
                  <a:pt x="1697238" y="197412"/>
                  <a:pt x="1697866" y="198670"/>
                </a:cubicBezTo>
                <a:cubicBezTo>
                  <a:pt x="1698495" y="199927"/>
                  <a:pt x="1706669" y="206214"/>
                  <a:pt x="1707297" y="208100"/>
                </a:cubicBezTo>
                <a:cubicBezTo>
                  <a:pt x="1707926" y="209986"/>
                  <a:pt x="1706040" y="224447"/>
                  <a:pt x="1707297" y="226962"/>
                </a:cubicBezTo>
                <a:cubicBezTo>
                  <a:pt x="1708555" y="229476"/>
                  <a:pt x="1724272" y="243308"/>
                  <a:pt x="1726159" y="245823"/>
                </a:cubicBezTo>
                <a:cubicBezTo>
                  <a:pt x="1728045" y="248338"/>
                  <a:pt x="1734332" y="261540"/>
                  <a:pt x="1735589" y="264684"/>
                </a:cubicBezTo>
                <a:cubicBezTo>
                  <a:pt x="1736847" y="267827"/>
                  <a:pt x="1743763" y="289833"/>
                  <a:pt x="1745020" y="292977"/>
                </a:cubicBezTo>
                <a:cubicBezTo>
                  <a:pt x="1746277" y="296120"/>
                  <a:pt x="1753193" y="308694"/>
                  <a:pt x="1754451" y="311838"/>
                </a:cubicBezTo>
                <a:cubicBezTo>
                  <a:pt x="1755708" y="314981"/>
                  <a:pt x="1763253" y="331328"/>
                  <a:pt x="1763881" y="340130"/>
                </a:cubicBezTo>
                <a:cubicBezTo>
                  <a:pt x="1764510" y="348932"/>
                  <a:pt x="1765139" y="435694"/>
                  <a:pt x="1763881" y="443868"/>
                </a:cubicBezTo>
                <a:cubicBezTo>
                  <a:pt x="1762624" y="452041"/>
                  <a:pt x="1746906" y="460214"/>
                  <a:pt x="1745020" y="462729"/>
                </a:cubicBezTo>
                <a:cubicBezTo>
                  <a:pt x="1743134" y="465244"/>
                  <a:pt x="1738104" y="478446"/>
                  <a:pt x="1735589" y="481590"/>
                </a:cubicBezTo>
                <a:cubicBezTo>
                  <a:pt x="1733074" y="484734"/>
                  <a:pt x="1711698" y="506739"/>
                  <a:pt x="1707297" y="509883"/>
                </a:cubicBezTo>
                <a:cubicBezTo>
                  <a:pt x="1702896" y="513026"/>
                  <a:pt x="1675861" y="525600"/>
                  <a:pt x="1669574" y="528744"/>
                </a:cubicBezTo>
                <a:cubicBezTo>
                  <a:pt x="1663287" y="531887"/>
                  <a:pt x="1618649" y="553892"/>
                  <a:pt x="1612990" y="557036"/>
                </a:cubicBezTo>
                <a:cubicBezTo>
                  <a:pt x="1607332" y="560180"/>
                  <a:pt x="1589728" y="573382"/>
                  <a:pt x="1584698" y="575897"/>
                </a:cubicBezTo>
                <a:cubicBezTo>
                  <a:pt x="1579668" y="578412"/>
                  <a:pt x="1543832" y="592244"/>
                  <a:pt x="1537545" y="594759"/>
                </a:cubicBezTo>
                <a:cubicBezTo>
                  <a:pt x="1531258" y="597273"/>
                  <a:pt x="1496678" y="611105"/>
                  <a:pt x="1490391" y="613620"/>
                </a:cubicBezTo>
                <a:cubicBezTo>
                  <a:pt x="1484104" y="616135"/>
                  <a:pt x="1451411" y="629966"/>
                  <a:pt x="1443238" y="632481"/>
                </a:cubicBezTo>
                <a:cubicBezTo>
                  <a:pt x="1435065" y="634996"/>
                  <a:pt x="1376594" y="649457"/>
                  <a:pt x="1367792" y="651343"/>
                </a:cubicBezTo>
                <a:cubicBezTo>
                  <a:pt x="1358990" y="653229"/>
                  <a:pt x="1320010" y="658259"/>
                  <a:pt x="1311208" y="660774"/>
                </a:cubicBezTo>
                <a:cubicBezTo>
                  <a:pt x="1302406" y="663288"/>
                  <a:pt x="1244564" y="687179"/>
                  <a:pt x="1235762" y="689066"/>
                </a:cubicBezTo>
                <a:cubicBezTo>
                  <a:pt x="1226960" y="690951"/>
                  <a:pt x="1188609" y="688437"/>
                  <a:pt x="1179178" y="689066"/>
                </a:cubicBezTo>
                <a:cubicBezTo>
                  <a:pt x="1169748" y="689694"/>
                  <a:pt x="1107505" y="697239"/>
                  <a:pt x="1094302" y="698496"/>
                </a:cubicBezTo>
                <a:cubicBezTo>
                  <a:pt x="1081099" y="699753"/>
                  <a:pt x="1016970" y="707298"/>
                  <a:pt x="981134" y="707927"/>
                </a:cubicBezTo>
                <a:cubicBezTo>
                  <a:pt x="945297" y="708556"/>
                  <a:pt x="589446" y="708556"/>
                  <a:pt x="556753" y="707927"/>
                </a:cubicBezTo>
                <a:cubicBezTo>
                  <a:pt x="524060" y="707298"/>
                  <a:pt x="503312" y="699125"/>
                  <a:pt x="490738" y="698496"/>
                </a:cubicBezTo>
                <a:cubicBezTo>
                  <a:pt x="478163" y="697867"/>
                  <a:pt x="378827" y="699125"/>
                  <a:pt x="368139" y="698496"/>
                </a:cubicBezTo>
                <a:cubicBezTo>
                  <a:pt x="357451" y="697867"/>
                  <a:pt x="336074" y="690323"/>
                  <a:pt x="330416" y="689066"/>
                </a:cubicBezTo>
                <a:cubicBezTo>
                  <a:pt x="324757" y="687808"/>
                  <a:pt x="289550" y="680892"/>
                  <a:pt x="283262" y="679635"/>
                </a:cubicBezTo>
                <a:cubicBezTo>
                  <a:pt x="276975" y="678378"/>
                  <a:pt x="245540" y="672090"/>
                  <a:pt x="236109" y="670204"/>
                </a:cubicBezTo>
                <a:cubicBezTo>
                  <a:pt x="226678" y="668318"/>
                  <a:pt x="149975" y="652601"/>
                  <a:pt x="141802" y="651343"/>
                </a:cubicBezTo>
                <a:cubicBezTo>
                  <a:pt x="133629" y="650086"/>
                  <a:pt x="117282" y="651972"/>
                  <a:pt x="113510" y="651343"/>
                </a:cubicBezTo>
                <a:cubicBezTo>
                  <a:pt x="109738" y="650714"/>
                  <a:pt x="88361" y="643169"/>
                  <a:pt x="85218" y="641912"/>
                </a:cubicBezTo>
                <a:cubicBezTo>
                  <a:pt x="82074" y="640655"/>
                  <a:pt x="68243" y="633110"/>
                  <a:pt x="66357" y="632481"/>
                </a:cubicBezTo>
                <a:cubicBezTo>
                  <a:pt x="64470" y="631852"/>
                  <a:pt x="58183" y="633110"/>
                  <a:pt x="56926" y="632481"/>
                </a:cubicBezTo>
                <a:cubicBezTo>
                  <a:pt x="55668" y="631852"/>
                  <a:pt x="48124" y="625566"/>
                  <a:pt x="47495" y="623051"/>
                </a:cubicBezTo>
                <a:cubicBezTo>
                  <a:pt x="46866" y="620536"/>
                  <a:pt x="46866" y="597902"/>
                  <a:pt x="47495" y="594759"/>
                </a:cubicBezTo>
                <a:cubicBezTo>
                  <a:pt x="48124" y="591615"/>
                  <a:pt x="55668" y="579041"/>
                  <a:pt x="56926" y="575897"/>
                </a:cubicBezTo>
                <a:cubicBezTo>
                  <a:pt x="58183" y="572754"/>
                  <a:pt x="65099" y="550749"/>
                  <a:pt x="66357" y="547605"/>
                </a:cubicBezTo>
                <a:cubicBezTo>
                  <a:pt x="67614" y="544462"/>
                  <a:pt x="73272" y="531259"/>
                  <a:pt x="75787" y="528744"/>
                </a:cubicBezTo>
                <a:cubicBezTo>
                  <a:pt x="78302" y="526229"/>
                  <a:pt x="100936" y="512397"/>
                  <a:pt x="104079" y="509883"/>
                </a:cubicBezTo>
                <a:cubicBezTo>
                  <a:pt x="107223" y="507368"/>
                  <a:pt x="119797" y="493536"/>
                  <a:pt x="122941" y="491021"/>
                </a:cubicBezTo>
                <a:cubicBezTo>
                  <a:pt x="126084" y="488506"/>
                  <a:pt x="146832" y="474675"/>
                  <a:pt x="151233" y="472160"/>
                </a:cubicBezTo>
                <a:cubicBezTo>
                  <a:pt x="155634" y="469645"/>
                  <a:pt x="182668" y="455813"/>
                  <a:pt x="188956" y="453299"/>
                </a:cubicBezTo>
                <a:cubicBezTo>
                  <a:pt x="195243" y="450784"/>
                  <a:pt x="239252" y="436323"/>
                  <a:pt x="245540" y="434437"/>
                </a:cubicBezTo>
                <a:cubicBezTo>
                  <a:pt x="251827" y="432551"/>
                  <a:pt x="278233" y="426892"/>
                  <a:pt x="283262" y="425006"/>
                </a:cubicBezTo>
                <a:cubicBezTo>
                  <a:pt x="288292" y="423120"/>
                  <a:pt x="314069" y="408031"/>
                  <a:pt x="320985" y="406145"/>
                </a:cubicBezTo>
                <a:cubicBezTo>
                  <a:pt x="327901" y="404259"/>
                  <a:pt x="376312" y="399229"/>
                  <a:pt x="387000" y="396714"/>
                </a:cubicBezTo>
                <a:cubicBezTo>
                  <a:pt x="397688" y="394199"/>
                  <a:pt x="468733" y="370937"/>
                  <a:pt x="481307" y="368422"/>
                </a:cubicBezTo>
                <a:cubicBezTo>
                  <a:pt x="493881" y="365907"/>
                  <a:pt x="563668" y="360249"/>
                  <a:pt x="575614" y="358992"/>
                </a:cubicBezTo>
                <a:cubicBezTo>
                  <a:pt x="587560" y="357734"/>
                  <a:pt x="641629" y="350189"/>
                  <a:pt x="660490" y="349561"/>
                </a:cubicBezTo>
                <a:cubicBezTo>
                  <a:pt x="679352" y="348932"/>
                  <a:pt x="838416" y="350189"/>
                  <a:pt x="858535" y="349561"/>
                </a:cubicBezTo>
                <a:cubicBezTo>
                  <a:pt x="878653" y="348932"/>
                  <a:pt x="889970" y="340758"/>
                  <a:pt x="962272" y="340130"/>
                </a:cubicBezTo>
                <a:cubicBezTo>
                  <a:pt x="1034574" y="339501"/>
                  <a:pt x="1874535" y="339501"/>
                  <a:pt x="1943065" y="340130"/>
                </a:cubicBezTo>
                <a:cubicBezTo>
                  <a:pt x="2011594" y="340758"/>
                  <a:pt x="1983302" y="348303"/>
                  <a:pt x="1990218" y="349561"/>
                </a:cubicBezTo>
                <a:cubicBezTo>
                  <a:pt x="1997134" y="350818"/>
                  <a:pt x="2038000" y="358363"/>
                  <a:pt x="2046802" y="358992"/>
                </a:cubicBezTo>
                <a:cubicBezTo>
                  <a:pt x="2055604" y="359620"/>
                  <a:pt x="2115961" y="358363"/>
                  <a:pt x="2122248" y="358992"/>
                </a:cubicBezTo>
                <a:cubicBezTo>
                  <a:pt x="2128535" y="359620"/>
                  <a:pt x="2138594" y="367165"/>
                  <a:pt x="2141109" y="368422"/>
                </a:cubicBezTo>
                <a:cubicBezTo>
                  <a:pt x="2143624" y="369679"/>
                  <a:pt x="2157456" y="376596"/>
                  <a:pt x="2159971" y="377853"/>
                </a:cubicBezTo>
                <a:cubicBezTo>
                  <a:pt x="2162486" y="379111"/>
                  <a:pt x="2176946" y="386655"/>
                  <a:pt x="2178832" y="387284"/>
                </a:cubicBezTo>
                <a:cubicBezTo>
                  <a:pt x="2180718" y="387912"/>
                  <a:pt x="2187005" y="386655"/>
                  <a:pt x="2188263" y="387284"/>
                </a:cubicBezTo>
                <a:cubicBezTo>
                  <a:pt x="2189520" y="387912"/>
                  <a:pt x="2197065" y="393570"/>
                  <a:pt x="2197693" y="396714"/>
                </a:cubicBezTo>
                <a:cubicBezTo>
                  <a:pt x="2198322" y="399857"/>
                  <a:pt x="2198322" y="430665"/>
                  <a:pt x="2197693" y="434437"/>
                </a:cubicBezTo>
                <a:cubicBezTo>
                  <a:pt x="2197065" y="438210"/>
                  <a:pt x="2189520" y="451412"/>
                  <a:pt x="2188263" y="453299"/>
                </a:cubicBezTo>
                <a:cubicBezTo>
                  <a:pt x="2187005" y="455184"/>
                  <a:pt x="2180089" y="461472"/>
                  <a:pt x="2178832" y="462729"/>
                </a:cubicBezTo>
                <a:cubicBezTo>
                  <a:pt x="2177575" y="463987"/>
                  <a:pt x="2171916" y="470274"/>
                  <a:pt x="2169401" y="472160"/>
                </a:cubicBezTo>
                <a:cubicBezTo>
                  <a:pt x="2166886" y="474046"/>
                  <a:pt x="2143624" y="489764"/>
                  <a:pt x="2141109" y="491021"/>
                </a:cubicBezTo>
                <a:cubicBezTo>
                  <a:pt x="2138594" y="492278"/>
                  <a:pt x="2134822" y="487878"/>
                  <a:pt x="2131679" y="491021"/>
                </a:cubicBezTo>
                <a:cubicBezTo>
                  <a:pt x="2128535" y="494165"/>
                  <a:pt x="2097728" y="534402"/>
                  <a:pt x="2093956" y="538175"/>
                </a:cubicBezTo>
                <a:cubicBezTo>
                  <a:pt x="2090183" y="541947"/>
                  <a:pt x="2078866" y="545090"/>
                  <a:pt x="2075094" y="547605"/>
                </a:cubicBezTo>
                <a:cubicBezTo>
                  <a:pt x="2071322" y="550120"/>
                  <a:pt x="2041772" y="573382"/>
                  <a:pt x="2037371" y="575897"/>
                </a:cubicBezTo>
                <a:cubicBezTo>
                  <a:pt x="2032970" y="578412"/>
                  <a:pt x="2014738" y="582813"/>
                  <a:pt x="2009079" y="585328"/>
                </a:cubicBezTo>
                <a:cubicBezTo>
                  <a:pt x="2003421" y="587843"/>
                  <a:pt x="1958154" y="610476"/>
                  <a:pt x="1952495" y="613620"/>
                </a:cubicBezTo>
                <a:cubicBezTo>
                  <a:pt x="1946837" y="616764"/>
                  <a:pt x="1930490" y="629966"/>
                  <a:pt x="1924203" y="632481"/>
                </a:cubicBezTo>
                <a:cubicBezTo>
                  <a:pt x="1917916" y="634996"/>
                  <a:pt x="1865733" y="649457"/>
                  <a:pt x="1858188" y="651343"/>
                </a:cubicBezTo>
                <a:cubicBezTo>
                  <a:pt x="1850644" y="653229"/>
                  <a:pt x="1819208" y="658259"/>
                  <a:pt x="1811035" y="660774"/>
                </a:cubicBezTo>
                <a:cubicBezTo>
                  <a:pt x="1802862" y="663288"/>
                  <a:pt x="1748792" y="685293"/>
                  <a:pt x="1735589" y="689066"/>
                </a:cubicBezTo>
                <a:cubicBezTo>
                  <a:pt x="1722386" y="692838"/>
                  <a:pt x="1624936" y="714214"/>
                  <a:pt x="1612990" y="717358"/>
                </a:cubicBezTo>
                <a:cubicBezTo>
                  <a:pt x="1601045" y="720501"/>
                  <a:pt x="1567094" y="734333"/>
                  <a:pt x="1556406" y="736219"/>
                </a:cubicBezTo>
                <a:cubicBezTo>
                  <a:pt x="1545718" y="738105"/>
                  <a:pt x="1505480" y="745021"/>
                  <a:pt x="1452668" y="745650"/>
                </a:cubicBezTo>
                <a:cubicBezTo>
                  <a:pt x="1399856" y="746278"/>
                  <a:pt x="817668" y="746907"/>
                  <a:pt x="764228" y="745650"/>
                </a:cubicBezTo>
                <a:cubicBezTo>
                  <a:pt x="710787" y="744392"/>
                  <a:pt x="668035" y="729932"/>
                  <a:pt x="651059" y="726789"/>
                </a:cubicBezTo>
                <a:cubicBezTo>
                  <a:pt x="634084" y="723645"/>
                  <a:pt x="522802" y="701011"/>
                  <a:pt x="509599" y="698496"/>
                </a:cubicBezTo>
                <a:cubicBezTo>
                  <a:pt x="496396" y="695981"/>
                  <a:pt x="461188" y="690323"/>
                  <a:pt x="453015" y="689066"/>
                </a:cubicBezTo>
                <a:cubicBezTo>
                  <a:pt x="444842" y="687808"/>
                  <a:pt x="395802" y="680892"/>
                  <a:pt x="387000" y="679635"/>
                </a:cubicBezTo>
                <a:cubicBezTo>
                  <a:pt x="378198" y="678378"/>
                  <a:pt x="328530" y="671461"/>
                  <a:pt x="320985" y="670204"/>
                </a:cubicBezTo>
                <a:cubicBezTo>
                  <a:pt x="313441" y="668946"/>
                  <a:pt x="280748" y="663288"/>
                  <a:pt x="273832" y="660774"/>
                </a:cubicBezTo>
                <a:cubicBezTo>
                  <a:pt x="266916" y="658259"/>
                  <a:pt x="222277" y="634367"/>
                  <a:pt x="217248" y="632481"/>
                </a:cubicBezTo>
                <a:cubicBezTo>
                  <a:pt x="212218" y="630595"/>
                  <a:pt x="202159" y="633738"/>
                  <a:pt x="198386" y="632481"/>
                </a:cubicBezTo>
                <a:cubicBezTo>
                  <a:pt x="194614" y="631224"/>
                  <a:pt x="165693" y="616135"/>
                  <a:pt x="160663" y="613620"/>
                </a:cubicBezTo>
                <a:cubicBezTo>
                  <a:pt x="155634" y="611105"/>
                  <a:pt x="126084" y="596645"/>
                  <a:pt x="122941" y="594759"/>
                </a:cubicBezTo>
                <a:cubicBezTo>
                  <a:pt x="119797" y="592873"/>
                  <a:pt x="115396" y="587214"/>
                  <a:pt x="113510" y="585328"/>
                </a:cubicBezTo>
                <a:cubicBezTo>
                  <a:pt x="111624" y="583442"/>
                  <a:pt x="96535" y="568353"/>
                  <a:pt x="94649" y="566467"/>
                </a:cubicBezTo>
                <a:cubicBezTo>
                  <a:pt x="92762" y="564580"/>
                  <a:pt x="85847" y="560808"/>
                  <a:pt x="85218" y="557036"/>
                </a:cubicBezTo>
                <a:cubicBezTo>
                  <a:pt x="84589" y="553264"/>
                  <a:pt x="84589" y="514912"/>
                  <a:pt x="85218" y="509883"/>
                </a:cubicBezTo>
                <a:cubicBezTo>
                  <a:pt x="85847" y="504853"/>
                  <a:pt x="93391" y="485362"/>
                  <a:pt x="94649" y="481590"/>
                </a:cubicBezTo>
                <a:cubicBezTo>
                  <a:pt x="95906" y="477818"/>
                  <a:pt x="102193" y="456442"/>
                  <a:pt x="104079" y="453299"/>
                </a:cubicBezTo>
                <a:cubicBezTo>
                  <a:pt x="105965" y="450155"/>
                  <a:pt x="120426" y="436323"/>
                  <a:pt x="122941" y="434437"/>
                </a:cubicBezTo>
                <a:cubicBezTo>
                  <a:pt x="125456" y="432551"/>
                  <a:pt x="138658" y="427521"/>
                  <a:pt x="141802" y="425006"/>
                </a:cubicBezTo>
                <a:cubicBezTo>
                  <a:pt x="144946" y="422491"/>
                  <a:pt x="163178" y="399857"/>
                  <a:pt x="170094" y="396714"/>
                </a:cubicBezTo>
                <a:cubicBezTo>
                  <a:pt x="177010" y="393570"/>
                  <a:pt x="235480" y="380997"/>
                  <a:pt x="245540" y="377853"/>
                </a:cubicBezTo>
                <a:cubicBezTo>
                  <a:pt x="255599" y="374710"/>
                  <a:pt x="307782" y="355219"/>
                  <a:pt x="320985" y="349561"/>
                </a:cubicBezTo>
                <a:cubicBezTo>
                  <a:pt x="334188" y="343902"/>
                  <a:pt x="431010" y="298635"/>
                  <a:pt x="443584" y="292977"/>
                </a:cubicBezTo>
                <a:cubicBezTo>
                  <a:pt x="456158" y="287318"/>
                  <a:pt x="501426" y="267827"/>
                  <a:pt x="509599" y="264684"/>
                </a:cubicBezTo>
                <a:cubicBezTo>
                  <a:pt x="517772" y="261540"/>
                  <a:pt x="557381" y="248967"/>
                  <a:pt x="566183" y="245823"/>
                </a:cubicBezTo>
                <a:cubicBezTo>
                  <a:pt x="574985" y="242680"/>
                  <a:pt x="632827" y="220674"/>
                  <a:pt x="641629" y="217531"/>
                </a:cubicBezTo>
                <a:cubicBezTo>
                  <a:pt x="650431" y="214387"/>
                  <a:pt x="688782" y="201184"/>
                  <a:pt x="698213" y="198670"/>
                </a:cubicBezTo>
                <a:cubicBezTo>
                  <a:pt x="707644" y="196155"/>
                  <a:pt x="773658" y="181694"/>
                  <a:pt x="783089" y="179808"/>
                </a:cubicBezTo>
                <a:cubicBezTo>
                  <a:pt x="792520" y="177922"/>
                  <a:pt x="831500" y="171635"/>
                  <a:pt x="839673" y="170378"/>
                </a:cubicBezTo>
                <a:cubicBezTo>
                  <a:pt x="847846" y="169120"/>
                  <a:pt x="895629" y="162204"/>
                  <a:pt x="905688" y="160947"/>
                </a:cubicBezTo>
                <a:cubicBezTo>
                  <a:pt x="915748" y="159689"/>
                  <a:pt x="977361" y="152773"/>
                  <a:pt x="990564" y="151516"/>
                </a:cubicBezTo>
                <a:cubicBezTo>
                  <a:pt x="1003767" y="150259"/>
                  <a:pt x="1073555" y="142714"/>
                  <a:pt x="1103733" y="142086"/>
                </a:cubicBezTo>
                <a:cubicBezTo>
                  <a:pt x="1133911" y="141457"/>
                  <a:pt x="1414946" y="141457"/>
                  <a:pt x="1443238" y="142086"/>
                </a:cubicBezTo>
                <a:cubicBezTo>
                  <a:pt x="1471530" y="142714"/>
                  <a:pt x="1514911" y="150887"/>
                  <a:pt x="1528114" y="151516"/>
                </a:cubicBezTo>
                <a:cubicBezTo>
                  <a:pt x="1541317" y="152145"/>
                  <a:pt x="1628708" y="150887"/>
                  <a:pt x="1641282" y="151516"/>
                </a:cubicBezTo>
                <a:cubicBezTo>
                  <a:pt x="1653857" y="152145"/>
                  <a:pt x="1708554" y="160318"/>
                  <a:pt x="1716728" y="160947"/>
                </a:cubicBezTo>
                <a:cubicBezTo>
                  <a:pt x="1724901" y="161575"/>
                  <a:pt x="1756965" y="160318"/>
                  <a:pt x="1763881" y="160947"/>
                </a:cubicBezTo>
                <a:cubicBezTo>
                  <a:pt x="1770797" y="161575"/>
                  <a:pt x="1814178" y="169749"/>
                  <a:pt x="1820465" y="170378"/>
                </a:cubicBezTo>
                <a:cubicBezTo>
                  <a:pt x="1826753" y="171006"/>
                  <a:pt x="1853159" y="169749"/>
                  <a:pt x="1858188" y="170378"/>
                </a:cubicBezTo>
                <a:cubicBezTo>
                  <a:pt x="1863218" y="171006"/>
                  <a:pt x="1892139" y="179180"/>
                  <a:pt x="1895911" y="179808"/>
                </a:cubicBezTo>
                <a:cubicBezTo>
                  <a:pt x="1899683" y="180437"/>
                  <a:pt x="1911629" y="179180"/>
                  <a:pt x="1914772" y="179808"/>
                </a:cubicBezTo>
                <a:cubicBezTo>
                  <a:pt x="1917916" y="180437"/>
                  <a:pt x="1939921" y="187982"/>
                  <a:pt x="1943065" y="189239"/>
                </a:cubicBezTo>
                <a:cubicBezTo>
                  <a:pt x="1946208" y="190496"/>
                  <a:pt x="1960040" y="197412"/>
                  <a:pt x="1961926" y="198670"/>
                </a:cubicBezTo>
                <a:cubicBezTo>
                  <a:pt x="1963812" y="199927"/>
                  <a:pt x="1970728" y="206214"/>
                  <a:pt x="1971356" y="208100"/>
                </a:cubicBezTo>
                <a:cubicBezTo>
                  <a:pt x="1971985" y="209986"/>
                  <a:pt x="1971985" y="225076"/>
                  <a:pt x="1971356" y="226962"/>
                </a:cubicBezTo>
                <a:cubicBezTo>
                  <a:pt x="1970728" y="228848"/>
                  <a:pt x="1963183" y="234506"/>
                  <a:pt x="1961926" y="236393"/>
                </a:cubicBezTo>
                <a:cubicBezTo>
                  <a:pt x="1960668" y="238279"/>
                  <a:pt x="1955010" y="253368"/>
                  <a:pt x="1952495" y="255254"/>
                </a:cubicBezTo>
                <a:cubicBezTo>
                  <a:pt x="1949980" y="257140"/>
                  <a:pt x="1927975" y="262169"/>
                  <a:pt x="1924203" y="264684"/>
                </a:cubicBezTo>
                <a:cubicBezTo>
                  <a:pt x="1920431" y="267199"/>
                  <a:pt x="1899055" y="288575"/>
                  <a:pt x="1895911" y="292977"/>
                </a:cubicBezTo>
                <a:cubicBezTo>
                  <a:pt x="1892767" y="297378"/>
                  <a:pt x="1880193" y="326927"/>
                  <a:pt x="1877050" y="330699"/>
                </a:cubicBezTo>
                <a:cubicBezTo>
                  <a:pt x="1873906" y="334471"/>
                  <a:pt x="1853787" y="347046"/>
                  <a:pt x="1848758" y="349561"/>
                </a:cubicBezTo>
                <a:cubicBezTo>
                  <a:pt x="1843728" y="352075"/>
                  <a:pt x="1807891" y="365907"/>
                  <a:pt x="1801604" y="368422"/>
                </a:cubicBezTo>
                <a:cubicBezTo>
                  <a:pt x="1795317" y="370937"/>
                  <a:pt x="1760738" y="384140"/>
                  <a:pt x="1754451" y="387284"/>
                </a:cubicBezTo>
                <a:cubicBezTo>
                  <a:pt x="1748164" y="390427"/>
                  <a:pt x="1712327" y="412432"/>
                  <a:pt x="1707297" y="415576"/>
                </a:cubicBezTo>
                <a:cubicBezTo>
                  <a:pt x="1702268" y="418719"/>
                  <a:pt x="1684664" y="431923"/>
                  <a:pt x="1679005" y="434437"/>
                </a:cubicBezTo>
                <a:cubicBezTo>
                  <a:pt x="1673347" y="436952"/>
                  <a:pt x="1628708" y="450784"/>
                  <a:pt x="1622421" y="453299"/>
                </a:cubicBezTo>
                <a:cubicBezTo>
                  <a:pt x="1616134" y="455813"/>
                  <a:pt x="1590356" y="469645"/>
                  <a:pt x="1584698" y="472160"/>
                </a:cubicBezTo>
                <a:cubicBezTo>
                  <a:pt x="1579040" y="474675"/>
                  <a:pt x="1545089" y="488506"/>
                  <a:pt x="1537545" y="491021"/>
                </a:cubicBezTo>
                <a:cubicBezTo>
                  <a:pt x="1530000" y="493536"/>
                  <a:pt x="1482847" y="506739"/>
                  <a:pt x="1471530" y="509883"/>
                </a:cubicBezTo>
                <a:cubicBezTo>
                  <a:pt x="1460213" y="513026"/>
                  <a:pt x="1378480" y="535031"/>
                  <a:pt x="1367792" y="538175"/>
                </a:cubicBezTo>
                <a:cubicBezTo>
                  <a:pt x="1357104" y="541318"/>
                  <a:pt x="1319381" y="555150"/>
                  <a:pt x="1311208" y="557036"/>
                </a:cubicBezTo>
                <a:cubicBezTo>
                  <a:pt x="1303035" y="558922"/>
                  <a:pt x="1253995" y="565838"/>
                  <a:pt x="1245193" y="566467"/>
                </a:cubicBezTo>
                <a:cubicBezTo>
                  <a:pt x="1236391" y="567095"/>
                  <a:pt x="1187352" y="565838"/>
                  <a:pt x="1179178" y="566467"/>
                </a:cubicBezTo>
                <a:cubicBezTo>
                  <a:pt x="1171005" y="567095"/>
                  <a:pt x="1144599" y="575269"/>
                  <a:pt x="1122594" y="575897"/>
                </a:cubicBezTo>
                <a:cubicBezTo>
                  <a:pt x="1100589" y="576526"/>
                  <a:pt x="871109" y="577155"/>
                  <a:pt x="849104" y="575897"/>
                </a:cubicBezTo>
                <a:cubicBezTo>
                  <a:pt x="827099" y="574640"/>
                  <a:pt x="795663" y="557036"/>
                  <a:pt x="792520" y="557036"/>
                </a:cubicBezTo>
                <a:cubicBezTo>
                  <a:pt x="789376" y="557036"/>
                  <a:pt x="803208" y="575269"/>
                  <a:pt x="801951" y="575897"/>
                </a:cubicBezTo>
                <a:cubicBezTo>
                  <a:pt x="800693" y="576526"/>
                  <a:pt x="776802" y="567095"/>
                  <a:pt x="773659" y="566467"/>
                </a:cubicBezTo>
                <a:cubicBezTo>
                  <a:pt x="770515" y="565838"/>
                  <a:pt x="756683" y="567095"/>
                  <a:pt x="754797" y="566467"/>
                </a:cubicBezTo>
                <a:cubicBezTo>
                  <a:pt x="752911" y="565838"/>
                  <a:pt x="745995" y="560180"/>
                  <a:pt x="745366" y="557036"/>
                </a:cubicBezTo>
                <a:cubicBezTo>
                  <a:pt x="744738" y="553892"/>
                  <a:pt x="744109" y="523086"/>
                  <a:pt x="745366" y="519313"/>
                </a:cubicBezTo>
                <a:cubicBezTo>
                  <a:pt x="746624" y="515541"/>
                  <a:pt x="761713" y="502966"/>
                  <a:pt x="764228" y="500452"/>
                </a:cubicBezTo>
                <a:cubicBezTo>
                  <a:pt x="766743" y="497937"/>
                  <a:pt x="779946" y="484105"/>
                  <a:pt x="783089" y="481590"/>
                </a:cubicBezTo>
                <a:cubicBezTo>
                  <a:pt x="786233" y="479075"/>
                  <a:pt x="807609" y="465244"/>
                  <a:pt x="811381" y="462729"/>
                </a:cubicBezTo>
                <a:cubicBezTo>
                  <a:pt x="815153" y="460214"/>
                  <a:pt x="835272" y="446382"/>
                  <a:pt x="839673" y="443868"/>
                </a:cubicBezTo>
                <a:cubicBezTo>
                  <a:pt x="844074" y="441353"/>
                  <a:pt x="872995" y="427521"/>
                  <a:pt x="877396" y="425006"/>
                </a:cubicBezTo>
                <a:cubicBezTo>
                  <a:pt x="881797" y="422491"/>
                  <a:pt x="902544" y="406145"/>
                  <a:pt x="905688" y="406145"/>
                </a:cubicBezTo>
                <a:cubicBezTo>
                  <a:pt x="908832" y="406145"/>
                  <a:pt x="919520" y="425006"/>
                  <a:pt x="924550" y="425006"/>
                </a:cubicBezTo>
                <a:cubicBezTo>
                  <a:pt x="929579" y="425006"/>
                  <a:pt x="974847" y="408031"/>
                  <a:pt x="981134" y="406145"/>
                </a:cubicBezTo>
                <a:cubicBezTo>
                  <a:pt x="987421" y="404259"/>
                  <a:pt x="1012569" y="398600"/>
                  <a:pt x="1018856" y="396714"/>
                </a:cubicBezTo>
                <a:cubicBezTo>
                  <a:pt x="1025143" y="394828"/>
                  <a:pt x="1068525" y="379739"/>
                  <a:pt x="1075441" y="377853"/>
                </a:cubicBezTo>
                <a:cubicBezTo>
                  <a:pt x="1082357" y="375967"/>
                  <a:pt x="1111906" y="371565"/>
                  <a:pt x="1122594" y="368422"/>
                </a:cubicBezTo>
                <a:cubicBezTo>
                  <a:pt x="1133282" y="365278"/>
                  <a:pt x="1223817" y="334471"/>
                  <a:pt x="1235762" y="330699"/>
                </a:cubicBezTo>
                <a:cubicBezTo>
                  <a:pt x="1247708" y="326927"/>
                  <a:pt x="1293604" y="314353"/>
                  <a:pt x="1301777" y="311838"/>
                </a:cubicBezTo>
                <a:cubicBezTo>
                  <a:pt x="1309950" y="309323"/>
                  <a:pt x="1350188" y="294863"/>
                  <a:pt x="1358362" y="292977"/>
                </a:cubicBezTo>
                <a:cubicBezTo>
                  <a:pt x="1366535" y="291090"/>
                  <a:pt x="1415574" y="285431"/>
                  <a:pt x="1424376" y="283546"/>
                </a:cubicBezTo>
                <a:cubicBezTo>
                  <a:pt x="1433178" y="281659"/>
                  <a:pt x="1482218" y="267199"/>
                  <a:pt x="1490391" y="264684"/>
                </a:cubicBezTo>
                <a:cubicBezTo>
                  <a:pt x="1498565" y="262169"/>
                  <a:pt x="1539431" y="247709"/>
                  <a:pt x="1546975" y="245823"/>
                </a:cubicBezTo>
                <a:cubicBezTo>
                  <a:pt x="1554520" y="243937"/>
                  <a:pt x="1596644" y="237650"/>
                  <a:pt x="1603559" y="236393"/>
                </a:cubicBezTo>
                <a:cubicBezTo>
                  <a:pt x="1610475" y="235135"/>
                  <a:pt x="1644426" y="228219"/>
                  <a:pt x="1650713" y="226962"/>
                </a:cubicBezTo>
                <a:cubicBezTo>
                  <a:pt x="1657000" y="225704"/>
                  <a:pt x="1690951" y="216902"/>
                  <a:pt x="1697866" y="217531"/>
                </a:cubicBezTo>
                <a:cubicBezTo>
                  <a:pt x="1704782" y="218159"/>
                  <a:pt x="1732446" y="235135"/>
                  <a:pt x="1754451" y="236393"/>
                </a:cubicBezTo>
                <a:cubicBezTo>
                  <a:pt x="1776456" y="237650"/>
                  <a:pt x="2008451" y="235764"/>
                  <a:pt x="2027941" y="236393"/>
                </a:cubicBezTo>
                <a:cubicBezTo>
                  <a:pt x="2047431" y="237021"/>
                  <a:pt x="2044287" y="245195"/>
                  <a:pt x="2046802" y="245823"/>
                </a:cubicBezTo>
                <a:cubicBezTo>
                  <a:pt x="2049317" y="246452"/>
                  <a:pt x="2063777" y="245195"/>
                  <a:pt x="2065664" y="245823"/>
                </a:cubicBezTo>
                <a:cubicBezTo>
                  <a:pt x="2067550" y="246452"/>
                  <a:pt x="2073837" y="253996"/>
                  <a:pt x="2075094" y="255254"/>
                </a:cubicBezTo>
                <a:cubicBezTo>
                  <a:pt x="2076352" y="256511"/>
                  <a:pt x="2083896" y="259025"/>
                  <a:pt x="2084525" y="264684"/>
                </a:cubicBezTo>
                <a:cubicBezTo>
                  <a:pt x="2085153" y="270342"/>
                  <a:pt x="2085782" y="333842"/>
                  <a:pt x="2084525" y="340130"/>
                </a:cubicBezTo>
                <a:cubicBezTo>
                  <a:pt x="2083267" y="346417"/>
                  <a:pt x="2067550" y="355848"/>
                  <a:pt x="2065664" y="358992"/>
                </a:cubicBezTo>
                <a:cubicBezTo>
                  <a:pt x="2063777" y="362135"/>
                  <a:pt x="2058119" y="383511"/>
                  <a:pt x="2056233" y="387284"/>
                </a:cubicBezTo>
                <a:cubicBezTo>
                  <a:pt x="2054347" y="391056"/>
                  <a:pt x="2039886" y="411803"/>
                  <a:pt x="2037371" y="415576"/>
                </a:cubicBezTo>
                <a:cubicBezTo>
                  <a:pt x="2034857" y="419348"/>
                  <a:pt x="2020396" y="440095"/>
                  <a:pt x="2018510" y="443868"/>
                </a:cubicBezTo>
                <a:cubicBezTo>
                  <a:pt x="2016624" y="447640"/>
                  <a:pt x="2010966" y="467759"/>
                  <a:pt x="2009079" y="472160"/>
                </a:cubicBezTo>
                <a:cubicBezTo>
                  <a:pt x="2007193" y="476561"/>
                  <a:pt x="1993362" y="504853"/>
                  <a:pt x="1990218" y="509883"/>
                </a:cubicBezTo>
                <a:cubicBezTo>
                  <a:pt x="1987074" y="514912"/>
                  <a:pt x="1964441" y="543204"/>
                  <a:pt x="1961926" y="547605"/>
                </a:cubicBezTo>
                <a:cubicBezTo>
                  <a:pt x="1959411" y="552006"/>
                  <a:pt x="1954381" y="572125"/>
                  <a:pt x="1952495" y="575897"/>
                </a:cubicBezTo>
                <a:cubicBezTo>
                  <a:pt x="1950609" y="579670"/>
                  <a:pt x="1935520" y="601046"/>
                  <a:pt x="1933634" y="604190"/>
                </a:cubicBezTo>
                <a:cubicBezTo>
                  <a:pt x="1931748" y="607333"/>
                  <a:pt x="1926089" y="619908"/>
                  <a:pt x="1924203" y="623051"/>
                </a:cubicBezTo>
                <a:cubicBezTo>
                  <a:pt x="1922317" y="626195"/>
                  <a:pt x="1907857" y="648200"/>
                  <a:pt x="1905342" y="651343"/>
                </a:cubicBezTo>
                <a:cubicBezTo>
                  <a:pt x="1902827" y="654487"/>
                  <a:pt x="1889624" y="667060"/>
                  <a:pt x="1886480" y="670204"/>
                </a:cubicBezTo>
                <a:cubicBezTo>
                  <a:pt x="1883337" y="673347"/>
                  <a:pt x="1861961" y="694724"/>
                  <a:pt x="1858188" y="698496"/>
                </a:cubicBezTo>
                <a:cubicBezTo>
                  <a:pt x="1854416" y="702268"/>
                  <a:pt x="1833040" y="724274"/>
                  <a:pt x="1829896" y="726789"/>
                </a:cubicBezTo>
                <a:cubicBezTo>
                  <a:pt x="1826753" y="729303"/>
                  <a:pt x="1813550" y="734333"/>
                  <a:pt x="1811035" y="736219"/>
                </a:cubicBezTo>
                <a:cubicBezTo>
                  <a:pt x="1808520" y="738105"/>
                  <a:pt x="1794688" y="753194"/>
                  <a:pt x="1792174" y="755081"/>
                </a:cubicBezTo>
                <a:cubicBezTo>
                  <a:pt x="1789659" y="756967"/>
                  <a:pt x="1775198" y="763883"/>
                  <a:pt x="1773312" y="764512"/>
                </a:cubicBezTo>
                <a:cubicBezTo>
                  <a:pt x="1771426" y="765140"/>
                  <a:pt x="1765139" y="763883"/>
                  <a:pt x="1763881" y="764512"/>
                </a:cubicBezTo>
                <a:cubicBezTo>
                  <a:pt x="1762624" y="765140"/>
                  <a:pt x="1756337" y="772684"/>
                  <a:pt x="1754451" y="773942"/>
                </a:cubicBezTo>
                <a:cubicBezTo>
                  <a:pt x="1752565" y="775199"/>
                  <a:pt x="1737475" y="782115"/>
                  <a:pt x="1735589" y="783373"/>
                </a:cubicBezTo>
                <a:cubicBezTo>
                  <a:pt x="1733703" y="784630"/>
                  <a:pt x="1728045" y="792803"/>
                  <a:pt x="1726159" y="792803"/>
                </a:cubicBezTo>
                <a:cubicBezTo>
                  <a:pt x="1724272" y="792803"/>
                  <a:pt x="1708555" y="790917"/>
                  <a:pt x="1707297" y="783373"/>
                </a:cubicBezTo>
                <a:cubicBezTo>
                  <a:pt x="1706040" y="775828"/>
                  <a:pt x="1706669" y="687808"/>
                  <a:pt x="1707297" y="679635"/>
                </a:cubicBezTo>
                <a:cubicBezTo>
                  <a:pt x="1707926" y="671462"/>
                  <a:pt x="1714841" y="662660"/>
                  <a:pt x="1716728" y="660774"/>
                </a:cubicBezTo>
                <a:cubicBezTo>
                  <a:pt x="1718614" y="658887"/>
                  <a:pt x="1733703" y="653858"/>
                  <a:pt x="1735589" y="651343"/>
                </a:cubicBezTo>
                <a:cubicBezTo>
                  <a:pt x="1737475" y="648828"/>
                  <a:pt x="1743763" y="626823"/>
                  <a:pt x="1745020" y="623051"/>
                </a:cubicBezTo>
                <a:cubicBezTo>
                  <a:pt x="1746277" y="619279"/>
                  <a:pt x="1752565" y="598531"/>
                  <a:pt x="1754451" y="594759"/>
                </a:cubicBezTo>
                <a:cubicBezTo>
                  <a:pt x="1756337" y="590986"/>
                  <a:pt x="1771426" y="568981"/>
                  <a:pt x="1773312" y="566467"/>
                </a:cubicBezTo>
                <a:cubicBezTo>
                  <a:pt x="1775198" y="563952"/>
                  <a:pt x="1781485" y="558922"/>
                  <a:pt x="1782743" y="557036"/>
                </a:cubicBezTo>
                <a:cubicBezTo>
                  <a:pt x="1784000" y="555150"/>
                  <a:pt x="1790287" y="541318"/>
                  <a:pt x="1792174" y="538175"/>
                </a:cubicBezTo>
                <a:cubicBezTo>
                  <a:pt x="1794060" y="535031"/>
                  <a:pt x="1808520" y="513026"/>
                  <a:pt x="1811035" y="509883"/>
                </a:cubicBezTo>
                <a:cubicBezTo>
                  <a:pt x="1813550" y="506739"/>
                  <a:pt x="1828639" y="492907"/>
                  <a:pt x="1829896" y="491021"/>
                </a:cubicBezTo>
                <a:cubicBezTo>
                  <a:pt x="1831154" y="489135"/>
                  <a:pt x="1828010" y="482847"/>
                  <a:pt x="1829896" y="481590"/>
                </a:cubicBezTo>
                <a:cubicBezTo>
                  <a:pt x="1831782" y="480333"/>
                  <a:pt x="1856302" y="474675"/>
                  <a:pt x="1858188" y="472160"/>
                </a:cubicBezTo>
                <a:cubicBezTo>
                  <a:pt x="1860074" y="469645"/>
                  <a:pt x="1856931" y="446382"/>
                  <a:pt x="1858188" y="443868"/>
                </a:cubicBezTo>
                <a:cubicBezTo>
                  <a:pt x="1859446" y="441353"/>
                  <a:pt x="1875164" y="436323"/>
                  <a:pt x="1877050" y="434437"/>
                </a:cubicBezTo>
                <a:cubicBezTo>
                  <a:pt x="1878936" y="432551"/>
                  <a:pt x="1884594" y="417461"/>
                  <a:pt x="1886480" y="415576"/>
                </a:cubicBezTo>
                <a:cubicBezTo>
                  <a:pt x="1888366" y="413689"/>
                  <a:pt x="1902198" y="406145"/>
                  <a:pt x="1905342" y="406145"/>
                </a:cubicBezTo>
                <a:cubicBezTo>
                  <a:pt x="1908485" y="406145"/>
                  <a:pt x="1931119" y="413689"/>
                  <a:pt x="1933634" y="415576"/>
                </a:cubicBezTo>
                <a:cubicBezTo>
                  <a:pt x="1936149" y="417461"/>
                  <a:pt x="1942436" y="430665"/>
                  <a:pt x="1943065" y="434437"/>
                </a:cubicBezTo>
                <a:cubicBezTo>
                  <a:pt x="1943693" y="438210"/>
                  <a:pt x="1943693" y="467759"/>
                  <a:pt x="1943065" y="472160"/>
                </a:cubicBezTo>
                <a:cubicBezTo>
                  <a:pt x="1942436" y="476561"/>
                  <a:pt x="1934891" y="497308"/>
                  <a:pt x="1933634" y="500452"/>
                </a:cubicBezTo>
                <a:cubicBezTo>
                  <a:pt x="1932376" y="503595"/>
                  <a:pt x="1926089" y="516170"/>
                  <a:pt x="1924203" y="519313"/>
                </a:cubicBezTo>
                <a:cubicBezTo>
                  <a:pt x="1922317" y="522457"/>
                  <a:pt x="1907857" y="543204"/>
                  <a:pt x="1905342" y="547605"/>
                </a:cubicBezTo>
                <a:cubicBezTo>
                  <a:pt x="1902827" y="552006"/>
                  <a:pt x="1890252" y="578412"/>
                  <a:pt x="1886480" y="585328"/>
                </a:cubicBezTo>
                <a:cubicBezTo>
                  <a:pt x="1882708" y="592244"/>
                  <a:pt x="1854416" y="642541"/>
                  <a:pt x="1848758" y="651343"/>
                </a:cubicBezTo>
                <a:cubicBezTo>
                  <a:pt x="1843099" y="660145"/>
                  <a:pt x="1807262" y="710442"/>
                  <a:pt x="1801604" y="717358"/>
                </a:cubicBezTo>
                <a:cubicBezTo>
                  <a:pt x="1795946" y="724273"/>
                  <a:pt x="1768282" y="750051"/>
                  <a:pt x="1763881" y="755081"/>
                </a:cubicBezTo>
                <a:cubicBezTo>
                  <a:pt x="1759480" y="760110"/>
                  <a:pt x="1739990" y="788402"/>
                  <a:pt x="1735589" y="792803"/>
                </a:cubicBezTo>
                <a:cubicBezTo>
                  <a:pt x="1731188" y="797204"/>
                  <a:pt x="1701639" y="816694"/>
                  <a:pt x="1697866" y="821095"/>
                </a:cubicBezTo>
                <a:cubicBezTo>
                  <a:pt x="1694094" y="825496"/>
                  <a:pt x="1681520" y="854417"/>
                  <a:pt x="1679005" y="858818"/>
                </a:cubicBezTo>
                <a:cubicBezTo>
                  <a:pt x="1676490" y="863219"/>
                  <a:pt x="1663916" y="882709"/>
                  <a:pt x="1660144" y="887110"/>
                </a:cubicBezTo>
                <a:cubicBezTo>
                  <a:pt x="1656371" y="891511"/>
                  <a:pt x="1627451" y="919803"/>
                  <a:pt x="1622421" y="924833"/>
                </a:cubicBezTo>
                <a:cubicBezTo>
                  <a:pt x="1617391" y="929862"/>
                  <a:pt x="1589728" y="957526"/>
                  <a:pt x="1584698" y="962556"/>
                </a:cubicBezTo>
                <a:cubicBezTo>
                  <a:pt x="1579668" y="967585"/>
                  <a:pt x="1552634" y="995249"/>
                  <a:pt x="1546975" y="1000279"/>
                </a:cubicBezTo>
                <a:cubicBezTo>
                  <a:pt x="1541317" y="1005308"/>
                  <a:pt x="1506738" y="1033600"/>
                  <a:pt x="1499822" y="1038001"/>
                </a:cubicBezTo>
                <a:cubicBezTo>
                  <a:pt x="1492906" y="1042402"/>
                  <a:pt x="1448896" y="1063150"/>
                  <a:pt x="1443238" y="1066294"/>
                </a:cubicBezTo>
                <a:cubicBezTo>
                  <a:pt x="1437579" y="1069437"/>
                  <a:pt x="1419347" y="1082640"/>
                  <a:pt x="1414946" y="1085155"/>
                </a:cubicBezTo>
                <a:cubicBezTo>
                  <a:pt x="1410545" y="1087669"/>
                  <a:pt x="1382253" y="1101501"/>
                  <a:pt x="1377223" y="1104016"/>
                </a:cubicBezTo>
                <a:cubicBezTo>
                  <a:pt x="1372193" y="1106530"/>
                  <a:pt x="1344530" y="1120362"/>
                  <a:pt x="1339500" y="1122877"/>
                </a:cubicBezTo>
                <a:cubicBezTo>
                  <a:pt x="1334470" y="1125392"/>
                  <a:pt x="1306178" y="1139853"/>
                  <a:pt x="1301777" y="1141739"/>
                </a:cubicBezTo>
                <a:cubicBezTo>
                  <a:pt x="1297376" y="1143625"/>
                  <a:pt x="1278515" y="1149283"/>
                  <a:pt x="1273485" y="1151170"/>
                </a:cubicBezTo>
                <a:cubicBezTo>
                  <a:pt x="1268456" y="1153056"/>
                  <a:pt x="1231361" y="1168774"/>
                  <a:pt x="1226332" y="1170032"/>
                </a:cubicBezTo>
                <a:cubicBezTo>
                  <a:pt x="1221302" y="1171288"/>
                  <a:pt x="1201812" y="1169402"/>
                  <a:pt x="1198040" y="1170032"/>
                </a:cubicBezTo>
                <a:cubicBezTo>
                  <a:pt x="1194267" y="1170660"/>
                  <a:pt x="1183579" y="1178833"/>
                  <a:pt x="1169748" y="1179462"/>
                </a:cubicBezTo>
                <a:cubicBezTo>
                  <a:pt x="1155916" y="1180090"/>
                  <a:pt x="1004396" y="1180090"/>
                  <a:pt x="990564" y="1179462"/>
                </a:cubicBezTo>
                <a:cubicBezTo>
                  <a:pt x="976733" y="1178833"/>
                  <a:pt x="965416" y="1171288"/>
                  <a:pt x="962272" y="1170032"/>
                </a:cubicBezTo>
                <a:cubicBezTo>
                  <a:pt x="959129" y="1168774"/>
                  <a:pt x="945926" y="1161857"/>
                  <a:pt x="943411" y="1160600"/>
                </a:cubicBezTo>
                <a:cubicBezTo>
                  <a:pt x="940896" y="1159343"/>
                  <a:pt x="927064" y="1152427"/>
                  <a:pt x="924550" y="1151170"/>
                </a:cubicBezTo>
                <a:cubicBezTo>
                  <a:pt x="922035" y="1149912"/>
                  <a:pt x="907574" y="1142996"/>
                  <a:pt x="905688" y="1141739"/>
                </a:cubicBezTo>
                <a:cubicBezTo>
                  <a:pt x="903802" y="1140482"/>
                  <a:pt x="898144" y="1134194"/>
                  <a:pt x="896257" y="1132308"/>
                </a:cubicBezTo>
                <a:cubicBezTo>
                  <a:pt x="894371" y="1130422"/>
                  <a:pt x="879911" y="1116591"/>
                  <a:pt x="877396" y="1113447"/>
                </a:cubicBezTo>
                <a:cubicBezTo>
                  <a:pt x="874881" y="1110303"/>
                  <a:pt x="859792" y="1087669"/>
                  <a:pt x="858535" y="1085155"/>
                </a:cubicBezTo>
                <a:cubicBezTo>
                  <a:pt x="857277" y="1082640"/>
                  <a:pt x="859163" y="1076981"/>
                  <a:pt x="858535" y="1075724"/>
                </a:cubicBezTo>
                <a:cubicBezTo>
                  <a:pt x="857906" y="1074466"/>
                  <a:pt x="850990" y="1068808"/>
                  <a:pt x="849104" y="1066294"/>
                </a:cubicBezTo>
                <a:cubicBezTo>
                  <a:pt x="847218" y="1063779"/>
                  <a:pt x="831500" y="1043660"/>
                  <a:pt x="830243" y="1038001"/>
                </a:cubicBezTo>
                <a:cubicBezTo>
                  <a:pt x="828985" y="1032342"/>
                  <a:pt x="828985" y="987075"/>
                  <a:pt x="830243" y="981417"/>
                </a:cubicBezTo>
                <a:cubicBezTo>
                  <a:pt x="831500" y="975759"/>
                  <a:pt x="847847" y="956269"/>
                  <a:pt x="849104" y="953126"/>
                </a:cubicBezTo>
                <a:cubicBezTo>
                  <a:pt x="850361" y="949982"/>
                  <a:pt x="847218" y="937407"/>
                  <a:pt x="849104" y="934264"/>
                </a:cubicBezTo>
                <a:cubicBezTo>
                  <a:pt x="850990" y="931120"/>
                  <a:pt x="874253" y="909115"/>
                  <a:pt x="877396" y="905971"/>
                </a:cubicBezTo>
                <a:cubicBezTo>
                  <a:pt x="880540" y="902827"/>
                  <a:pt x="893114" y="889625"/>
                  <a:pt x="896257" y="887110"/>
                </a:cubicBezTo>
                <a:cubicBezTo>
                  <a:pt x="899401" y="884595"/>
                  <a:pt x="919520" y="870763"/>
                  <a:pt x="924550" y="868249"/>
                </a:cubicBezTo>
                <a:cubicBezTo>
                  <a:pt x="929579" y="865734"/>
                  <a:pt x="966673" y="851902"/>
                  <a:pt x="971703" y="849388"/>
                </a:cubicBezTo>
                <a:cubicBezTo>
                  <a:pt x="976733" y="846873"/>
                  <a:pt x="994965" y="833041"/>
                  <a:pt x="999995" y="830526"/>
                </a:cubicBezTo>
                <a:cubicBezTo>
                  <a:pt x="1005025" y="828011"/>
                  <a:pt x="1040861" y="812923"/>
                  <a:pt x="1047149" y="811665"/>
                </a:cubicBezTo>
                <a:cubicBezTo>
                  <a:pt x="1053436" y="810408"/>
                  <a:pt x="1088015" y="812923"/>
                  <a:pt x="1094302" y="811665"/>
                </a:cubicBezTo>
                <a:cubicBezTo>
                  <a:pt x="1100589" y="810408"/>
                  <a:pt x="1135797" y="794689"/>
                  <a:pt x="1141456" y="792803"/>
                </a:cubicBezTo>
                <a:cubicBezTo>
                  <a:pt x="1147114" y="790917"/>
                  <a:pt x="1174149" y="784630"/>
                  <a:pt x="1179178" y="783373"/>
                </a:cubicBezTo>
                <a:cubicBezTo>
                  <a:pt x="1184208" y="782115"/>
                  <a:pt x="1196782" y="774570"/>
                  <a:pt x="1216901" y="773942"/>
                </a:cubicBezTo>
                <a:cubicBezTo>
                  <a:pt x="1237020" y="773313"/>
                  <a:pt x="1462728" y="773313"/>
                  <a:pt x="1480961" y="773942"/>
                </a:cubicBezTo>
                <a:cubicBezTo>
                  <a:pt x="1499193" y="774570"/>
                  <a:pt x="1489134" y="782115"/>
                  <a:pt x="1490391" y="783373"/>
                </a:cubicBezTo>
                <a:cubicBezTo>
                  <a:pt x="1491649" y="784630"/>
                  <a:pt x="1499193" y="789660"/>
                  <a:pt x="1499822" y="792803"/>
                </a:cubicBezTo>
                <a:cubicBezTo>
                  <a:pt x="1500450" y="795947"/>
                  <a:pt x="1501079" y="826754"/>
                  <a:pt x="1499822" y="830526"/>
                </a:cubicBezTo>
                <a:cubicBezTo>
                  <a:pt x="1498564" y="834298"/>
                  <a:pt x="1484733" y="846244"/>
                  <a:pt x="1480961" y="849388"/>
                </a:cubicBezTo>
                <a:cubicBezTo>
                  <a:pt x="1477188" y="852531"/>
                  <a:pt x="1448268" y="874536"/>
                  <a:pt x="1443238" y="877680"/>
                </a:cubicBezTo>
                <a:cubicBezTo>
                  <a:pt x="1438208" y="880823"/>
                  <a:pt x="1408659" y="894026"/>
                  <a:pt x="1405515" y="896541"/>
                </a:cubicBezTo>
                <a:cubicBezTo>
                  <a:pt x="1402371" y="899056"/>
                  <a:pt x="1398599" y="912887"/>
                  <a:pt x="1396084" y="915402"/>
                </a:cubicBezTo>
                <a:cubicBezTo>
                  <a:pt x="1393569" y="917917"/>
                  <a:pt x="1371564" y="931749"/>
                  <a:pt x="1367792" y="934264"/>
                </a:cubicBezTo>
                <a:cubicBezTo>
                  <a:pt x="1364020" y="936778"/>
                  <a:pt x="1343272" y="950611"/>
                  <a:pt x="1339500" y="953126"/>
                </a:cubicBezTo>
                <a:cubicBezTo>
                  <a:pt x="1335728" y="955640"/>
                  <a:pt x="1314352" y="970100"/>
                  <a:pt x="1311208" y="971987"/>
                </a:cubicBezTo>
                <a:cubicBezTo>
                  <a:pt x="1308064" y="973873"/>
                  <a:pt x="1294862" y="979531"/>
                  <a:pt x="1292347" y="981417"/>
                </a:cubicBezTo>
                <a:cubicBezTo>
                  <a:pt x="1289832" y="983303"/>
                  <a:pt x="1276629" y="997764"/>
                  <a:pt x="1273485" y="1000279"/>
                </a:cubicBezTo>
                <a:cubicBezTo>
                  <a:pt x="1270342" y="1002793"/>
                  <a:pt x="1249594" y="1016625"/>
                  <a:pt x="1245193" y="1019140"/>
                </a:cubicBezTo>
                <a:cubicBezTo>
                  <a:pt x="1240792" y="1021655"/>
                  <a:pt x="1211243" y="1036115"/>
                  <a:pt x="1207471" y="1038001"/>
                </a:cubicBezTo>
                <a:cubicBezTo>
                  <a:pt x="1203698" y="1039887"/>
                  <a:pt x="1190495" y="1046803"/>
                  <a:pt x="1188609" y="1047432"/>
                </a:cubicBezTo>
                <a:cubicBezTo>
                  <a:pt x="1186723" y="1048060"/>
                  <a:pt x="1181064" y="1046803"/>
                  <a:pt x="1179178" y="1047432"/>
                </a:cubicBezTo>
                <a:cubicBezTo>
                  <a:pt x="1177292" y="1048060"/>
                  <a:pt x="1170376" y="1056234"/>
                  <a:pt x="1160317" y="1056863"/>
                </a:cubicBezTo>
                <a:cubicBezTo>
                  <a:pt x="1150258" y="1057492"/>
                  <a:pt x="1038975" y="1058120"/>
                  <a:pt x="1028287" y="1056863"/>
                </a:cubicBezTo>
                <a:cubicBezTo>
                  <a:pt x="1017599" y="1055606"/>
                  <a:pt x="1003139" y="1039258"/>
                  <a:pt x="999995" y="1038001"/>
                </a:cubicBezTo>
                <a:cubicBezTo>
                  <a:pt x="996851" y="1036744"/>
                  <a:pt x="981762" y="1037372"/>
                  <a:pt x="981134" y="1038001"/>
                </a:cubicBezTo>
                <a:cubicBezTo>
                  <a:pt x="980505" y="1038630"/>
                  <a:pt x="990564" y="1046175"/>
                  <a:pt x="990564" y="1047432"/>
                </a:cubicBezTo>
                <a:cubicBezTo>
                  <a:pt x="990564" y="1048689"/>
                  <a:pt x="981762" y="1056863"/>
                  <a:pt x="981134" y="1056863"/>
                </a:cubicBezTo>
                <a:cubicBezTo>
                  <a:pt x="980505" y="1056863"/>
                  <a:pt x="981762" y="1048689"/>
                  <a:pt x="981134" y="1047432"/>
                </a:cubicBezTo>
                <a:cubicBezTo>
                  <a:pt x="980505" y="1046175"/>
                  <a:pt x="972961" y="1039258"/>
                  <a:pt x="971703" y="1038001"/>
                </a:cubicBezTo>
                <a:cubicBezTo>
                  <a:pt x="970446" y="1036744"/>
                  <a:pt x="962901" y="1032971"/>
                  <a:pt x="962272" y="1028570"/>
                </a:cubicBezTo>
                <a:cubicBezTo>
                  <a:pt x="961644" y="1024168"/>
                  <a:pt x="961644" y="977644"/>
                  <a:pt x="962272" y="971987"/>
                </a:cubicBezTo>
                <a:cubicBezTo>
                  <a:pt x="962901" y="966328"/>
                  <a:pt x="969817" y="946838"/>
                  <a:pt x="971703" y="943694"/>
                </a:cubicBezTo>
                <a:cubicBezTo>
                  <a:pt x="973589" y="940550"/>
                  <a:pt x="988050" y="927348"/>
                  <a:pt x="990564" y="924833"/>
                </a:cubicBezTo>
                <a:cubicBezTo>
                  <a:pt x="993079" y="922318"/>
                  <a:pt x="1006911" y="907857"/>
                  <a:pt x="1009426" y="905971"/>
                </a:cubicBezTo>
                <a:cubicBezTo>
                  <a:pt x="1011941" y="904085"/>
                  <a:pt x="1025144" y="897798"/>
                  <a:pt x="1028287" y="896541"/>
                </a:cubicBezTo>
                <a:cubicBezTo>
                  <a:pt x="1031431" y="895284"/>
                  <a:pt x="1052178" y="888367"/>
                  <a:pt x="1056579" y="887110"/>
                </a:cubicBezTo>
                <a:cubicBezTo>
                  <a:pt x="1060980" y="885853"/>
                  <a:pt x="1090530" y="879566"/>
                  <a:pt x="1094302" y="877680"/>
                </a:cubicBezTo>
                <a:cubicBezTo>
                  <a:pt x="1098074" y="875793"/>
                  <a:pt x="1108134" y="860075"/>
                  <a:pt x="1113163" y="858818"/>
                </a:cubicBezTo>
                <a:cubicBezTo>
                  <a:pt x="1118193" y="857560"/>
                  <a:pt x="1162832" y="860075"/>
                  <a:pt x="1169748" y="858818"/>
                </a:cubicBezTo>
                <a:cubicBezTo>
                  <a:pt x="1176663" y="857560"/>
                  <a:pt x="1209356" y="842472"/>
                  <a:pt x="1216901" y="839957"/>
                </a:cubicBezTo>
                <a:cubicBezTo>
                  <a:pt x="1224446" y="837442"/>
                  <a:pt x="1275371" y="823610"/>
                  <a:pt x="1282916" y="821095"/>
                </a:cubicBezTo>
                <a:cubicBezTo>
                  <a:pt x="1290460" y="818580"/>
                  <a:pt x="1306178" y="802862"/>
                  <a:pt x="1330069" y="802234"/>
                </a:cubicBezTo>
                <a:cubicBezTo>
                  <a:pt x="1353960" y="801605"/>
                  <a:pt x="1620535" y="809779"/>
                  <a:pt x="1641282" y="811665"/>
                </a:cubicBezTo>
                <a:cubicBezTo>
                  <a:pt x="1662030" y="813551"/>
                  <a:pt x="1641911" y="828011"/>
                  <a:pt x="1641282" y="830526"/>
                </a:cubicBezTo>
                <a:cubicBezTo>
                  <a:pt x="1640654" y="833041"/>
                  <a:pt x="1633738" y="846873"/>
                  <a:pt x="1631852" y="849388"/>
                </a:cubicBezTo>
                <a:cubicBezTo>
                  <a:pt x="1629965" y="851902"/>
                  <a:pt x="1614876" y="866363"/>
                  <a:pt x="1612990" y="868249"/>
                </a:cubicBezTo>
                <a:cubicBezTo>
                  <a:pt x="1611104" y="870135"/>
                  <a:pt x="1605446" y="875793"/>
                  <a:pt x="1603559" y="877680"/>
                </a:cubicBezTo>
                <a:cubicBezTo>
                  <a:pt x="1601673" y="879566"/>
                  <a:pt x="1586584" y="894655"/>
                  <a:pt x="1584698" y="896541"/>
                </a:cubicBezTo>
                <a:cubicBezTo>
                  <a:pt x="1582812" y="898427"/>
                  <a:pt x="1579040" y="903456"/>
                  <a:pt x="1575268" y="905971"/>
                </a:cubicBezTo>
                <a:cubicBezTo>
                  <a:pt x="1571495" y="908486"/>
                  <a:pt x="1534401" y="931120"/>
                  <a:pt x="1528114" y="934264"/>
                </a:cubicBezTo>
                <a:cubicBezTo>
                  <a:pt x="1521827" y="937407"/>
                  <a:pt x="1487248" y="949982"/>
                  <a:pt x="1480961" y="953126"/>
                </a:cubicBezTo>
                <a:cubicBezTo>
                  <a:pt x="1474673" y="956269"/>
                  <a:pt x="1439465" y="978273"/>
                  <a:pt x="1433807" y="981417"/>
                </a:cubicBezTo>
                <a:cubicBezTo>
                  <a:pt x="1428148" y="984561"/>
                  <a:pt x="1402371" y="997135"/>
                  <a:pt x="1396084" y="1000279"/>
                </a:cubicBezTo>
                <a:cubicBezTo>
                  <a:pt x="1389797" y="1003422"/>
                  <a:pt x="1346416" y="1026055"/>
                  <a:pt x="1339500" y="1028570"/>
                </a:cubicBezTo>
                <a:cubicBezTo>
                  <a:pt x="1332584" y="1031084"/>
                  <a:pt x="1298634" y="1036744"/>
                  <a:pt x="1292347" y="1038001"/>
                </a:cubicBezTo>
                <a:cubicBezTo>
                  <a:pt x="1286059" y="1039258"/>
                  <a:pt x="1252109" y="1046175"/>
                  <a:pt x="1245193" y="1047432"/>
                </a:cubicBezTo>
                <a:cubicBezTo>
                  <a:pt x="1238277" y="1048689"/>
                  <a:pt x="1196154" y="1055606"/>
                  <a:pt x="1188609" y="1056863"/>
                </a:cubicBezTo>
                <a:cubicBezTo>
                  <a:pt x="1181064" y="1058120"/>
                  <a:pt x="1143970" y="1065665"/>
                  <a:pt x="1132025" y="1066294"/>
                </a:cubicBezTo>
                <a:cubicBezTo>
                  <a:pt x="1120079" y="1066922"/>
                  <a:pt x="1020114" y="1065036"/>
                  <a:pt x="1009426" y="1066294"/>
                </a:cubicBezTo>
                <a:cubicBezTo>
                  <a:pt x="998738" y="1067551"/>
                  <a:pt x="976104" y="1083268"/>
                  <a:pt x="971703" y="1085155"/>
                </a:cubicBezTo>
                <a:cubicBezTo>
                  <a:pt x="967302" y="1087041"/>
                  <a:pt x="947183" y="1094586"/>
                  <a:pt x="943411" y="1094586"/>
                </a:cubicBezTo>
                <a:cubicBezTo>
                  <a:pt x="939639" y="1094586"/>
                  <a:pt x="920148" y="1086412"/>
                  <a:pt x="915119" y="1085155"/>
                </a:cubicBezTo>
                <a:cubicBezTo>
                  <a:pt x="910089" y="1083897"/>
                  <a:pt x="873624" y="1077610"/>
                  <a:pt x="867965" y="1075724"/>
                </a:cubicBezTo>
                <a:cubicBezTo>
                  <a:pt x="862307" y="1073837"/>
                  <a:pt x="835272" y="1059378"/>
                  <a:pt x="830243" y="1056863"/>
                </a:cubicBezTo>
                <a:cubicBezTo>
                  <a:pt x="825213" y="1054348"/>
                  <a:pt x="798178" y="1040516"/>
                  <a:pt x="792520" y="1038001"/>
                </a:cubicBezTo>
                <a:cubicBezTo>
                  <a:pt x="786861" y="1035486"/>
                  <a:pt x="752282" y="1022912"/>
                  <a:pt x="745366" y="1019140"/>
                </a:cubicBezTo>
                <a:cubicBezTo>
                  <a:pt x="738451" y="1015368"/>
                  <a:pt x="696327" y="987076"/>
                  <a:pt x="688782" y="981417"/>
                </a:cubicBezTo>
                <a:cubicBezTo>
                  <a:pt x="681238" y="975759"/>
                  <a:pt x="637857" y="938665"/>
                  <a:pt x="632198" y="934264"/>
                </a:cubicBezTo>
                <a:cubicBezTo>
                  <a:pt x="626540" y="929862"/>
                  <a:pt x="608936" y="919174"/>
                  <a:pt x="603906" y="915402"/>
                </a:cubicBezTo>
                <a:cubicBezTo>
                  <a:pt x="598876" y="911630"/>
                  <a:pt x="561154" y="882081"/>
                  <a:pt x="556753" y="877680"/>
                </a:cubicBezTo>
                <a:cubicBezTo>
                  <a:pt x="552352" y="873278"/>
                  <a:pt x="539148" y="852531"/>
                  <a:pt x="537891" y="849388"/>
                </a:cubicBezTo>
                <a:cubicBezTo>
                  <a:pt x="536634" y="846244"/>
                  <a:pt x="538520" y="833041"/>
                  <a:pt x="537891" y="830526"/>
                </a:cubicBezTo>
                <a:cubicBezTo>
                  <a:pt x="537262" y="828011"/>
                  <a:pt x="529089" y="816066"/>
                  <a:pt x="528460" y="811665"/>
                </a:cubicBezTo>
                <a:cubicBezTo>
                  <a:pt x="527832" y="807264"/>
                  <a:pt x="527832" y="769541"/>
                  <a:pt x="528460" y="764512"/>
                </a:cubicBezTo>
                <a:cubicBezTo>
                  <a:pt x="529089" y="759482"/>
                  <a:pt x="536005" y="741249"/>
                  <a:pt x="537891" y="736219"/>
                </a:cubicBezTo>
                <a:cubicBezTo>
                  <a:pt x="539777" y="731189"/>
                  <a:pt x="554238" y="694724"/>
                  <a:pt x="556753" y="689066"/>
                </a:cubicBezTo>
                <a:cubicBezTo>
                  <a:pt x="559267" y="683407"/>
                  <a:pt x="573099" y="655116"/>
                  <a:pt x="575614" y="651343"/>
                </a:cubicBezTo>
                <a:cubicBezTo>
                  <a:pt x="578129" y="647571"/>
                  <a:pt x="591960" y="635625"/>
                  <a:pt x="594475" y="632481"/>
                </a:cubicBezTo>
                <a:cubicBezTo>
                  <a:pt x="596990" y="629337"/>
                  <a:pt x="610193" y="607962"/>
                  <a:pt x="613337" y="604190"/>
                </a:cubicBezTo>
                <a:cubicBezTo>
                  <a:pt x="616480" y="600417"/>
                  <a:pt x="638485" y="579041"/>
                  <a:pt x="641629" y="575897"/>
                </a:cubicBezTo>
                <a:cubicBezTo>
                  <a:pt x="644772" y="572754"/>
                  <a:pt x="657347" y="559551"/>
                  <a:pt x="660490" y="557036"/>
                </a:cubicBezTo>
                <a:cubicBezTo>
                  <a:pt x="663634" y="554521"/>
                  <a:pt x="683124" y="541318"/>
                  <a:pt x="688782" y="538175"/>
                </a:cubicBezTo>
                <a:cubicBezTo>
                  <a:pt x="694441" y="535031"/>
                  <a:pt x="737193" y="514283"/>
                  <a:pt x="745366" y="509883"/>
                </a:cubicBezTo>
                <a:cubicBezTo>
                  <a:pt x="753540" y="505481"/>
                  <a:pt x="803208" y="475932"/>
                  <a:pt x="811381" y="472160"/>
                </a:cubicBezTo>
                <a:cubicBezTo>
                  <a:pt x="819554" y="468387"/>
                  <a:pt x="829614" y="454556"/>
                  <a:pt x="867965" y="453299"/>
                </a:cubicBezTo>
                <a:cubicBezTo>
                  <a:pt x="906317" y="452041"/>
                  <a:pt x="1348302" y="453927"/>
                  <a:pt x="1386653" y="453299"/>
                </a:cubicBezTo>
                <a:cubicBezTo>
                  <a:pt x="1425005" y="452670"/>
                  <a:pt x="1432550" y="444496"/>
                  <a:pt x="1443238" y="443868"/>
                </a:cubicBezTo>
                <a:cubicBezTo>
                  <a:pt x="1453926" y="443239"/>
                  <a:pt x="1538802" y="443239"/>
                  <a:pt x="1546975" y="443868"/>
                </a:cubicBezTo>
                <a:cubicBezTo>
                  <a:pt x="1555149" y="444496"/>
                  <a:pt x="1565208" y="451412"/>
                  <a:pt x="1565837" y="453299"/>
                </a:cubicBezTo>
                <a:cubicBezTo>
                  <a:pt x="1566465" y="455184"/>
                  <a:pt x="1555777" y="469645"/>
                  <a:pt x="1556406" y="472160"/>
                </a:cubicBezTo>
                <a:cubicBezTo>
                  <a:pt x="1557035" y="474675"/>
                  <a:pt x="1572753" y="489135"/>
                  <a:pt x="1575268" y="491021"/>
                </a:cubicBezTo>
                <a:cubicBezTo>
                  <a:pt x="1577782" y="492907"/>
                  <a:pt x="1588470" y="499194"/>
                  <a:pt x="1594129" y="500452"/>
                </a:cubicBezTo>
                <a:cubicBezTo>
                  <a:pt x="1599787" y="501709"/>
                  <a:pt x="1658886" y="509254"/>
                  <a:pt x="1660144" y="509883"/>
                </a:cubicBezTo>
                <a:cubicBezTo>
                  <a:pt x="1661401" y="510511"/>
                  <a:pt x="1618020" y="509254"/>
                  <a:pt x="1612990" y="509883"/>
                </a:cubicBezTo>
                <a:cubicBezTo>
                  <a:pt x="1607960" y="510511"/>
                  <a:pt x="1588470" y="518056"/>
                  <a:pt x="1584698" y="519313"/>
                </a:cubicBezTo>
                <a:cubicBezTo>
                  <a:pt x="1580926" y="520571"/>
                  <a:pt x="1560178" y="527486"/>
                  <a:pt x="1556406" y="528744"/>
                </a:cubicBezTo>
                <a:cubicBezTo>
                  <a:pt x="1552634" y="530001"/>
                  <a:pt x="1531886" y="536917"/>
                  <a:pt x="1528114" y="538175"/>
                </a:cubicBezTo>
                <a:cubicBezTo>
                  <a:pt x="1524342" y="539432"/>
                  <a:pt x="1504223" y="546977"/>
                  <a:pt x="1499822" y="547605"/>
                </a:cubicBezTo>
                <a:cubicBezTo>
                  <a:pt x="1495421" y="548234"/>
                  <a:pt x="1467129" y="546977"/>
                  <a:pt x="1462099" y="547605"/>
                </a:cubicBezTo>
                <a:cubicBezTo>
                  <a:pt x="1457069" y="548234"/>
                  <a:pt x="1433807" y="556407"/>
                  <a:pt x="1424376" y="557036"/>
                </a:cubicBezTo>
                <a:cubicBezTo>
                  <a:pt x="1414946" y="557665"/>
                  <a:pt x="1333213" y="556407"/>
                  <a:pt x="1320639" y="557036"/>
                </a:cubicBezTo>
                <a:cubicBezTo>
                  <a:pt x="1308065" y="557665"/>
                  <a:pt x="1255881" y="565838"/>
                  <a:pt x="1235762" y="566467"/>
                </a:cubicBezTo>
                <a:cubicBezTo>
                  <a:pt x="1215644" y="567095"/>
                  <a:pt x="1038975" y="567724"/>
                  <a:pt x="1018856" y="566467"/>
                </a:cubicBezTo>
                <a:cubicBezTo>
                  <a:pt x="998738" y="565209"/>
                  <a:pt x="947183" y="550120"/>
                  <a:pt x="933980" y="547605"/>
                </a:cubicBezTo>
                <a:cubicBezTo>
                  <a:pt x="920777" y="545090"/>
                  <a:pt x="834015" y="530630"/>
                  <a:pt x="820812" y="528744"/>
                </a:cubicBezTo>
                <a:cubicBezTo>
                  <a:pt x="807609" y="526858"/>
                  <a:pt x="745366" y="519942"/>
                  <a:pt x="735936" y="519313"/>
                </a:cubicBezTo>
                <a:cubicBezTo>
                  <a:pt x="726505" y="518685"/>
                  <a:pt x="688153" y="519942"/>
                  <a:pt x="679352" y="519313"/>
                </a:cubicBezTo>
                <a:cubicBezTo>
                  <a:pt x="670550" y="518685"/>
                  <a:pt x="614594" y="510511"/>
                  <a:pt x="603906" y="509883"/>
                </a:cubicBezTo>
                <a:cubicBezTo>
                  <a:pt x="593218" y="509254"/>
                  <a:pt x="530347" y="511140"/>
                  <a:pt x="519030" y="509883"/>
                </a:cubicBezTo>
                <a:cubicBezTo>
                  <a:pt x="507713" y="508625"/>
                  <a:pt x="447985" y="494793"/>
                  <a:pt x="434154" y="491021"/>
                </a:cubicBezTo>
                <a:cubicBezTo>
                  <a:pt x="420322" y="487249"/>
                  <a:pt x="325386" y="457071"/>
                  <a:pt x="311554" y="453299"/>
                </a:cubicBezTo>
                <a:cubicBezTo>
                  <a:pt x="297723" y="449526"/>
                  <a:pt x="236109" y="437581"/>
                  <a:pt x="226678" y="434437"/>
                </a:cubicBezTo>
                <a:cubicBezTo>
                  <a:pt x="217248" y="431294"/>
                  <a:pt x="177010" y="409289"/>
                  <a:pt x="170094" y="406145"/>
                </a:cubicBezTo>
                <a:cubicBezTo>
                  <a:pt x="163178" y="403002"/>
                  <a:pt x="127970" y="389170"/>
                  <a:pt x="122941" y="387284"/>
                </a:cubicBezTo>
                <a:cubicBezTo>
                  <a:pt x="117911" y="385397"/>
                  <a:pt x="98421" y="379111"/>
                  <a:pt x="94649" y="377853"/>
                </a:cubicBezTo>
                <a:cubicBezTo>
                  <a:pt x="90876" y="376596"/>
                  <a:pt x="69500" y="369679"/>
                  <a:pt x="66357" y="368422"/>
                </a:cubicBezTo>
                <a:cubicBezTo>
                  <a:pt x="63213" y="367165"/>
                  <a:pt x="50010" y="360249"/>
                  <a:pt x="47495" y="358992"/>
                </a:cubicBezTo>
                <a:cubicBezTo>
                  <a:pt x="44980" y="357734"/>
                  <a:pt x="30520" y="350818"/>
                  <a:pt x="28634" y="349561"/>
                </a:cubicBezTo>
                <a:cubicBezTo>
                  <a:pt x="26748" y="348303"/>
                  <a:pt x="20460" y="340758"/>
                  <a:pt x="19203" y="340130"/>
                </a:cubicBezTo>
                <a:cubicBezTo>
                  <a:pt x="17946" y="339501"/>
                  <a:pt x="11030" y="340758"/>
                  <a:pt x="9772" y="340130"/>
                </a:cubicBezTo>
                <a:cubicBezTo>
                  <a:pt x="8515" y="339501"/>
                  <a:pt x="970" y="335100"/>
                  <a:pt x="342" y="330699"/>
                </a:cubicBezTo>
                <a:cubicBezTo>
                  <a:pt x="-286" y="326298"/>
                  <a:pt x="-915" y="278516"/>
                  <a:pt x="342" y="274115"/>
                </a:cubicBezTo>
                <a:cubicBezTo>
                  <a:pt x="1599" y="269714"/>
                  <a:pt x="17946" y="266570"/>
                  <a:pt x="19203" y="264684"/>
                </a:cubicBezTo>
                <a:cubicBezTo>
                  <a:pt x="20460" y="262798"/>
                  <a:pt x="17946" y="247709"/>
                  <a:pt x="19203" y="245823"/>
                </a:cubicBezTo>
                <a:cubicBezTo>
                  <a:pt x="20460" y="243937"/>
                  <a:pt x="35549" y="237650"/>
                  <a:pt x="38064" y="236393"/>
                </a:cubicBezTo>
                <a:cubicBezTo>
                  <a:pt x="40579" y="235135"/>
                  <a:pt x="53154" y="229476"/>
                  <a:pt x="56926" y="226962"/>
                </a:cubicBezTo>
                <a:cubicBezTo>
                  <a:pt x="60698" y="224447"/>
                  <a:pt x="89619" y="202442"/>
                  <a:pt x="94649" y="198670"/>
                </a:cubicBezTo>
                <a:cubicBezTo>
                  <a:pt x="99678" y="194897"/>
                  <a:pt x="127970" y="172264"/>
                  <a:pt x="132371" y="170378"/>
                </a:cubicBezTo>
                <a:cubicBezTo>
                  <a:pt x="136772" y="168492"/>
                  <a:pt x="158149" y="171006"/>
                  <a:pt x="160663" y="170378"/>
                </a:cubicBezTo>
                <a:cubicBezTo>
                  <a:pt x="163178" y="169749"/>
                  <a:pt x="167579" y="162204"/>
                  <a:pt x="170094" y="160947"/>
                </a:cubicBezTo>
                <a:cubicBezTo>
                  <a:pt x="172609" y="159689"/>
                  <a:pt x="194614" y="152773"/>
                  <a:pt x="198386" y="151516"/>
                </a:cubicBezTo>
                <a:cubicBezTo>
                  <a:pt x="202159" y="150259"/>
                  <a:pt x="222906" y="143343"/>
                  <a:pt x="226678" y="142086"/>
                </a:cubicBezTo>
                <a:cubicBezTo>
                  <a:pt x="230451" y="140828"/>
                  <a:pt x="249312" y="133283"/>
                  <a:pt x="254970" y="132655"/>
                </a:cubicBezTo>
                <a:cubicBezTo>
                  <a:pt x="260629" y="132026"/>
                  <a:pt x="304639" y="133283"/>
                  <a:pt x="311554" y="132655"/>
                </a:cubicBezTo>
                <a:cubicBezTo>
                  <a:pt x="318470" y="132026"/>
                  <a:pt x="350535" y="123224"/>
                  <a:pt x="358708" y="123224"/>
                </a:cubicBezTo>
                <a:cubicBezTo>
                  <a:pt x="366881" y="123224"/>
                  <a:pt x="429753" y="132026"/>
                  <a:pt x="434154" y="132655"/>
                </a:cubicBezTo>
                <a:cubicBezTo>
                  <a:pt x="438555" y="133283"/>
                  <a:pt x="425980" y="133283"/>
                  <a:pt x="424723" y="132655"/>
                </a:cubicBezTo>
                <a:cubicBezTo>
                  <a:pt x="423465" y="132026"/>
                  <a:pt x="414663" y="123853"/>
                  <a:pt x="415292" y="123224"/>
                </a:cubicBezTo>
                <a:cubicBezTo>
                  <a:pt x="415921" y="122595"/>
                  <a:pt x="431010" y="123853"/>
                  <a:pt x="434154" y="123224"/>
                </a:cubicBezTo>
                <a:cubicBezTo>
                  <a:pt x="437297" y="122595"/>
                  <a:pt x="459302" y="115679"/>
                  <a:pt x="462446" y="113793"/>
                </a:cubicBezTo>
                <a:cubicBezTo>
                  <a:pt x="465589" y="111907"/>
                  <a:pt x="479421" y="96818"/>
                  <a:pt x="481307" y="94932"/>
                </a:cubicBezTo>
                <a:cubicBezTo>
                  <a:pt x="483193" y="93046"/>
                  <a:pt x="480050" y="86130"/>
                  <a:pt x="490738" y="85502"/>
                </a:cubicBezTo>
                <a:cubicBezTo>
                  <a:pt x="501426" y="84873"/>
                  <a:pt x="630941" y="84873"/>
                  <a:pt x="641629" y="85502"/>
                </a:cubicBezTo>
                <a:cubicBezTo>
                  <a:pt x="652317" y="86130"/>
                  <a:pt x="649802" y="93675"/>
                  <a:pt x="651059" y="94932"/>
                </a:cubicBezTo>
                <a:cubicBezTo>
                  <a:pt x="652317" y="96189"/>
                  <a:pt x="652317" y="103734"/>
                  <a:pt x="660490" y="104363"/>
                </a:cubicBezTo>
                <a:cubicBezTo>
                  <a:pt x="668663" y="104991"/>
                  <a:pt x="761713" y="103734"/>
                  <a:pt x="773659" y="104363"/>
                </a:cubicBezTo>
                <a:cubicBezTo>
                  <a:pt x="785604" y="104991"/>
                  <a:pt x="833386" y="112536"/>
                  <a:pt x="839673" y="113793"/>
                </a:cubicBezTo>
                <a:cubicBezTo>
                  <a:pt x="845960" y="115051"/>
                  <a:pt x="864193" y="122595"/>
                  <a:pt x="867965" y="123224"/>
                </a:cubicBezTo>
                <a:cubicBezTo>
                  <a:pt x="871738" y="123853"/>
                  <a:pt x="891856" y="122595"/>
                  <a:pt x="896257" y="123224"/>
                </a:cubicBezTo>
                <a:cubicBezTo>
                  <a:pt x="900658" y="123853"/>
                  <a:pt x="898143" y="132026"/>
                  <a:pt x="933980" y="132655"/>
                </a:cubicBezTo>
                <a:cubicBezTo>
                  <a:pt x="969817" y="133283"/>
                  <a:pt x="1396084" y="133283"/>
                  <a:pt x="1433807" y="132655"/>
                </a:cubicBezTo>
                <a:cubicBezTo>
                  <a:pt x="1471530" y="132026"/>
                  <a:pt x="1491649" y="124481"/>
                  <a:pt x="1499822" y="123224"/>
                </a:cubicBezTo>
                <a:cubicBezTo>
                  <a:pt x="1507995" y="121967"/>
                  <a:pt x="1547604" y="115051"/>
                  <a:pt x="1556406" y="113793"/>
                </a:cubicBezTo>
                <a:cubicBezTo>
                  <a:pt x="1565208" y="112536"/>
                  <a:pt x="1623678" y="104991"/>
                  <a:pt x="1631852" y="104363"/>
                </a:cubicBezTo>
                <a:cubicBezTo>
                  <a:pt x="1640025" y="103734"/>
                  <a:pt x="1672089" y="104991"/>
                  <a:pt x="1679005" y="104363"/>
                </a:cubicBezTo>
                <a:cubicBezTo>
                  <a:pt x="1685921" y="103734"/>
                  <a:pt x="1727416" y="95560"/>
                  <a:pt x="1735589" y="94932"/>
                </a:cubicBezTo>
                <a:cubicBezTo>
                  <a:pt x="1743762" y="94303"/>
                  <a:pt x="1794059" y="95560"/>
                  <a:pt x="1801604" y="94932"/>
                </a:cubicBezTo>
                <a:cubicBezTo>
                  <a:pt x="1809148" y="94303"/>
                  <a:pt x="1841213" y="87388"/>
                  <a:pt x="1848758" y="85502"/>
                </a:cubicBezTo>
                <a:cubicBezTo>
                  <a:pt x="1856302" y="83616"/>
                  <a:pt x="1904713" y="67897"/>
                  <a:pt x="1914772" y="66640"/>
                </a:cubicBezTo>
                <a:cubicBezTo>
                  <a:pt x="1924832" y="65382"/>
                  <a:pt x="1990218" y="67897"/>
                  <a:pt x="1999649" y="66640"/>
                </a:cubicBezTo>
                <a:cubicBezTo>
                  <a:pt x="2009079" y="65382"/>
                  <a:pt x="2049317" y="49036"/>
                  <a:pt x="2056233" y="47779"/>
                </a:cubicBezTo>
                <a:cubicBezTo>
                  <a:pt x="2063149" y="46521"/>
                  <a:pt x="2097728" y="48407"/>
                  <a:pt x="2103386" y="47779"/>
                </a:cubicBezTo>
                <a:cubicBezTo>
                  <a:pt x="2109045" y="47150"/>
                  <a:pt x="2136708" y="39605"/>
                  <a:pt x="2141109" y="38348"/>
                </a:cubicBezTo>
                <a:cubicBezTo>
                  <a:pt x="2145510" y="37091"/>
                  <a:pt x="2164371" y="29546"/>
                  <a:pt x="2169401" y="28917"/>
                </a:cubicBezTo>
                <a:cubicBezTo>
                  <a:pt x="2174431" y="28289"/>
                  <a:pt x="2210896" y="29546"/>
                  <a:pt x="2216555" y="28917"/>
                </a:cubicBezTo>
                <a:cubicBezTo>
                  <a:pt x="2222213" y="28289"/>
                  <a:pt x="2251134" y="20744"/>
                  <a:pt x="2254277" y="19487"/>
                </a:cubicBezTo>
                <a:cubicBezTo>
                  <a:pt x="2257421" y="18229"/>
                  <a:pt x="2262451" y="10056"/>
                  <a:pt x="2263708" y="10056"/>
                </a:cubicBezTo>
                <a:cubicBezTo>
                  <a:pt x="2264965" y="10056"/>
                  <a:pt x="2271882" y="18229"/>
                  <a:pt x="2273139" y="19487"/>
                </a:cubicBezTo>
                <a:cubicBezTo>
                  <a:pt x="2274396" y="20744"/>
                  <a:pt x="2281312" y="28917"/>
                  <a:pt x="2282570" y="28917"/>
                </a:cubicBezTo>
                <a:cubicBezTo>
                  <a:pt x="2283827" y="28917"/>
                  <a:pt x="2290743" y="20744"/>
                  <a:pt x="2292000" y="19487"/>
                </a:cubicBezTo>
                <a:cubicBezTo>
                  <a:pt x="2293258" y="18229"/>
                  <a:pt x="2301431" y="10684"/>
                  <a:pt x="2301431" y="10056"/>
                </a:cubicBezTo>
                <a:cubicBezTo>
                  <a:pt x="2301431" y="9427"/>
                  <a:pt x="2293258" y="9427"/>
                  <a:pt x="2292000" y="10056"/>
                </a:cubicBezTo>
                <a:cubicBezTo>
                  <a:pt x="2290743" y="10684"/>
                  <a:pt x="2283198" y="18229"/>
                  <a:pt x="2282570" y="19487"/>
                </a:cubicBezTo>
                <a:cubicBezTo>
                  <a:pt x="2281941" y="20744"/>
                  <a:pt x="2283198" y="27660"/>
                  <a:pt x="2282570" y="28917"/>
                </a:cubicBezTo>
                <a:cubicBezTo>
                  <a:pt x="2281941" y="30175"/>
                  <a:pt x="2273768" y="36462"/>
                  <a:pt x="2273139" y="38348"/>
                </a:cubicBezTo>
                <a:cubicBezTo>
                  <a:pt x="2272510" y="40234"/>
                  <a:pt x="2273768" y="55323"/>
                  <a:pt x="2273139" y="57209"/>
                </a:cubicBezTo>
                <a:cubicBezTo>
                  <a:pt x="2272510" y="59095"/>
                  <a:pt x="2264965" y="65382"/>
                  <a:pt x="2263708" y="66640"/>
                </a:cubicBezTo>
                <a:cubicBezTo>
                  <a:pt x="2262451" y="67897"/>
                  <a:pt x="2255535" y="74813"/>
                  <a:pt x="2254277" y="76071"/>
                </a:cubicBezTo>
                <a:cubicBezTo>
                  <a:pt x="2253020" y="77328"/>
                  <a:pt x="2246104" y="82987"/>
                  <a:pt x="2244847" y="85502"/>
                </a:cubicBezTo>
                <a:cubicBezTo>
                  <a:pt x="2243589" y="88016"/>
                  <a:pt x="2236673" y="111278"/>
                  <a:pt x="2235416" y="113793"/>
                </a:cubicBezTo>
                <a:cubicBezTo>
                  <a:pt x="2234159" y="116308"/>
                  <a:pt x="2227243" y="121338"/>
                  <a:pt x="2225986" y="123224"/>
                </a:cubicBezTo>
                <a:cubicBezTo>
                  <a:pt x="2224728" y="125110"/>
                  <a:pt x="2217812" y="140199"/>
                  <a:pt x="2216555" y="142086"/>
                </a:cubicBezTo>
                <a:cubicBezTo>
                  <a:pt x="2215297" y="143971"/>
                  <a:pt x="2207753" y="149001"/>
                  <a:pt x="2207124" y="151516"/>
                </a:cubicBezTo>
                <a:cubicBezTo>
                  <a:pt x="2206495" y="154031"/>
                  <a:pt x="2207753" y="176665"/>
                  <a:pt x="2207124" y="179808"/>
                </a:cubicBezTo>
                <a:cubicBezTo>
                  <a:pt x="2206495" y="182952"/>
                  <a:pt x="2198951" y="196155"/>
                  <a:pt x="2197693" y="198670"/>
                </a:cubicBezTo>
                <a:cubicBezTo>
                  <a:pt x="2196436" y="201184"/>
                  <a:pt x="2189520" y="215645"/>
                  <a:pt x="2188263" y="217531"/>
                </a:cubicBezTo>
                <a:cubicBezTo>
                  <a:pt x="2187005" y="219417"/>
                  <a:pt x="2180089" y="225076"/>
                  <a:pt x="2178832" y="226962"/>
                </a:cubicBezTo>
                <a:cubicBezTo>
                  <a:pt x="2177575" y="228848"/>
                  <a:pt x="2170030" y="242680"/>
                  <a:pt x="2169401" y="245823"/>
                </a:cubicBezTo>
                <a:cubicBezTo>
                  <a:pt x="2168772" y="248967"/>
                  <a:pt x="2170030" y="271600"/>
                  <a:pt x="2169401" y="274115"/>
                </a:cubicBezTo>
                <a:cubicBezTo>
                  <a:pt x="2168772" y="276630"/>
                  <a:pt x="2160599" y="282288"/>
                  <a:pt x="2159971" y="283546"/>
                </a:cubicBezTo>
                <a:cubicBezTo>
                  <a:pt x="2159342" y="284803"/>
                  <a:pt x="2160599" y="291719"/>
                  <a:pt x="2159971" y="292977"/>
                </a:cubicBezTo>
                <a:cubicBezTo>
                  <a:pt x="2159342" y="294234"/>
                  <a:pt x="2151168" y="301150"/>
                  <a:pt x="2150540" y="302407"/>
                </a:cubicBezTo>
                <a:cubicBezTo>
                  <a:pt x="2149911" y="303665"/>
                  <a:pt x="2151168" y="310581"/>
                  <a:pt x="2150540" y="311838"/>
                </a:cubicBezTo>
                <a:cubicBezTo>
                  <a:pt x="2149911" y="313095"/>
                  <a:pt x="2142367" y="320011"/>
                  <a:pt x="2141109" y="321269"/>
                </a:cubicBezTo>
                <a:cubicBezTo>
                  <a:pt x="2139852" y="322526"/>
                  <a:pt x="2131679" y="328813"/>
                  <a:pt x="2131679" y="330699"/>
                </a:cubicBezTo>
                <a:cubicBezTo>
                  <a:pt x="2131679" y="332585"/>
                  <a:pt x="2140481" y="347674"/>
                  <a:pt x="2141109" y="349561"/>
                </a:cubicBezTo>
                <a:cubicBezTo>
                  <a:pt x="2141738" y="351447"/>
                  <a:pt x="2142367" y="357734"/>
                  <a:pt x="2141109" y="358992"/>
                </a:cubicBezTo>
                <a:cubicBezTo>
                  <a:pt x="2139852" y="360249"/>
                  <a:pt x="2124134" y="366536"/>
                  <a:pt x="2122248" y="368422"/>
                </a:cubicBezTo>
                <a:cubicBezTo>
                  <a:pt x="2120362" y="370308"/>
                  <a:pt x="2113446" y="384769"/>
                  <a:pt x="2112817" y="387284"/>
                </a:cubicBezTo>
                <a:cubicBezTo>
                  <a:pt x="2112188" y="389798"/>
                  <a:pt x="2113446" y="404259"/>
                  <a:pt x="2112817" y="406145"/>
                </a:cubicBezTo>
                <a:cubicBezTo>
                  <a:pt x="2112188" y="408031"/>
                  <a:pt x="2104644" y="414318"/>
                  <a:pt x="2103386" y="415576"/>
                </a:cubicBezTo>
                <a:cubicBezTo>
                  <a:pt x="2102129" y="416833"/>
                  <a:pt x="2095213" y="423120"/>
                  <a:pt x="2093956" y="425006"/>
                </a:cubicBezTo>
                <a:cubicBezTo>
                  <a:pt x="2092698" y="426892"/>
                  <a:pt x="2085153" y="441981"/>
                  <a:pt x="2084525" y="443868"/>
                </a:cubicBezTo>
                <a:cubicBezTo>
                  <a:pt x="2083896" y="445754"/>
                  <a:pt x="2085153" y="451412"/>
                  <a:pt x="2084525" y="453299"/>
                </a:cubicBezTo>
                <a:cubicBezTo>
                  <a:pt x="2083896" y="455184"/>
                  <a:pt x="2075723" y="469645"/>
                  <a:pt x="2075094" y="472160"/>
                </a:cubicBezTo>
                <a:cubicBezTo>
                  <a:pt x="2074465" y="474675"/>
                  <a:pt x="2075723" y="489135"/>
                  <a:pt x="2075094" y="491021"/>
                </a:cubicBezTo>
                <a:cubicBezTo>
                  <a:pt x="2074465" y="492907"/>
                  <a:pt x="2066292" y="498566"/>
                  <a:pt x="2065664" y="500452"/>
                </a:cubicBezTo>
                <a:cubicBezTo>
                  <a:pt x="2065035" y="502338"/>
                  <a:pt x="2066292" y="517427"/>
                  <a:pt x="2065664" y="519313"/>
                </a:cubicBezTo>
                <a:cubicBezTo>
                  <a:pt x="2065035" y="521199"/>
                  <a:pt x="2056862" y="527486"/>
                  <a:pt x="2056233" y="528744"/>
                </a:cubicBezTo>
                <a:cubicBezTo>
                  <a:pt x="2055604" y="530001"/>
                  <a:pt x="2056862" y="536289"/>
                  <a:pt x="2056233" y="538175"/>
                </a:cubicBezTo>
                <a:cubicBezTo>
                  <a:pt x="2055604" y="540061"/>
                  <a:pt x="2048688" y="551377"/>
                  <a:pt x="2046802" y="557036"/>
                </a:cubicBezTo>
                <a:cubicBezTo>
                  <a:pt x="2044916" y="562694"/>
                  <a:pt x="2029827" y="617393"/>
                  <a:pt x="2027941" y="623051"/>
                </a:cubicBezTo>
                <a:cubicBezTo>
                  <a:pt x="2026055" y="628710"/>
                  <a:pt x="2019138" y="640026"/>
                  <a:pt x="2018510" y="641912"/>
                </a:cubicBezTo>
                <a:cubicBezTo>
                  <a:pt x="2017881" y="643798"/>
                  <a:pt x="2019138" y="648828"/>
                  <a:pt x="2018510" y="651343"/>
                </a:cubicBezTo>
                <a:cubicBezTo>
                  <a:pt x="2017881" y="653858"/>
                  <a:pt x="2009708" y="662660"/>
                  <a:pt x="2009079" y="679635"/>
                </a:cubicBezTo>
                <a:cubicBezTo>
                  <a:pt x="2008451" y="696610"/>
                  <a:pt x="2008451" y="888367"/>
                  <a:pt x="2009079" y="905971"/>
                </a:cubicBezTo>
                <a:cubicBezTo>
                  <a:pt x="2009708" y="923575"/>
                  <a:pt x="2017881" y="937407"/>
                  <a:pt x="2018510" y="943694"/>
                </a:cubicBezTo>
                <a:cubicBezTo>
                  <a:pt x="2019138" y="949981"/>
                  <a:pt x="2017881" y="995249"/>
                  <a:pt x="2018510" y="1000279"/>
                </a:cubicBezTo>
                <a:cubicBezTo>
                  <a:pt x="2019138" y="1005308"/>
                  <a:pt x="2027312" y="1012224"/>
                  <a:pt x="2027941" y="1019140"/>
                </a:cubicBezTo>
                <a:cubicBezTo>
                  <a:pt x="2028569" y="1026055"/>
                  <a:pt x="2029198" y="1097728"/>
                  <a:pt x="2027941" y="1104016"/>
                </a:cubicBezTo>
                <a:cubicBezTo>
                  <a:pt x="2026683" y="1110303"/>
                  <a:pt x="2010337" y="1112190"/>
                  <a:pt x="2009079" y="1113447"/>
                </a:cubicBezTo>
                <a:cubicBezTo>
                  <a:pt x="2007822" y="1114704"/>
                  <a:pt x="2010337" y="1121620"/>
                  <a:pt x="2009079" y="1122877"/>
                </a:cubicBezTo>
                <a:cubicBezTo>
                  <a:pt x="2007822" y="1124134"/>
                  <a:pt x="1992104" y="1131051"/>
                  <a:pt x="1990218" y="1132308"/>
                </a:cubicBezTo>
                <a:cubicBezTo>
                  <a:pt x="1988332" y="1133565"/>
                  <a:pt x="1982673" y="1140482"/>
                  <a:pt x="1980787" y="1141739"/>
                </a:cubicBezTo>
                <a:cubicBezTo>
                  <a:pt x="1978901" y="1142996"/>
                  <a:pt x="1964441" y="1149912"/>
                  <a:pt x="1961926" y="1151170"/>
                </a:cubicBezTo>
                <a:cubicBezTo>
                  <a:pt x="1959411" y="1152427"/>
                  <a:pt x="1946837" y="1159343"/>
                  <a:pt x="1943065" y="1160600"/>
                </a:cubicBezTo>
                <a:cubicBezTo>
                  <a:pt x="1939292" y="1161857"/>
                  <a:pt x="1908485" y="1169402"/>
                  <a:pt x="1905342" y="1170032"/>
                </a:cubicBezTo>
                <a:cubicBezTo>
                  <a:pt x="1902198" y="1170660"/>
                  <a:pt x="1899055" y="1168774"/>
                  <a:pt x="1895911" y="1170032"/>
                </a:cubicBezTo>
                <a:cubicBezTo>
                  <a:pt x="1892767" y="1171288"/>
                  <a:pt x="1861961" y="1187006"/>
                  <a:pt x="1858188" y="1188893"/>
                </a:cubicBezTo>
                <a:cubicBezTo>
                  <a:pt x="1854416" y="1190779"/>
                  <a:pt x="1843728" y="1197066"/>
                  <a:pt x="1839327" y="1198323"/>
                </a:cubicBezTo>
                <a:cubicBezTo>
                  <a:pt x="1834926" y="1199580"/>
                  <a:pt x="1797203" y="1207125"/>
                  <a:pt x="1792174" y="1207754"/>
                </a:cubicBezTo>
                <a:cubicBezTo>
                  <a:pt x="1787144" y="1208382"/>
                  <a:pt x="1767654" y="1206496"/>
                  <a:pt x="1763881" y="1207754"/>
                </a:cubicBezTo>
                <a:cubicBezTo>
                  <a:pt x="1760109" y="1209011"/>
                  <a:pt x="1738104" y="1225358"/>
                  <a:pt x="1735589" y="1226615"/>
                </a:cubicBezTo>
                <a:cubicBezTo>
                  <a:pt x="1733074" y="1227872"/>
                  <a:pt x="1728673" y="1225986"/>
                  <a:pt x="1726159" y="1226615"/>
                </a:cubicBezTo>
                <a:cubicBezTo>
                  <a:pt x="1723644" y="1227244"/>
                  <a:pt x="1701010" y="1235417"/>
                  <a:pt x="1697866" y="1236046"/>
                </a:cubicBezTo>
                <a:cubicBezTo>
                  <a:pt x="1694723" y="1236675"/>
                  <a:pt x="1681520" y="1235417"/>
                  <a:pt x="1679005" y="1236046"/>
                </a:cubicBezTo>
                <a:cubicBezTo>
                  <a:pt x="1676490" y="1236675"/>
                  <a:pt x="1662659" y="1244847"/>
                  <a:pt x="1660144" y="1245476"/>
                </a:cubicBezTo>
                <a:cubicBezTo>
                  <a:pt x="1657629" y="1246104"/>
                  <a:pt x="1643797" y="1244847"/>
                  <a:pt x="1641282" y="1245476"/>
                </a:cubicBezTo>
                <a:cubicBezTo>
                  <a:pt x="1638767" y="1246104"/>
                  <a:pt x="1625565" y="1253650"/>
                  <a:pt x="1622421" y="1254907"/>
                </a:cubicBezTo>
                <a:cubicBezTo>
                  <a:pt x="1619277" y="1256164"/>
                  <a:pt x="1597901" y="1263081"/>
                  <a:pt x="1594129" y="1264338"/>
                </a:cubicBezTo>
                <a:cubicBezTo>
                  <a:pt x="1590357" y="1265595"/>
                  <a:pt x="1569609" y="1272511"/>
                  <a:pt x="1565837" y="1273769"/>
                </a:cubicBezTo>
                <a:cubicBezTo>
                  <a:pt x="1562064" y="1275026"/>
                  <a:pt x="1540688" y="1282571"/>
                  <a:pt x="1537545" y="1283200"/>
                </a:cubicBezTo>
                <a:cubicBezTo>
                  <a:pt x="1534401" y="1283828"/>
                  <a:pt x="1521827" y="1282571"/>
                  <a:pt x="1518683" y="1283200"/>
                </a:cubicBezTo>
                <a:cubicBezTo>
                  <a:pt x="1515540" y="1283828"/>
                  <a:pt x="1493535" y="1292001"/>
                  <a:pt x="1490391" y="1292630"/>
                </a:cubicBezTo>
                <a:cubicBezTo>
                  <a:pt x="1487248" y="1293258"/>
                  <a:pt x="1474045" y="1292001"/>
                  <a:pt x="1471530" y="1292630"/>
                </a:cubicBezTo>
                <a:cubicBezTo>
                  <a:pt x="1469015" y="1293258"/>
                  <a:pt x="1458955" y="1301432"/>
                  <a:pt x="1452668" y="1302061"/>
                </a:cubicBezTo>
                <a:cubicBezTo>
                  <a:pt x="1446381" y="1302689"/>
                  <a:pt x="1386654" y="1301432"/>
                  <a:pt x="1377223" y="1302061"/>
                </a:cubicBezTo>
                <a:cubicBezTo>
                  <a:pt x="1367792" y="1302689"/>
                  <a:pt x="1332584" y="1310862"/>
                  <a:pt x="1311208" y="1311492"/>
                </a:cubicBezTo>
                <a:cubicBezTo>
                  <a:pt x="1289832" y="1312120"/>
                  <a:pt x="1077327" y="1310862"/>
                  <a:pt x="1056579" y="1311492"/>
                </a:cubicBezTo>
                <a:cubicBezTo>
                  <a:pt x="1035832" y="1312120"/>
                  <a:pt x="1008797" y="1320293"/>
                  <a:pt x="999995" y="1320922"/>
                </a:cubicBezTo>
                <a:cubicBezTo>
                  <a:pt x="991193" y="1321550"/>
                  <a:pt x="932723" y="1321550"/>
                  <a:pt x="924550" y="1320922"/>
                </a:cubicBezTo>
                <a:cubicBezTo>
                  <a:pt x="916376" y="1320293"/>
                  <a:pt x="882426" y="1312120"/>
                  <a:pt x="877396" y="1311492"/>
                </a:cubicBezTo>
                <a:cubicBezTo>
                  <a:pt x="872366" y="1310862"/>
                  <a:pt x="853505" y="1312120"/>
                  <a:pt x="849104" y="1311492"/>
                </a:cubicBezTo>
                <a:cubicBezTo>
                  <a:pt x="844703" y="1310862"/>
                  <a:pt x="815782" y="1303318"/>
                  <a:pt x="811381" y="1302061"/>
                </a:cubicBezTo>
                <a:cubicBezTo>
                  <a:pt x="806980" y="1300803"/>
                  <a:pt x="787490" y="1293258"/>
                  <a:pt x="783089" y="1292630"/>
                </a:cubicBezTo>
                <a:cubicBezTo>
                  <a:pt x="778688" y="1292001"/>
                  <a:pt x="748510" y="1293258"/>
                  <a:pt x="745366" y="1292630"/>
                </a:cubicBezTo>
                <a:cubicBezTo>
                  <a:pt x="742223" y="1292001"/>
                  <a:pt x="740337" y="1283828"/>
                  <a:pt x="735936" y="1283200"/>
                </a:cubicBezTo>
                <a:cubicBezTo>
                  <a:pt x="731535" y="1282571"/>
                  <a:pt x="685010" y="1283828"/>
                  <a:pt x="679352" y="1283200"/>
                </a:cubicBezTo>
                <a:cubicBezTo>
                  <a:pt x="673693" y="1282571"/>
                  <a:pt x="656089" y="1274397"/>
                  <a:pt x="651059" y="1273769"/>
                </a:cubicBezTo>
                <a:cubicBezTo>
                  <a:pt x="646030" y="1273140"/>
                  <a:pt x="607678" y="1274397"/>
                  <a:pt x="603906" y="1273769"/>
                </a:cubicBezTo>
                <a:cubicBezTo>
                  <a:pt x="600134" y="1273140"/>
                  <a:pt x="596361" y="1264966"/>
                  <a:pt x="594475" y="1264338"/>
                </a:cubicBezTo>
                <a:cubicBezTo>
                  <a:pt x="592589" y="1263709"/>
                  <a:pt x="577500" y="1264966"/>
                  <a:pt x="575614" y="1264338"/>
                </a:cubicBezTo>
                <a:cubicBezTo>
                  <a:pt x="573728" y="1263709"/>
                  <a:pt x="567441" y="1255536"/>
                  <a:pt x="566183" y="1254907"/>
                </a:cubicBezTo>
                <a:cubicBezTo>
                  <a:pt x="564926" y="1254278"/>
                  <a:pt x="558639" y="1255536"/>
                  <a:pt x="556753" y="1254907"/>
                </a:cubicBezTo>
                <a:cubicBezTo>
                  <a:pt x="554866" y="1254278"/>
                  <a:pt x="539777" y="1246104"/>
                  <a:pt x="537891" y="1245476"/>
                </a:cubicBezTo>
                <a:cubicBezTo>
                  <a:pt x="536005" y="1244847"/>
                  <a:pt x="529718" y="1246104"/>
                  <a:pt x="528460" y="1245476"/>
                </a:cubicBezTo>
                <a:cubicBezTo>
                  <a:pt x="527203" y="1244847"/>
                  <a:pt x="519658" y="1237303"/>
                  <a:pt x="519030" y="1236046"/>
                </a:cubicBezTo>
                <a:cubicBezTo>
                  <a:pt x="518401" y="1234789"/>
                  <a:pt x="520287" y="1227872"/>
                  <a:pt x="519030" y="1226615"/>
                </a:cubicBezTo>
                <a:cubicBezTo>
                  <a:pt x="517772" y="1225358"/>
                  <a:pt x="502055" y="1217812"/>
                  <a:pt x="500168" y="1217184"/>
                </a:cubicBezTo>
                <a:cubicBezTo>
                  <a:pt x="498282" y="1216555"/>
                  <a:pt x="491995" y="1218441"/>
                  <a:pt x="490738" y="1217184"/>
                </a:cubicBezTo>
                <a:cubicBezTo>
                  <a:pt x="489480" y="1215926"/>
                  <a:pt x="483193" y="1199580"/>
                  <a:pt x="481307" y="1198323"/>
                </a:cubicBezTo>
                <a:cubicBezTo>
                  <a:pt x="479421" y="1197066"/>
                  <a:pt x="464332" y="1198952"/>
                  <a:pt x="462446" y="1198323"/>
                </a:cubicBezTo>
                <a:cubicBezTo>
                  <a:pt x="460559" y="1197694"/>
                  <a:pt x="454272" y="1190149"/>
                  <a:pt x="453015" y="1188893"/>
                </a:cubicBezTo>
                <a:cubicBezTo>
                  <a:pt x="451757" y="1187635"/>
                  <a:pt x="445470" y="1180719"/>
                  <a:pt x="443584" y="1179462"/>
                </a:cubicBezTo>
                <a:cubicBezTo>
                  <a:pt x="441698" y="1178204"/>
                  <a:pt x="426609" y="1170032"/>
                  <a:pt x="424723" y="1170032"/>
                </a:cubicBezTo>
                <a:cubicBezTo>
                  <a:pt x="422837" y="1170032"/>
                  <a:pt x="417807" y="1178833"/>
                  <a:pt x="415292" y="1179462"/>
                </a:cubicBezTo>
                <a:cubicBezTo>
                  <a:pt x="412777" y="1180090"/>
                  <a:pt x="389515" y="1180090"/>
                  <a:pt x="387000" y="1179462"/>
                </a:cubicBezTo>
                <a:cubicBezTo>
                  <a:pt x="384485" y="1178833"/>
                  <a:pt x="378827" y="1171917"/>
                  <a:pt x="377569" y="1170032"/>
                </a:cubicBezTo>
                <a:cubicBezTo>
                  <a:pt x="376312" y="1168145"/>
                  <a:pt x="370025" y="1152427"/>
                  <a:pt x="368139" y="1151170"/>
                </a:cubicBezTo>
                <a:cubicBezTo>
                  <a:pt x="366253" y="1149912"/>
                  <a:pt x="351163" y="1151798"/>
                  <a:pt x="349277" y="1151170"/>
                </a:cubicBezTo>
                <a:cubicBezTo>
                  <a:pt x="347391" y="1150541"/>
                  <a:pt x="341733" y="1142996"/>
                  <a:pt x="339847" y="1141739"/>
                </a:cubicBezTo>
                <a:cubicBezTo>
                  <a:pt x="337960" y="1140482"/>
                  <a:pt x="323500" y="1134194"/>
                  <a:pt x="320985" y="1132308"/>
                </a:cubicBezTo>
                <a:cubicBezTo>
                  <a:pt x="318470" y="1130422"/>
                  <a:pt x="304010" y="1115962"/>
                  <a:pt x="302124" y="1113447"/>
                </a:cubicBezTo>
                <a:cubicBezTo>
                  <a:pt x="300238" y="1110932"/>
                  <a:pt x="294579" y="1095842"/>
                  <a:pt x="292693" y="1094586"/>
                </a:cubicBezTo>
                <a:cubicBezTo>
                  <a:pt x="290807" y="1093328"/>
                  <a:pt x="275718" y="1095842"/>
                  <a:pt x="273832" y="1094586"/>
                </a:cubicBezTo>
                <a:cubicBezTo>
                  <a:pt x="271946" y="1093328"/>
                  <a:pt x="265659" y="1077610"/>
                  <a:pt x="264401" y="1075724"/>
                </a:cubicBezTo>
                <a:cubicBezTo>
                  <a:pt x="263144" y="1073837"/>
                  <a:pt x="256856" y="1068808"/>
                  <a:pt x="254970" y="1066294"/>
                </a:cubicBezTo>
                <a:cubicBezTo>
                  <a:pt x="253084" y="1063779"/>
                  <a:pt x="237995" y="1040516"/>
                  <a:pt x="236109" y="1038001"/>
                </a:cubicBezTo>
                <a:cubicBezTo>
                  <a:pt x="234223" y="1035486"/>
                  <a:pt x="227307" y="1031713"/>
                  <a:pt x="226678" y="1028570"/>
                </a:cubicBezTo>
                <a:cubicBezTo>
                  <a:pt x="226050" y="1025426"/>
                  <a:pt x="227936" y="995249"/>
                  <a:pt x="226678" y="990848"/>
                </a:cubicBezTo>
                <a:cubicBezTo>
                  <a:pt x="225421" y="986446"/>
                  <a:pt x="210332" y="965699"/>
                  <a:pt x="207817" y="962556"/>
                </a:cubicBezTo>
                <a:cubicBezTo>
                  <a:pt x="205302" y="959412"/>
                  <a:pt x="190213" y="946209"/>
                  <a:pt x="188956" y="943694"/>
                </a:cubicBezTo>
                <a:cubicBezTo>
                  <a:pt x="187698" y="941179"/>
                  <a:pt x="189584" y="926719"/>
                  <a:pt x="188956" y="924833"/>
                </a:cubicBezTo>
                <a:cubicBezTo>
                  <a:pt x="188327" y="922947"/>
                  <a:pt x="179525" y="917288"/>
                  <a:pt x="179525" y="915402"/>
                </a:cubicBezTo>
                <a:cubicBezTo>
                  <a:pt x="179525" y="913516"/>
                  <a:pt x="187698" y="898427"/>
                  <a:pt x="188956" y="896541"/>
                </a:cubicBezTo>
                <a:cubicBezTo>
                  <a:pt x="190213" y="894655"/>
                  <a:pt x="199015" y="888367"/>
                  <a:pt x="198386" y="887110"/>
                </a:cubicBezTo>
                <a:cubicBezTo>
                  <a:pt x="197758" y="885853"/>
                  <a:pt x="181411" y="878937"/>
                  <a:pt x="179525" y="877680"/>
                </a:cubicBezTo>
                <a:cubicBezTo>
                  <a:pt x="177639" y="876422"/>
                  <a:pt x="170094" y="873907"/>
                  <a:pt x="170094" y="868249"/>
                </a:cubicBezTo>
                <a:cubicBezTo>
                  <a:pt x="170094" y="862590"/>
                  <a:pt x="178267" y="798462"/>
                  <a:pt x="179525" y="792803"/>
                </a:cubicBezTo>
                <a:cubicBezTo>
                  <a:pt x="180782" y="787145"/>
                  <a:pt x="188327" y="789031"/>
                  <a:pt x="188956" y="783373"/>
                </a:cubicBezTo>
                <a:cubicBezTo>
                  <a:pt x="189584" y="777714"/>
                  <a:pt x="188327" y="714843"/>
                  <a:pt x="188956" y="707927"/>
                </a:cubicBezTo>
                <a:cubicBezTo>
                  <a:pt x="189584" y="701012"/>
                  <a:pt x="197758" y="684036"/>
                  <a:pt x="198386" y="679635"/>
                </a:cubicBezTo>
                <a:cubicBezTo>
                  <a:pt x="199015" y="675234"/>
                  <a:pt x="197758" y="645684"/>
                  <a:pt x="198386" y="641912"/>
                </a:cubicBezTo>
                <a:cubicBezTo>
                  <a:pt x="199015" y="638140"/>
                  <a:pt x="206559" y="625566"/>
                  <a:pt x="207817" y="623051"/>
                </a:cubicBezTo>
                <a:cubicBezTo>
                  <a:pt x="209074" y="620536"/>
                  <a:pt x="216619" y="606704"/>
                  <a:pt x="217248" y="604190"/>
                </a:cubicBezTo>
                <a:cubicBezTo>
                  <a:pt x="217876" y="601675"/>
                  <a:pt x="215990" y="588471"/>
                  <a:pt x="217248" y="585328"/>
                </a:cubicBezTo>
                <a:cubicBezTo>
                  <a:pt x="218505" y="582184"/>
                  <a:pt x="234223" y="560180"/>
                  <a:pt x="236109" y="557036"/>
                </a:cubicBezTo>
                <a:cubicBezTo>
                  <a:pt x="237995" y="553892"/>
                  <a:pt x="244282" y="540689"/>
                  <a:pt x="245540" y="538175"/>
                </a:cubicBezTo>
                <a:cubicBezTo>
                  <a:pt x="246797" y="535660"/>
                  <a:pt x="254342" y="521199"/>
                  <a:pt x="254970" y="519313"/>
                </a:cubicBezTo>
                <a:cubicBezTo>
                  <a:pt x="255599" y="517427"/>
                  <a:pt x="254342" y="511769"/>
                  <a:pt x="254970" y="509883"/>
                </a:cubicBezTo>
                <a:cubicBezTo>
                  <a:pt x="255599" y="507996"/>
                  <a:pt x="263144" y="492907"/>
                  <a:pt x="264401" y="491021"/>
                </a:cubicBezTo>
                <a:cubicBezTo>
                  <a:pt x="265659" y="489135"/>
                  <a:pt x="273203" y="482847"/>
                  <a:pt x="273832" y="481590"/>
                </a:cubicBezTo>
                <a:cubicBezTo>
                  <a:pt x="274461" y="480333"/>
                  <a:pt x="272574" y="474046"/>
                  <a:pt x="273832" y="472160"/>
                </a:cubicBezTo>
                <a:cubicBezTo>
                  <a:pt x="275089" y="470274"/>
                  <a:pt x="290178" y="455813"/>
                  <a:pt x="292693" y="453299"/>
                </a:cubicBezTo>
                <a:cubicBezTo>
                  <a:pt x="295208" y="450784"/>
                  <a:pt x="309668" y="436952"/>
                  <a:pt x="311554" y="434437"/>
                </a:cubicBezTo>
                <a:cubicBezTo>
                  <a:pt x="313441" y="431923"/>
                  <a:pt x="319728" y="417461"/>
                  <a:pt x="320985" y="415576"/>
                </a:cubicBezTo>
                <a:cubicBezTo>
                  <a:pt x="322243" y="413689"/>
                  <a:pt x="329158" y="407402"/>
                  <a:pt x="330416" y="406145"/>
                </a:cubicBezTo>
                <a:cubicBezTo>
                  <a:pt x="331673" y="404888"/>
                  <a:pt x="339218" y="398600"/>
                  <a:pt x="339847" y="396714"/>
                </a:cubicBezTo>
                <a:cubicBezTo>
                  <a:pt x="340475" y="394828"/>
                  <a:pt x="338589" y="379739"/>
                  <a:pt x="339847" y="377853"/>
                </a:cubicBezTo>
                <a:cubicBezTo>
                  <a:pt x="341104" y="375967"/>
                  <a:pt x="356822" y="369679"/>
                  <a:pt x="358708" y="368422"/>
                </a:cubicBezTo>
                <a:cubicBezTo>
                  <a:pt x="360594" y="367165"/>
                  <a:pt x="366881" y="360878"/>
                  <a:pt x="368139" y="358992"/>
                </a:cubicBezTo>
                <a:cubicBezTo>
                  <a:pt x="369396" y="357106"/>
                  <a:pt x="376312" y="342016"/>
                  <a:pt x="377569" y="340130"/>
                </a:cubicBezTo>
                <a:cubicBezTo>
                  <a:pt x="378827" y="338244"/>
                  <a:pt x="384485" y="332585"/>
                  <a:pt x="387000" y="330699"/>
                </a:cubicBezTo>
                <a:cubicBezTo>
                  <a:pt x="389515" y="328813"/>
                  <a:pt x="412777" y="313724"/>
                  <a:pt x="415292" y="311838"/>
                </a:cubicBezTo>
                <a:cubicBezTo>
                  <a:pt x="417807" y="309952"/>
                  <a:pt x="423465" y="302407"/>
                  <a:pt x="424723" y="302407"/>
                </a:cubicBezTo>
                <a:cubicBezTo>
                  <a:pt x="425980" y="302407"/>
                  <a:pt x="432896" y="311209"/>
                  <a:pt x="434154" y="311838"/>
                </a:cubicBezTo>
                <a:cubicBezTo>
                  <a:pt x="435411" y="312466"/>
                  <a:pt x="441698" y="312466"/>
                  <a:pt x="443584" y="311838"/>
                </a:cubicBezTo>
                <a:cubicBezTo>
                  <a:pt x="445470" y="311209"/>
                  <a:pt x="459931" y="304293"/>
                  <a:pt x="462446" y="302407"/>
                </a:cubicBezTo>
                <a:cubicBezTo>
                  <a:pt x="464960" y="300521"/>
                  <a:pt x="479421" y="286060"/>
                  <a:pt x="481307" y="283546"/>
                </a:cubicBezTo>
                <a:cubicBezTo>
                  <a:pt x="483193" y="281031"/>
                  <a:pt x="489480" y="266570"/>
                  <a:pt x="490738" y="264684"/>
                </a:cubicBezTo>
                <a:cubicBezTo>
                  <a:pt x="491995" y="262798"/>
                  <a:pt x="498282" y="255882"/>
                  <a:pt x="500168" y="255254"/>
                </a:cubicBezTo>
                <a:cubicBezTo>
                  <a:pt x="502055" y="254625"/>
                  <a:pt x="517144" y="255882"/>
                  <a:pt x="519030" y="255254"/>
                </a:cubicBezTo>
                <a:cubicBezTo>
                  <a:pt x="520916" y="254625"/>
                  <a:pt x="527203" y="247081"/>
                  <a:pt x="528460" y="245823"/>
                </a:cubicBezTo>
                <a:cubicBezTo>
                  <a:pt x="529718" y="244566"/>
                  <a:pt x="536005" y="237650"/>
                  <a:pt x="537891" y="236393"/>
                </a:cubicBezTo>
                <a:cubicBezTo>
                  <a:pt x="539777" y="235135"/>
                  <a:pt x="554238" y="228219"/>
                  <a:pt x="556753" y="226962"/>
                </a:cubicBezTo>
                <a:cubicBezTo>
                  <a:pt x="559267" y="225704"/>
                  <a:pt x="573099" y="218159"/>
                  <a:pt x="575614" y="217531"/>
                </a:cubicBezTo>
                <a:cubicBezTo>
                  <a:pt x="578129" y="216902"/>
                  <a:pt x="592589" y="218159"/>
                  <a:pt x="594475" y="217531"/>
                </a:cubicBezTo>
                <a:cubicBezTo>
                  <a:pt x="596361" y="216902"/>
                  <a:pt x="602649" y="208729"/>
                  <a:pt x="603906" y="208100"/>
                </a:cubicBezTo>
                <a:cubicBezTo>
                  <a:pt x="605163" y="207472"/>
                  <a:pt x="611450" y="209358"/>
                  <a:pt x="613337" y="208100"/>
                </a:cubicBezTo>
                <a:cubicBezTo>
                  <a:pt x="615223" y="206843"/>
                  <a:pt x="630312" y="190496"/>
                  <a:pt x="632198" y="189239"/>
                </a:cubicBezTo>
                <a:cubicBezTo>
                  <a:pt x="634084" y="187982"/>
                  <a:pt x="639743" y="189868"/>
                  <a:pt x="641629" y="189239"/>
                </a:cubicBezTo>
                <a:cubicBezTo>
                  <a:pt x="643515" y="188610"/>
                  <a:pt x="658604" y="180437"/>
                  <a:pt x="660490" y="179808"/>
                </a:cubicBezTo>
                <a:cubicBezTo>
                  <a:pt x="662376" y="179180"/>
                  <a:pt x="667406" y="180437"/>
                  <a:pt x="669921" y="179808"/>
                </a:cubicBezTo>
                <a:cubicBezTo>
                  <a:pt x="672436" y="179180"/>
                  <a:pt x="695698" y="171635"/>
                  <a:pt x="698213" y="170378"/>
                </a:cubicBezTo>
                <a:cubicBezTo>
                  <a:pt x="700728" y="169120"/>
                  <a:pt x="703871" y="162204"/>
                  <a:pt x="707644" y="160947"/>
                </a:cubicBezTo>
                <a:cubicBezTo>
                  <a:pt x="711416" y="159689"/>
                  <a:pt x="751025" y="152145"/>
                  <a:pt x="754797" y="151516"/>
                </a:cubicBezTo>
                <a:cubicBezTo>
                  <a:pt x="758569" y="150887"/>
                  <a:pt x="762970" y="152773"/>
                  <a:pt x="764228" y="151516"/>
                </a:cubicBezTo>
                <a:cubicBezTo>
                  <a:pt x="765485" y="150259"/>
                  <a:pt x="771772" y="133912"/>
                  <a:pt x="773659" y="132655"/>
                </a:cubicBezTo>
                <a:cubicBezTo>
                  <a:pt x="775545" y="131397"/>
                  <a:pt x="790634" y="133283"/>
                  <a:pt x="792520" y="132655"/>
                </a:cubicBezTo>
                <a:cubicBezTo>
                  <a:pt x="794406" y="132026"/>
                  <a:pt x="800064" y="123853"/>
                  <a:pt x="801951" y="123224"/>
                </a:cubicBezTo>
                <a:cubicBezTo>
                  <a:pt x="803837" y="122595"/>
                  <a:pt x="818297" y="123853"/>
                  <a:pt x="820812" y="123224"/>
                </a:cubicBezTo>
                <a:cubicBezTo>
                  <a:pt x="823327" y="122595"/>
                  <a:pt x="836530" y="115051"/>
                  <a:pt x="839673" y="113793"/>
                </a:cubicBezTo>
                <a:cubicBezTo>
                  <a:pt x="842817" y="112536"/>
                  <a:pt x="864193" y="106249"/>
                  <a:pt x="867965" y="104363"/>
                </a:cubicBezTo>
                <a:cubicBezTo>
                  <a:pt x="871738" y="102477"/>
                  <a:pt x="893114" y="88016"/>
                  <a:pt x="896257" y="85502"/>
                </a:cubicBezTo>
                <a:cubicBezTo>
                  <a:pt x="899401" y="82987"/>
                  <a:pt x="912604" y="67897"/>
                  <a:pt x="915119" y="66640"/>
                </a:cubicBezTo>
                <a:cubicBezTo>
                  <a:pt x="917634" y="65382"/>
                  <a:pt x="931465" y="67268"/>
                  <a:pt x="933980" y="66640"/>
                </a:cubicBezTo>
                <a:cubicBezTo>
                  <a:pt x="936495" y="66011"/>
                  <a:pt x="950327" y="58467"/>
                  <a:pt x="952842" y="57209"/>
                </a:cubicBezTo>
                <a:cubicBezTo>
                  <a:pt x="955357" y="55952"/>
                  <a:pt x="968560" y="49036"/>
                  <a:pt x="971703" y="47779"/>
                </a:cubicBezTo>
                <a:cubicBezTo>
                  <a:pt x="974847" y="46521"/>
                  <a:pt x="996852" y="39605"/>
                  <a:pt x="999995" y="38348"/>
                </a:cubicBezTo>
                <a:cubicBezTo>
                  <a:pt x="1003139" y="37091"/>
                  <a:pt x="1016341" y="30175"/>
                  <a:pt x="1018856" y="28917"/>
                </a:cubicBezTo>
                <a:cubicBezTo>
                  <a:pt x="1021371" y="27660"/>
                  <a:pt x="1034574" y="20115"/>
                  <a:pt x="1037718" y="19487"/>
                </a:cubicBezTo>
                <a:cubicBezTo>
                  <a:pt x="1040862" y="18858"/>
                  <a:pt x="1062238" y="20744"/>
                  <a:pt x="1066010" y="19487"/>
                </a:cubicBezTo>
                <a:cubicBezTo>
                  <a:pt x="1069782" y="18229"/>
                  <a:pt x="1089272" y="1882"/>
                  <a:pt x="1094302" y="625"/>
                </a:cubicBezTo>
                <a:cubicBezTo>
                  <a:pt x="1099332" y="-632"/>
                  <a:pt x="1135797" y="-3"/>
                  <a:pt x="1141456" y="625"/>
                </a:cubicBezTo>
                <a:cubicBezTo>
                  <a:pt x="1147114" y="1253"/>
                  <a:pt x="1175406" y="8798"/>
                  <a:pt x="1179178" y="10056"/>
                </a:cubicBezTo>
                <a:cubicBezTo>
                  <a:pt x="1182951" y="11313"/>
                  <a:pt x="1194267" y="18858"/>
                  <a:pt x="1198040" y="19487"/>
                </a:cubicBezTo>
                <a:cubicBezTo>
                  <a:pt x="1201812" y="20115"/>
                  <a:pt x="1231361" y="18858"/>
                  <a:pt x="1235762" y="19487"/>
                </a:cubicBezTo>
                <a:cubicBezTo>
                  <a:pt x="1240163" y="20115"/>
                  <a:pt x="1259654" y="28289"/>
                  <a:pt x="1264055" y="28917"/>
                </a:cubicBezTo>
                <a:cubicBezTo>
                  <a:pt x="1268455" y="29546"/>
                  <a:pt x="1296119" y="28289"/>
                  <a:pt x="1301777" y="28917"/>
                </a:cubicBezTo>
                <a:cubicBezTo>
                  <a:pt x="1307436" y="29546"/>
                  <a:pt x="1343272" y="37091"/>
                  <a:pt x="1348931" y="38348"/>
                </a:cubicBezTo>
                <a:cubicBezTo>
                  <a:pt x="1354589" y="39605"/>
                  <a:pt x="1382881" y="46521"/>
                  <a:pt x="1386653" y="47779"/>
                </a:cubicBezTo>
                <a:cubicBezTo>
                  <a:pt x="1390426" y="49036"/>
                  <a:pt x="1403000" y="57209"/>
                  <a:pt x="1405515" y="57209"/>
                </a:cubicBezTo>
                <a:cubicBezTo>
                  <a:pt x="1408030" y="57209"/>
                  <a:pt x="1419975" y="48407"/>
                  <a:pt x="1424376" y="47779"/>
                </a:cubicBezTo>
                <a:cubicBezTo>
                  <a:pt x="1428777" y="47150"/>
                  <a:pt x="1467129" y="47150"/>
                  <a:pt x="1471530" y="47779"/>
                </a:cubicBezTo>
                <a:cubicBezTo>
                  <a:pt x="1475931" y="48407"/>
                  <a:pt x="1487248" y="55952"/>
                  <a:pt x="1490391" y="57209"/>
                </a:cubicBezTo>
                <a:cubicBezTo>
                  <a:pt x="1493535" y="58467"/>
                  <a:pt x="1514911" y="64754"/>
                  <a:pt x="1518683" y="66640"/>
                </a:cubicBezTo>
                <a:cubicBezTo>
                  <a:pt x="1522455" y="68526"/>
                  <a:pt x="1542574" y="83616"/>
                  <a:pt x="1546975" y="85502"/>
                </a:cubicBezTo>
                <a:cubicBezTo>
                  <a:pt x="1551376" y="87388"/>
                  <a:pt x="1580297" y="93675"/>
                  <a:pt x="1584698" y="94932"/>
                </a:cubicBezTo>
                <a:cubicBezTo>
                  <a:pt x="1589099" y="96189"/>
                  <a:pt x="1609847" y="103105"/>
                  <a:pt x="1612990" y="104363"/>
                </a:cubicBezTo>
                <a:cubicBezTo>
                  <a:pt x="1616134" y="105620"/>
                  <a:pt x="1629337" y="112536"/>
                  <a:pt x="1631852" y="113793"/>
                </a:cubicBezTo>
                <a:cubicBezTo>
                  <a:pt x="1634366" y="115051"/>
                  <a:pt x="1648198" y="121967"/>
                  <a:pt x="1650713" y="123224"/>
                </a:cubicBezTo>
                <a:cubicBezTo>
                  <a:pt x="1653228" y="124481"/>
                  <a:pt x="1666431" y="130769"/>
                  <a:pt x="1669574" y="132655"/>
                </a:cubicBezTo>
                <a:cubicBezTo>
                  <a:pt x="1672718" y="134541"/>
                  <a:pt x="1695352" y="149630"/>
                  <a:pt x="1697866" y="151516"/>
                </a:cubicBezTo>
                <a:cubicBezTo>
                  <a:pt x="1700381" y="153402"/>
                  <a:pt x="1705411" y="159689"/>
                  <a:pt x="1707297" y="160947"/>
                </a:cubicBezTo>
                <a:cubicBezTo>
                  <a:pt x="1709183" y="162204"/>
                  <a:pt x="1723644" y="168492"/>
                  <a:pt x="1726159" y="170378"/>
                </a:cubicBezTo>
                <a:cubicBezTo>
                  <a:pt x="1728673" y="172264"/>
                  <a:pt x="1741876" y="186724"/>
                  <a:pt x="1745020" y="189239"/>
                </a:cubicBezTo>
                <a:cubicBezTo>
                  <a:pt x="1748164" y="191754"/>
                  <a:pt x="1771426" y="205585"/>
                  <a:pt x="1773312" y="208100"/>
                </a:cubicBezTo>
                <a:cubicBezTo>
                  <a:pt x="1775198" y="210615"/>
                  <a:pt x="1772055" y="225076"/>
                  <a:pt x="1773312" y="226962"/>
                </a:cubicBezTo>
                <a:cubicBezTo>
                  <a:pt x="1774570" y="228848"/>
                  <a:pt x="1790287" y="233878"/>
                  <a:pt x="1792174" y="236393"/>
                </a:cubicBezTo>
                <a:cubicBezTo>
                  <a:pt x="1794060" y="238907"/>
                  <a:pt x="1800975" y="262169"/>
                  <a:pt x="1801604" y="264684"/>
                </a:cubicBezTo>
                <a:cubicBezTo>
                  <a:pt x="1802233" y="267199"/>
                  <a:pt x="1800975" y="271600"/>
                  <a:pt x="1801604" y="274115"/>
                </a:cubicBezTo>
                <a:cubicBezTo>
                  <a:pt x="1802233" y="276630"/>
                  <a:pt x="1809149" y="298635"/>
                  <a:pt x="1811035" y="302407"/>
                </a:cubicBezTo>
                <a:cubicBezTo>
                  <a:pt x="1812921" y="306180"/>
                  <a:pt x="1828639" y="328184"/>
                  <a:pt x="1829896" y="330699"/>
                </a:cubicBezTo>
                <a:cubicBezTo>
                  <a:pt x="1831154" y="333214"/>
                  <a:pt x="1829267" y="336357"/>
                  <a:pt x="1829896" y="340130"/>
                </a:cubicBezTo>
                <a:cubicBezTo>
                  <a:pt x="1830525" y="343902"/>
                  <a:pt x="1838698" y="382254"/>
                  <a:pt x="1839327" y="387284"/>
                </a:cubicBezTo>
                <a:cubicBezTo>
                  <a:pt x="1839956" y="392313"/>
                  <a:pt x="1838698" y="412432"/>
                  <a:pt x="1839327" y="415576"/>
                </a:cubicBezTo>
                <a:cubicBezTo>
                  <a:pt x="1839956" y="418719"/>
                  <a:pt x="1848129" y="423120"/>
                  <a:pt x="1848758" y="434437"/>
                </a:cubicBezTo>
                <a:cubicBezTo>
                  <a:pt x="1849386" y="445754"/>
                  <a:pt x="1849386" y="573382"/>
                  <a:pt x="1848758" y="585328"/>
                </a:cubicBezTo>
                <a:cubicBezTo>
                  <a:pt x="1848129" y="597273"/>
                  <a:pt x="1840584" y="611105"/>
                  <a:pt x="1839327" y="613620"/>
                </a:cubicBezTo>
                <a:cubicBezTo>
                  <a:pt x="1838070" y="616135"/>
                  <a:pt x="1831154" y="621165"/>
                  <a:pt x="1829896" y="623051"/>
                </a:cubicBezTo>
                <a:cubicBezTo>
                  <a:pt x="1828639" y="624937"/>
                  <a:pt x="1821723" y="639397"/>
                  <a:pt x="1820465" y="641912"/>
                </a:cubicBezTo>
                <a:cubicBezTo>
                  <a:pt x="1819208" y="644427"/>
                  <a:pt x="1812292" y="658259"/>
                  <a:pt x="1811035" y="660774"/>
                </a:cubicBezTo>
                <a:cubicBezTo>
                  <a:pt x="1809777" y="663288"/>
                  <a:pt x="1803490" y="676492"/>
                  <a:pt x="1801604" y="679635"/>
                </a:cubicBezTo>
                <a:cubicBezTo>
                  <a:pt x="1799718" y="682779"/>
                  <a:pt x="1787144" y="703526"/>
                  <a:pt x="1782743" y="707927"/>
                </a:cubicBezTo>
                <a:cubicBezTo>
                  <a:pt x="1778342" y="712328"/>
                  <a:pt x="1740619" y="742506"/>
                  <a:pt x="1735589" y="745650"/>
                </a:cubicBezTo>
                <a:cubicBezTo>
                  <a:pt x="1730559" y="748793"/>
                  <a:pt x="1711069" y="753194"/>
                  <a:pt x="1707297" y="755081"/>
                </a:cubicBezTo>
                <a:cubicBezTo>
                  <a:pt x="1703525" y="756967"/>
                  <a:pt x="1682777" y="772684"/>
                  <a:pt x="1679005" y="773942"/>
                </a:cubicBezTo>
                <a:cubicBezTo>
                  <a:pt x="1675233" y="775199"/>
                  <a:pt x="1653857" y="773313"/>
                  <a:pt x="1650713" y="773942"/>
                </a:cubicBezTo>
                <a:cubicBezTo>
                  <a:pt x="1647569" y="774570"/>
                  <a:pt x="1636881" y="781486"/>
                  <a:pt x="1631852" y="783373"/>
                </a:cubicBezTo>
                <a:cubicBezTo>
                  <a:pt x="1626822" y="785259"/>
                  <a:pt x="1579668" y="800348"/>
                  <a:pt x="1575268" y="802234"/>
                </a:cubicBezTo>
                <a:cubicBezTo>
                  <a:pt x="1570867" y="804120"/>
                  <a:pt x="1572124" y="811036"/>
                  <a:pt x="1565837" y="811665"/>
                </a:cubicBezTo>
                <a:cubicBezTo>
                  <a:pt x="1559549" y="812294"/>
                  <a:pt x="1492277" y="812294"/>
                  <a:pt x="1480961" y="811665"/>
                </a:cubicBezTo>
                <a:cubicBezTo>
                  <a:pt x="1469644" y="811036"/>
                  <a:pt x="1405515" y="803491"/>
                  <a:pt x="1396084" y="802234"/>
                </a:cubicBezTo>
                <a:cubicBezTo>
                  <a:pt x="1386654" y="800976"/>
                  <a:pt x="1345787" y="794061"/>
                  <a:pt x="1339500" y="792803"/>
                </a:cubicBezTo>
                <a:cubicBezTo>
                  <a:pt x="1333213" y="791546"/>
                  <a:pt x="1309322" y="785259"/>
                  <a:pt x="1301777" y="783373"/>
                </a:cubicBezTo>
                <a:cubicBezTo>
                  <a:pt x="1294233" y="781486"/>
                  <a:pt x="1236391" y="767655"/>
                  <a:pt x="1226332" y="764512"/>
                </a:cubicBezTo>
                <a:cubicBezTo>
                  <a:pt x="1216272" y="761368"/>
                  <a:pt x="1160317" y="739992"/>
                  <a:pt x="1150886" y="736219"/>
                </a:cubicBezTo>
                <a:cubicBezTo>
                  <a:pt x="1141455" y="732447"/>
                  <a:pt x="1093673" y="711071"/>
                  <a:pt x="1084871" y="707927"/>
                </a:cubicBezTo>
                <a:cubicBezTo>
                  <a:pt x="1076069" y="704784"/>
                  <a:pt x="1029544" y="692209"/>
                  <a:pt x="1018856" y="689066"/>
                </a:cubicBezTo>
                <a:cubicBezTo>
                  <a:pt x="1008168" y="685922"/>
                  <a:pt x="933980" y="662660"/>
                  <a:pt x="924550" y="660774"/>
                </a:cubicBezTo>
                <a:cubicBezTo>
                  <a:pt x="915119" y="658887"/>
                  <a:pt x="881168" y="661402"/>
                  <a:pt x="877396" y="660774"/>
                </a:cubicBezTo>
                <a:cubicBezTo>
                  <a:pt x="873624" y="660145"/>
                  <a:pt x="870480" y="652601"/>
                  <a:pt x="867965" y="651343"/>
                </a:cubicBezTo>
                <a:cubicBezTo>
                  <a:pt x="865450" y="650086"/>
                  <a:pt x="842817" y="643798"/>
                  <a:pt x="839673" y="641912"/>
                </a:cubicBezTo>
                <a:cubicBezTo>
                  <a:pt x="836530" y="640026"/>
                  <a:pt x="822698" y="624937"/>
                  <a:pt x="820812" y="623051"/>
                </a:cubicBezTo>
                <a:cubicBezTo>
                  <a:pt x="818926" y="621165"/>
                  <a:pt x="812010" y="616135"/>
                  <a:pt x="811381" y="613620"/>
                </a:cubicBezTo>
                <a:cubicBezTo>
                  <a:pt x="810752" y="611105"/>
                  <a:pt x="810124" y="588471"/>
                  <a:pt x="811381" y="585328"/>
                </a:cubicBezTo>
                <a:cubicBezTo>
                  <a:pt x="812639" y="582184"/>
                  <a:pt x="828356" y="568353"/>
                  <a:pt x="830243" y="566467"/>
                </a:cubicBezTo>
                <a:cubicBezTo>
                  <a:pt x="832129" y="564580"/>
                  <a:pt x="837158" y="558922"/>
                  <a:pt x="839673" y="557036"/>
                </a:cubicBezTo>
                <a:cubicBezTo>
                  <a:pt x="842188" y="555150"/>
                  <a:pt x="862307" y="541318"/>
                  <a:pt x="867965" y="538175"/>
                </a:cubicBezTo>
                <a:cubicBezTo>
                  <a:pt x="873624" y="535031"/>
                  <a:pt x="915748" y="513026"/>
                  <a:pt x="924550" y="509883"/>
                </a:cubicBezTo>
                <a:cubicBezTo>
                  <a:pt x="933352" y="506739"/>
                  <a:pt x="991193" y="492278"/>
                  <a:pt x="999995" y="491021"/>
                </a:cubicBezTo>
                <a:cubicBezTo>
                  <a:pt x="1008797" y="489764"/>
                  <a:pt x="1048406" y="491650"/>
                  <a:pt x="1056579" y="491021"/>
                </a:cubicBezTo>
                <a:cubicBezTo>
                  <a:pt x="1064753" y="490392"/>
                  <a:pt x="1113164" y="482847"/>
                  <a:pt x="1122594" y="481590"/>
                </a:cubicBezTo>
                <a:cubicBezTo>
                  <a:pt x="1132025" y="480333"/>
                  <a:pt x="1176663" y="472788"/>
                  <a:pt x="1198040" y="472160"/>
                </a:cubicBezTo>
                <a:cubicBezTo>
                  <a:pt x="1219416" y="471531"/>
                  <a:pt x="1418089" y="471531"/>
                  <a:pt x="1443238" y="472160"/>
                </a:cubicBezTo>
                <a:cubicBezTo>
                  <a:pt x="1468386" y="472788"/>
                  <a:pt x="1561436" y="480333"/>
                  <a:pt x="1575268" y="481590"/>
                </a:cubicBezTo>
                <a:cubicBezTo>
                  <a:pt x="1589099" y="482847"/>
                  <a:pt x="1640654" y="489135"/>
                  <a:pt x="1650713" y="491021"/>
                </a:cubicBezTo>
                <a:cubicBezTo>
                  <a:pt x="1660772" y="492907"/>
                  <a:pt x="1717357" y="507996"/>
                  <a:pt x="1726159" y="509883"/>
                </a:cubicBezTo>
                <a:cubicBezTo>
                  <a:pt x="1734961" y="511769"/>
                  <a:pt x="1777084" y="518056"/>
                  <a:pt x="1782743" y="519313"/>
                </a:cubicBezTo>
                <a:cubicBezTo>
                  <a:pt x="1788401" y="520571"/>
                  <a:pt x="1807263" y="527486"/>
                  <a:pt x="1811035" y="528744"/>
                </a:cubicBezTo>
                <a:cubicBezTo>
                  <a:pt x="1814807" y="530001"/>
                  <a:pt x="1836183" y="536917"/>
                  <a:pt x="1839327" y="538175"/>
                </a:cubicBezTo>
                <a:cubicBezTo>
                  <a:pt x="1842471" y="539432"/>
                  <a:pt x="1856302" y="546348"/>
                  <a:pt x="1858188" y="547605"/>
                </a:cubicBezTo>
                <a:cubicBezTo>
                  <a:pt x="1860074" y="548862"/>
                  <a:pt x="1866990" y="554521"/>
                  <a:pt x="1867619" y="557036"/>
                </a:cubicBezTo>
                <a:cubicBezTo>
                  <a:pt x="1868248" y="559551"/>
                  <a:pt x="1869505" y="582184"/>
                  <a:pt x="1867619" y="585328"/>
                </a:cubicBezTo>
                <a:cubicBezTo>
                  <a:pt x="1865733" y="588471"/>
                  <a:pt x="1843099" y="602303"/>
                  <a:pt x="1839327" y="604190"/>
                </a:cubicBezTo>
                <a:cubicBezTo>
                  <a:pt x="1835555" y="606076"/>
                  <a:pt x="1814807" y="611105"/>
                  <a:pt x="1811035" y="613620"/>
                </a:cubicBezTo>
                <a:cubicBezTo>
                  <a:pt x="1807263" y="616135"/>
                  <a:pt x="1787772" y="638768"/>
                  <a:pt x="1782743" y="641912"/>
                </a:cubicBezTo>
                <a:cubicBezTo>
                  <a:pt x="1777713" y="645055"/>
                  <a:pt x="1742505" y="657630"/>
                  <a:pt x="1735589" y="660774"/>
                </a:cubicBezTo>
                <a:cubicBezTo>
                  <a:pt x="1728673" y="663917"/>
                  <a:pt x="1686550" y="686551"/>
                  <a:pt x="1679005" y="689066"/>
                </a:cubicBezTo>
                <a:cubicBezTo>
                  <a:pt x="1671461" y="691580"/>
                  <a:pt x="1629966" y="695981"/>
                  <a:pt x="1622421" y="698496"/>
                </a:cubicBezTo>
                <a:cubicBezTo>
                  <a:pt x="1614876" y="701011"/>
                  <a:pt x="1573381" y="723645"/>
                  <a:pt x="1565837" y="726789"/>
                </a:cubicBezTo>
                <a:cubicBezTo>
                  <a:pt x="1558292" y="729932"/>
                  <a:pt x="1517426" y="742506"/>
                  <a:pt x="1509253" y="745650"/>
                </a:cubicBezTo>
                <a:cubicBezTo>
                  <a:pt x="1501079" y="748793"/>
                  <a:pt x="1452669" y="771427"/>
                  <a:pt x="1443238" y="773942"/>
                </a:cubicBezTo>
                <a:cubicBezTo>
                  <a:pt x="1433807" y="776456"/>
                  <a:pt x="1377223" y="782115"/>
                  <a:pt x="1367792" y="783373"/>
                </a:cubicBezTo>
                <a:cubicBezTo>
                  <a:pt x="1358361" y="784630"/>
                  <a:pt x="1321896" y="792175"/>
                  <a:pt x="1301777" y="792803"/>
                </a:cubicBezTo>
                <a:cubicBezTo>
                  <a:pt x="1281658" y="793432"/>
                  <a:pt x="1087386" y="791546"/>
                  <a:pt x="1066010" y="792803"/>
                </a:cubicBezTo>
                <a:cubicBezTo>
                  <a:pt x="1044634" y="794061"/>
                  <a:pt x="989307" y="809779"/>
                  <a:pt x="981134" y="811665"/>
                </a:cubicBezTo>
                <a:cubicBezTo>
                  <a:pt x="972960" y="813551"/>
                  <a:pt x="950955" y="820467"/>
                  <a:pt x="943411" y="821095"/>
                </a:cubicBezTo>
                <a:cubicBezTo>
                  <a:pt x="935866" y="821724"/>
                  <a:pt x="872366" y="821724"/>
                  <a:pt x="867965" y="821095"/>
                </a:cubicBezTo>
                <a:cubicBezTo>
                  <a:pt x="863564" y="820467"/>
                  <a:pt x="874881" y="812294"/>
                  <a:pt x="877396" y="811665"/>
                </a:cubicBezTo>
                <a:cubicBezTo>
                  <a:pt x="879911" y="811037"/>
                  <a:pt x="900658" y="813551"/>
                  <a:pt x="905688" y="811665"/>
                </a:cubicBezTo>
                <a:cubicBezTo>
                  <a:pt x="910718" y="809779"/>
                  <a:pt x="946555" y="785887"/>
                  <a:pt x="952842" y="783373"/>
                </a:cubicBezTo>
                <a:cubicBezTo>
                  <a:pt x="959129" y="780858"/>
                  <a:pt x="993079" y="776456"/>
                  <a:pt x="999995" y="773942"/>
                </a:cubicBezTo>
                <a:cubicBezTo>
                  <a:pt x="1006911" y="771427"/>
                  <a:pt x="1047777" y="748793"/>
                  <a:pt x="1056579" y="745650"/>
                </a:cubicBezTo>
                <a:cubicBezTo>
                  <a:pt x="1065381" y="742506"/>
                  <a:pt x="1123223" y="728674"/>
                  <a:pt x="1132025" y="726789"/>
                </a:cubicBezTo>
                <a:cubicBezTo>
                  <a:pt x="1140827" y="724902"/>
                  <a:pt x="1179178" y="719872"/>
                  <a:pt x="1188609" y="717358"/>
                </a:cubicBezTo>
                <a:cubicBezTo>
                  <a:pt x="1198040" y="714843"/>
                  <a:pt x="1260282" y="692209"/>
                  <a:pt x="1273485" y="689066"/>
                </a:cubicBezTo>
                <a:cubicBezTo>
                  <a:pt x="1286688" y="685922"/>
                  <a:pt x="1370936" y="672090"/>
                  <a:pt x="1386653" y="670204"/>
                </a:cubicBezTo>
                <a:cubicBezTo>
                  <a:pt x="1402371" y="668318"/>
                  <a:pt x="1491020" y="662031"/>
                  <a:pt x="1509253" y="660774"/>
                </a:cubicBezTo>
                <a:cubicBezTo>
                  <a:pt x="1527485" y="659516"/>
                  <a:pt x="1621163" y="651972"/>
                  <a:pt x="1660144" y="651343"/>
                </a:cubicBezTo>
                <a:cubicBezTo>
                  <a:pt x="1699124" y="650715"/>
                  <a:pt x="2062520" y="651972"/>
                  <a:pt x="2093956" y="651343"/>
                </a:cubicBezTo>
                <a:cubicBezTo>
                  <a:pt x="2125391" y="650714"/>
                  <a:pt x="2127278" y="641912"/>
                  <a:pt x="2131679" y="641912"/>
                </a:cubicBezTo>
                <a:cubicBezTo>
                  <a:pt x="2136080" y="641912"/>
                  <a:pt x="2159971" y="650086"/>
                  <a:pt x="2159971" y="651343"/>
                </a:cubicBezTo>
                <a:cubicBezTo>
                  <a:pt x="2159971" y="652601"/>
                  <a:pt x="2136708" y="659516"/>
                  <a:pt x="2131679" y="660774"/>
                </a:cubicBezTo>
                <a:cubicBezTo>
                  <a:pt x="2126649" y="662031"/>
                  <a:pt x="2091441" y="668318"/>
                  <a:pt x="2084525" y="670204"/>
                </a:cubicBezTo>
                <a:cubicBezTo>
                  <a:pt x="2077609" y="672090"/>
                  <a:pt x="2034228" y="687179"/>
                  <a:pt x="2027941" y="689066"/>
                </a:cubicBezTo>
                <a:cubicBezTo>
                  <a:pt x="2021654" y="690951"/>
                  <a:pt x="1996505" y="696610"/>
                  <a:pt x="1990218" y="698496"/>
                </a:cubicBezTo>
                <a:cubicBezTo>
                  <a:pt x="1983931" y="700382"/>
                  <a:pt x="1940549" y="715471"/>
                  <a:pt x="1933634" y="717358"/>
                </a:cubicBezTo>
                <a:cubicBezTo>
                  <a:pt x="1926718" y="719244"/>
                  <a:pt x="1893396" y="724274"/>
                  <a:pt x="1886480" y="726789"/>
                </a:cubicBezTo>
                <a:cubicBezTo>
                  <a:pt x="1879564" y="729303"/>
                  <a:pt x="1837441" y="751937"/>
                  <a:pt x="1829896" y="755081"/>
                </a:cubicBezTo>
                <a:cubicBezTo>
                  <a:pt x="1822352" y="758224"/>
                  <a:pt x="1780857" y="771427"/>
                  <a:pt x="1773312" y="773942"/>
                </a:cubicBezTo>
                <a:cubicBezTo>
                  <a:pt x="1765768" y="776456"/>
                  <a:pt x="1724901" y="789660"/>
                  <a:pt x="1716728" y="792803"/>
                </a:cubicBezTo>
                <a:cubicBezTo>
                  <a:pt x="1708554" y="795947"/>
                  <a:pt x="1658886" y="817952"/>
                  <a:pt x="1650713" y="821095"/>
                </a:cubicBezTo>
                <a:cubicBezTo>
                  <a:pt x="1642540" y="824239"/>
                  <a:pt x="1601045" y="837442"/>
                  <a:pt x="1594129" y="839957"/>
                </a:cubicBezTo>
                <a:cubicBezTo>
                  <a:pt x="1587213" y="842472"/>
                  <a:pt x="1552634" y="856932"/>
                  <a:pt x="1546975" y="858818"/>
                </a:cubicBezTo>
                <a:cubicBezTo>
                  <a:pt x="1541317" y="860704"/>
                  <a:pt x="1513654" y="866363"/>
                  <a:pt x="1509253" y="868249"/>
                </a:cubicBezTo>
                <a:cubicBezTo>
                  <a:pt x="1504852" y="870135"/>
                  <a:pt x="1484733" y="885224"/>
                  <a:pt x="1480961" y="887110"/>
                </a:cubicBezTo>
                <a:cubicBezTo>
                  <a:pt x="1477188" y="888996"/>
                  <a:pt x="1455812" y="895913"/>
                  <a:pt x="1452668" y="896541"/>
                </a:cubicBezTo>
                <a:cubicBezTo>
                  <a:pt x="1449525" y="897170"/>
                  <a:pt x="1436950" y="895913"/>
                  <a:pt x="1433807" y="896541"/>
                </a:cubicBezTo>
                <a:cubicBezTo>
                  <a:pt x="1430663" y="897170"/>
                  <a:pt x="1408030" y="904714"/>
                  <a:pt x="1405515" y="905971"/>
                </a:cubicBezTo>
                <a:cubicBezTo>
                  <a:pt x="1403000" y="907228"/>
                  <a:pt x="1394827" y="914773"/>
                  <a:pt x="1396084" y="915402"/>
                </a:cubicBezTo>
                <a:cubicBezTo>
                  <a:pt x="1397342" y="916030"/>
                  <a:pt x="1421861" y="914773"/>
                  <a:pt x="1424376" y="915402"/>
                </a:cubicBezTo>
                <a:cubicBezTo>
                  <a:pt x="1426891" y="916030"/>
                  <a:pt x="1432550" y="924204"/>
                  <a:pt x="1433807" y="924833"/>
                </a:cubicBezTo>
                <a:cubicBezTo>
                  <a:pt x="1435064" y="925462"/>
                  <a:pt x="1441981" y="924204"/>
                  <a:pt x="1443238" y="924833"/>
                </a:cubicBezTo>
                <a:cubicBezTo>
                  <a:pt x="1444495" y="925462"/>
                  <a:pt x="1450782" y="933006"/>
                  <a:pt x="1452668" y="934264"/>
                </a:cubicBezTo>
                <a:cubicBezTo>
                  <a:pt x="1454554" y="935521"/>
                  <a:pt x="1470273" y="939922"/>
                  <a:pt x="1471530" y="943694"/>
                </a:cubicBezTo>
                <a:cubicBezTo>
                  <a:pt x="1472787" y="947466"/>
                  <a:pt x="1472159" y="986446"/>
                  <a:pt x="1471530" y="990848"/>
                </a:cubicBezTo>
                <a:cubicBezTo>
                  <a:pt x="1470901" y="995249"/>
                  <a:pt x="1462728" y="1007194"/>
                  <a:pt x="1462099" y="1009709"/>
                </a:cubicBezTo>
                <a:cubicBezTo>
                  <a:pt x="1461470" y="1012224"/>
                  <a:pt x="1462728" y="1026055"/>
                  <a:pt x="1462099" y="1028570"/>
                </a:cubicBezTo>
                <a:cubicBezTo>
                  <a:pt x="1461470" y="1031084"/>
                  <a:pt x="1453297" y="1045546"/>
                  <a:pt x="1452668" y="1047432"/>
                </a:cubicBezTo>
                <a:cubicBezTo>
                  <a:pt x="1452040" y="1049318"/>
                  <a:pt x="1453297" y="1055606"/>
                  <a:pt x="1452668" y="1056863"/>
                </a:cubicBezTo>
                <a:cubicBezTo>
                  <a:pt x="1452040" y="1058120"/>
                  <a:pt x="1444495" y="1065665"/>
                  <a:pt x="1443238" y="1066294"/>
                </a:cubicBezTo>
                <a:cubicBezTo>
                  <a:pt x="1441981" y="1066922"/>
                  <a:pt x="1435693" y="1065665"/>
                  <a:pt x="1433807" y="1066294"/>
                </a:cubicBezTo>
                <a:cubicBezTo>
                  <a:pt x="1431921" y="1066922"/>
                  <a:pt x="1417461" y="1075095"/>
                  <a:pt x="1414946" y="1075724"/>
                </a:cubicBezTo>
                <a:cubicBezTo>
                  <a:pt x="1412431" y="1076352"/>
                  <a:pt x="1397971" y="1075095"/>
                  <a:pt x="1396084" y="1075724"/>
                </a:cubicBezTo>
                <a:cubicBezTo>
                  <a:pt x="1394198" y="1076352"/>
                  <a:pt x="1389168" y="1084526"/>
                  <a:pt x="1386653" y="1085155"/>
                </a:cubicBezTo>
                <a:cubicBezTo>
                  <a:pt x="1384138" y="1085783"/>
                  <a:pt x="1361505" y="1084526"/>
                  <a:pt x="1358362" y="1085155"/>
                </a:cubicBezTo>
                <a:cubicBezTo>
                  <a:pt x="1355218" y="1085783"/>
                  <a:pt x="1348302" y="1093957"/>
                  <a:pt x="1339500" y="1094586"/>
                </a:cubicBezTo>
                <a:cubicBezTo>
                  <a:pt x="1330698" y="1095214"/>
                  <a:pt x="1234505" y="1093957"/>
                  <a:pt x="1226332" y="1094586"/>
                </a:cubicBezTo>
                <a:cubicBezTo>
                  <a:pt x="1218159" y="1095214"/>
                  <a:pt x="1219416" y="1104016"/>
                  <a:pt x="1216901" y="1104016"/>
                </a:cubicBezTo>
                <a:cubicBezTo>
                  <a:pt x="1214386" y="1104016"/>
                  <a:pt x="1189866" y="1096471"/>
                  <a:pt x="1188609" y="1094586"/>
                </a:cubicBezTo>
                <a:cubicBezTo>
                  <a:pt x="1187352" y="1092699"/>
                  <a:pt x="1195525" y="1079496"/>
                  <a:pt x="1198040" y="1075724"/>
                </a:cubicBezTo>
                <a:cubicBezTo>
                  <a:pt x="1200555" y="1071951"/>
                  <a:pt x="1222560" y="1043031"/>
                  <a:pt x="1226332" y="1038001"/>
                </a:cubicBezTo>
                <a:cubicBezTo>
                  <a:pt x="1230104" y="1032971"/>
                  <a:pt x="1250223" y="1004679"/>
                  <a:pt x="1254624" y="1000279"/>
                </a:cubicBezTo>
                <a:cubicBezTo>
                  <a:pt x="1259025" y="995877"/>
                  <a:pt x="1287317" y="975130"/>
                  <a:pt x="1292347" y="971987"/>
                </a:cubicBezTo>
                <a:cubicBezTo>
                  <a:pt x="1297376" y="968843"/>
                  <a:pt x="1323782" y="957526"/>
                  <a:pt x="1330069" y="953126"/>
                </a:cubicBezTo>
                <a:cubicBezTo>
                  <a:pt x="1336356" y="948724"/>
                  <a:pt x="1379738" y="911001"/>
                  <a:pt x="1386653" y="905971"/>
                </a:cubicBezTo>
                <a:cubicBezTo>
                  <a:pt x="1393569" y="900941"/>
                  <a:pt x="1426891" y="882081"/>
                  <a:pt x="1433807" y="877680"/>
                </a:cubicBezTo>
                <a:cubicBezTo>
                  <a:pt x="1440723" y="873278"/>
                  <a:pt x="1482218" y="844987"/>
                  <a:pt x="1490391" y="839957"/>
                </a:cubicBezTo>
                <a:cubicBezTo>
                  <a:pt x="1498565" y="834927"/>
                  <a:pt x="1548233" y="806006"/>
                  <a:pt x="1556406" y="802234"/>
                </a:cubicBezTo>
                <a:cubicBezTo>
                  <a:pt x="1564579" y="798461"/>
                  <a:pt x="1606703" y="785887"/>
                  <a:pt x="1612990" y="783373"/>
                </a:cubicBezTo>
                <a:cubicBezTo>
                  <a:pt x="1619277" y="780858"/>
                  <a:pt x="1646312" y="766398"/>
                  <a:pt x="1650713" y="764512"/>
                </a:cubicBezTo>
                <a:cubicBezTo>
                  <a:pt x="1655114" y="762626"/>
                  <a:pt x="1675233" y="756338"/>
                  <a:pt x="1679005" y="755081"/>
                </a:cubicBezTo>
                <a:cubicBezTo>
                  <a:pt x="1682777" y="753823"/>
                  <a:pt x="1704782" y="746278"/>
                  <a:pt x="1707297" y="745650"/>
                </a:cubicBezTo>
                <a:cubicBezTo>
                  <a:pt x="1709812" y="745021"/>
                  <a:pt x="1714841" y="746278"/>
                  <a:pt x="1716728" y="745650"/>
                </a:cubicBezTo>
                <a:cubicBezTo>
                  <a:pt x="1718614" y="745021"/>
                  <a:pt x="1734332" y="736848"/>
                  <a:pt x="1735589" y="736219"/>
                </a:cubicBezTo>
                <a:quadBezTo>
                  <a:pt x="1736847" y="735591"/>
                  <a:pt x="1735589" y="736219"/>
                </a:quadBezTo>
                <a:cubicBezTo>
                  <a:pt x="1734332" y="736848"/>
                  <a:pt x="1719871" y="744392"/>
                  <a:pt x="1716728" y="745650"/>
                </a:cubicBezTo>
                <a:cubicBezTo>
                  <a:pt x="1713584" y="746907"/>
                  <a:pt x="1692208" y="753194"/>
                  <a:pt x="1688436" y="755081"/>
                </a:cubicBezTo>
                <a:cubicBezTo>
                  <a:pt x="1684664" y="756967"/>
                  <a:pt x="1664545" y="771427"/>
                  <a:pt x="1660144" y="773942"/>
                </a:cubicBezTo>
                <a:cubicBezTo>
                  <a:pt x="1655743" y="776456"/>
                  <a:pt x="1626822" y="790917"/>
                  <a:pt x="1622421" y="792803"/>
                </a:cubicBezTo>
                <a:cubicBezTo>
                  <a:pt x="1618020" y="794689"/>
                  <a:pt x="1601673" y="802234"/>
                  <a:pt x="1594129" y="802234"/>
                </a:cubicBezTo>
                <a:cubicBezTo>
                  <a:pt x="1586584" y="802234"/>
                  <a:pt x="1518055" y="791546"/>
                  <a:pt x="1509253" y="792803"/>
                </a:cubicBezTo>
                <a:cubicBezTo>
                  <a:pt x="1500451" y="794061"/>
                  <a:pt x="1470901" y="816694"/>
                  <a:pt x="1462099" y="821095"/>
                </a:cubicBezTo>
                <a:cubicBezTo>
                  <a:pt x="1453297" y="825496"/>
                  <a:pt x="1386654" y="855046"/>
                  <a:pt x="1377223" y="858818"/>
                </a:cubicBezTo>
                <a:cubicBezTo>
                  <a:pt x="1367792" y="862590"/>
                  <a:pt x="1326926" y="875165"/>
                  <a:pt x="1320639" y="877680"/>
                </a:cubicBezTo>
                <a:cubicBezTo>
                  <a:pt x="1314352" y="880194"/>
                  <a:pt x="1288574" y="894655"/>
                  <a:pt x="1282916" y="896541"/>
                </a:cubicBezTo>
                <a:cubicBezTo>
                  <a:pt x="1277257" y="898427"/>
                  <a:pt x="1240163" y="904714"/>
                  <a:pt x="1235762" y="905971"/>
                </a:cubicBezTo>
                <a:cubicBezTo>
                  <a:pt x="1231361" y="907228"/>
                  <a:pt x="1220045" y="914145"/>
                  <a:pt x="1216901" y="915402"/>
                </a:cubicBezTo>
                <a:cubicBezTo>
                  <a:pt x="1213757" y="916659"/>
                  <a:pt x="1192381" y="924204"/>
                  <a:pt x="1188609" y="924833"/>
                </a:cubicBezTo>
                <a:cubicBezTo>
                  <a:pt x="1184837" y="925462"/>
                  <a:pt x="1164089" y="924204"/>
                  <a:pt x="1160317" y="924833"/>
                </a:cubicBezTo>
                <a:cubicBezTo>
                  <a:pt x="1156545" y="925462"/>
                  <a:pt x="1135168" y="933006"/>
                  <a:pt x="1132025" y="934264"/>
                </a:cubicBezTo>
                <a:cubicBezTo>
                  <a:pt x="1128881" y="935521"/>
                  <a:pt x="1115050" y="943694"/>
                  <a:pt x="1113163" y="943694"/>
                </a:cubicBezTo>
                <a:cubicBezTo>
                  <a:pt x="1111277" y="943694"/>
                  <a:pt x="1104990" y="934264"/>
                  <a:pt x="1103733" y="934264"/>
                </a:cubicBezTo>
                <a:cubicBezTo>
                  <a:pt x="1102475" y="934264"/>
                  <a:pt x="1094302" y="944951"/>
                  <a:pt x="1094302" y="943694"/>
                </a:cubicBezTo>
                <a:cubicBezTo>
                  <a:pt x="1094302" y="942437"/>
                  <a:pt x="1103104" y="917917"/>
                  <a:pt x="1103733" y="915402"/>
                </a:cubicBezTo>
                <a:cubicBezTo>
                  <a:pt x="1104362" y="912887"/>
                  <a:pt x="1104362" y="907857"/>
                  <a:pt x="1103733" y="905971"/>
                </a:cubicBezTo>
                <a:cubicBezTo>
                  <a:pt x="1103104" y="904085"/>
                  <a:pt x="1093673" y="888996"/>
                  <a:pt x="1094302" y="887110"/>
                </a:cubicBezTo>
                <a:cubicBezTo>
                  <a:pt x="1094931" y="885224"/>
                  <a:pt x="1110649" y="878937"/>
                  <a:pt x="1113163" y="877680"/>
                </a:cubicBezTo>
                <a:cubicBezTo>
                  <a:pt x="1115678" y="876422"/>
                  <a:pt x="1130139" y="869506"/>
                  <a:pt x="1132025" y="868249"/>
                </a:cubicBezTo>
                <a:cubicBezTo>
                  <a:pt x="1133911" y="866991"/>
                  <a:pt x="1140827" y="859446"/>
                  <a:pt x="1141456" y="858818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5" name=""/>
          <p:cNvSpPr/>
          <p:nvPr/>
        </p:nvSpPr>
        <p:spPr>
          <a:xfrm>
            <a:off x="9838674" y="3015377"/>
            <a:ext cx="2304288" cy="230047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6" name=""/>
          <p:cNvSpPr/>
          <p:nvPr/>
        </p:nvSpPr>
        <p:spPr>
          <a:xfrm>
            <a:off x="9838674" y="4123658"/>
            <a:ext cx="2306082" cy="1321594"/>
          </a:xfrm>
          <a:custGeom>
            <a:avLst/>
            <a:gdLst>
              <a:gd name="connsiteX0" fmla="*/ 2141109 w 2306082"/>
              <a:gd name="connsiteY0" fmla="*/ 94932 h 1321594"/>
              <a:gd name="connsiteX1" fmla="*/ 2009079 w 2306082"/>
              <a:gd name="connsiteY1" fmla="*/ 160947 h 1321594"/>
              <a:gd name="connsiteX2" fmla="*/ 1914772 w 2306082"/>
              <a:gd name="connsiteY2" fmla="*/ 226962 h 1321594"/>
              <a:gd name="connsiteX3" fmla="*/ 1867619 w 2306082"/>
              <a:gd name="connsiteY3" fmla="*/ 245823 h 1321594"/>
              <a:gd name="connsiteX4" fmla="*/ 1848758 w 2306082"/>
              <a:gd name="connsiteY4" fmla="*/ 264684 h 1321594"/>
              <a:gd name="connsiteX5" fmla="*/ 1829896 w 2306082"/>
              <a:gd name="connsiteY5" fmla="*/ 283546 h 1321594"/>
              <a:gd name="connsiteX6" fmla="*/ 1773312 w 2306082"/>
              <a:gd name="connsiteY6" fmla="*/ 330699 h 1321594"/>
              <a:gd name="connsiteX7" fmla="*/ 1716728 w 2306082"/>
              <a:gd name="connsiteY7" fmla="*/ 358992 h 1321594"/>
              <a:gd name="connsiteX8" fmla="*/ 1679005 w 2306082"/>
              <a:gd name="connsiteY8" fmla="*/ 387284 h 1321594"/>
              <a:gd name="connsiteX9" fmla="*/ 1660144 w 2306082"/>
              <a:gd name="connsiteY9" fmla="*/ 406145 h 1321594"/>
              <a:gd name="connsiteX10" fmla="*/ 1622421 w 2306082"/>
              <a:gd name="connsiteY10" fmla="*/ 443868 h 1321594"/>
              <a:gd name="connsiteX11" fmla="*/ 1603559 w 2306082"/>
              <a:gd name="connsiteY11" fmla="*/ 462729 h 1321594"/>
              <a:gd name="connsiteX12" fmla="*/ 1575268 w 2306082"/>
              <a:gd name="connsiteY12" fmla="*/ 491021 h 1321594"/>
              <a:gd name="connsiteX13" fmla="*/ 1546975 w 2306082"/>
              <a:gd name="connsiteY13" fmla="*/ 519313 h 1321594"/>
              <a:gd name="connsiteX14" fmla="*/ 1518683 w 2306082"/>
              <a:gd name="connsiteY14" fmla="*/ 538175 h 1321594"/>
              <a:gd name="connsiteX15" fmla="*/ 1499822 w 2306082"/>
              <a:gd name="connsiteY15" fmla="*/ 566467 h 1321594"/>
              <a:gd name="connsiteX16" fmla="*/ 1471530 w 2306082"/>
              <a:gd name="connsiteY16" fmla="*/ 585328 h 1321594"/>
              <a:gd name="connsiteX17" fmla="*/ 1452668 w 2306082"/>
              <a:gd name="connsiteY17" fmla="*/ 604190 h 1321594"/>
              <a:gd name="connsiteX18" fmla="*/ 1405515 w 2306082"/>
              <a:gd name="connsiteY18" fmla="*/ 660774 h 1321594"/>
              <a:gd name="connsiteX19" fmla="*/ 1348931 w 2306082"/>
              <a:gd name="connsiteY19" fmla="*/ 707927 h 1321594"/>
              <a:gd name="connsiteX20" fmla="*/ 1320639 w 2306082"/>
              <a:gd name="connsiteY20" fmla="*/ 745650 h 1321594"/>
              <a:gd name="connsiteX21" fmla="*/ 1301777 w 2306082"/>
              <a:gd name="connsiteY21" fmla="*/ 764512 h 1321594"/>
              <a:gd name="connsiteX22" fmla="*/ 1282916 w 2306082"/>
              <a:gd name="connsiteY22" fmla="*/ 792803 h 1321594"/>
              <a:gd name="connsiteX23" fmla="*/ 1254624 w 2306082"/>
              <a:gd name="connsiteY23" fmla="*/ 811665 h 1321594"/>
              <a:gd name="connsiteX24" fmla="*/ 1226332 w 2306082"/>
              <a:gd name="connsiteY24" fmla="*/ 849388 h 1321594"/>
              <a:gd name="connsiteX25" fmla="*/ 1207471 w 2306082"/>
              <a:gd name="connsiteY25" fmla="*/ 868249 h 1321594"/>
              <a:gd name="connsiteX26" fmla="*/ 1188609 w 2306082"/>
              <a:gd name="connsiteY26" fmla="*/ 887110 h 1321594"/>
              <a:gd name="connsiteX27" fmla="*/ 1150886 w 2306082"/>
              <a:gd name="connsiteY27" fmla="*/ 915402 h 1321594"/>
              <a:gd name="connsiteX28" fmla="*/ 1132025 w 2306082"/>
              <a:gd name="connsiteY28" fmla="*/ 934264 h 1321594"/>
              <a:gd name="connsiteX29" fmla="*/ 1113163 w 2306082"/>
              <a:gd name="connsiteY29" fmla="*/ 962556 h 1321594"/>
              <a:gd name="connsiteX30" fmla="*/ 1075441 w 2306082"/>
              <a:gd name="connsiteY30" fmla="*/ 990848 h 1321594"/>
              <a:gd name="connsiteX31" fmla="*/ 1047149 w 2306082"/>
              <a:gd name="connsiteY31" fmla="*/ 1019140 h 1321594"/>
              <a:gd name="connsiteX32" fmla="*/ 1018856 w 2306082"/>
              <a:gd name="connsiteY32" fmla="*/ 1038001 h 1321594"/>
              <a:gd name="connsiteX33" fmla="*/ 1009426 w 2306082"/>
              <a:gd name="connsiteY33" fmla="*/ 1047432 h 1321594"/>
              <a:gd name="connsiteX34" fmla="*/ 981134 w 2306082"/>
              <a:gd name="connsiteY34" fmla="*/ 1056863 h 1321594"/>
              <a:gd name="connsiteX35" fmla="*/ 971703 w 2306082"/>
              <a:gd name="connsiteY35" fmla="*/ 1066294 h 1321594"/>
              <a:gd name="connsiteX36" fmla="*/ 962272 w 2306082"/>
              <a:gd name="connsiteY36" fmla="*/ 1075724 h 1321594"/>
              <a:gd name="connsiteX37" fmla="*/ 952842 w 2306082"/>
              <a:gd name="connsiteY37" fmla="*/ 1075724 h 1321594"/>
              <a:gd name="connsiteX38" fmla="*/ 943411 w 2306082"/>
              <a:gd name="connsiteY38" fmla="*/ 1085155 h 1321594"/>
              <a:gd name="connsiteX39" fmla="*/ 924550 w 2306082"/>
              <a:gd name="connsiteY39" fmla="*/ 1094586 h 1321594"/>
              <a:gd name="connsiteX40" fmla="*/ 915119 w 2306082"/>
              <a:gd name="connsiteY40" fmla="*/ 1104016 h 1321594"/>
              <a:gd name="connsiteX41" fmla="*/ 858535 w 2306082"/>
              <a:gd name="connsiteY41" fmla="*/ 1094586 h 1321594"/>
              <a:gd name="connsiteX42" fmla="*/ 849104 w 2306082"/>
              <a:gd name="connsiteY42" fmla="*/ 1094586 h 1321594"/>
              <a:gd name="connsiteX43" fmla="*/ 839673 w 2306082"/>
              <a:gd name="connsiteY43" fmla="*/ 1085155 h 1321594"/>
              <a:gd name="connsiteX44" fmla="*/ 830243 w 2306082"/>
              <a:gd name="connsiteY44" fmla="*/ 1075724 h 1321594"/>
              <a:gd name="connsiteX45" fmla="*/ 820812 w 2306082"/>
              <a:gd name="connsiteY45" fmla="*/ 1075724 h 1321594"/>
              <a:gd name="connsiteX46" fmla="*/ 811381 w 2306082"/>
              <a:gd name="connsiteY46" fmla="*/ 1038001 h 1321594"/>
              <a:gd name="connsiteX47" fmla="*/ 792520 w 2306082"/>
              <a:gd name="connsiteY47" fmla="*/ 990848 h 1321594"/>
              <a:gd name="connsiteX48" fmla="*/ 773659 w 2306082"/>
              <a:gd name="connsiteY48" fmla="*/ 971987 h 1321594"/>
              <a:gd name="connsiteX49" fmla="*/ 764228 w 2306082"/>
              <a:gd name="connsiteY49" fmla="*/ 962556 h 1321594"/>
              <a:gd name="connsiteX50" fmla="*/ 735936 w 2306082"/>
              <a:gd name="connsiteY50" fmla="*/ 924833 h 1321594"/>
              <a:gd name="connsiteX51" fmla="*/ 726505 w 2306082"/>
              <a:gd name="connsiteY51" fmla="*/ 905971 h 1321594"/>
              <a:gd name="connsiteX52" fmla="*/ 717074 w 2306082"/>
              <a:gd name="connsiteY52" fmla="*/ 887110 h 1321594"/>
              <a:gd name="connsiteX53" fmla="*/ 688782 w 2306082"/>
              <a:gd name="connsiteY53" fmla="*/ 858818 h 1321594"/>
              <a:gd name="connsiteX54" fmla="*/ 679352 w 2306082"/>
              <a:gd name="connsiteY54" fmla="*/ 849388 h 1321594"/>
              <a:gd name="connsiteX55" fmla="*/ 651059 w 2306082"/>
              <a:gd name="connsiteY55" fmla="*/ 811665 h 1321594"/>
              <a:gd name="connsiteX56" fmla="*/ 641629 w 2306082"/>
              <a:gd name="connsiteY56" fmla="*/ 792803 h 1321594"/>
              <a:gd name="connsiteX57" fmla="*/ 632198 w 2306082"/>
              <a:gd name="connsiteY57" fmla="*/ 773942 h 1321594"/>
              <a:gd name="connsiteX58" fmla="*/ 613337 w 2306082"/>
              <a:gd name="connsiteY58" fmla="*/ 745650 h 1321594"/>
              <a:gd name="connsiteX59" fmla="*/ 585045 w 2306082"/>
              <a:gd name="connsiteY59" fmla="*/ 698496 h 1321594"/>
              <a:gd name="connsiteX60" fmla="*/ 547322 w 2306082"/>
              <a:gd name="connsiteY60" fmla="*/ 651343 h 1321594"/>
              <a:gd name="connsiteX61" fmla="*/ 528460 w 2306082"/>
              <a:gd name="connsiteY61" fmla="*/ 613620 h 1321594"/>
              <a:gd name="connsiteX62" fmla="*/ 509599 w 2306082"/>
              <a:gd name="connsiteY62" fmla="*/ 585328 h 1321594"/>
              <a:gd name="connsiteX63" fmla="*/ 500168 w 2306082"/>
              <a:gd name="connsiteY63" fmla="*/ 566467 h 1321594"/>
              <a:gd name="connsiteX64" fmla="*/ 490738 w 2306082"/>
              <a:gd name="connsiteY64" fmla="*/ 538175 h 1321594"/>
              <a:gd name="connsiteX65" fmla="*/ 490738 w 2306082"/>
              <a:gd name="connsiteY65" fmla="*/ 528744 h 1321594"/>
              <a:gd name="connsiteX66" fmla="*/ 481307 w 2306082"/>
              <a:gd name="connsiteY66" fmla="*/ 500452 h 1321594"/>
              <a:gd name="connsiteX67" fmla="*/ 481307 w 2306082"/>
              <a:gd name="connsiteY67" fmla="*/ 491021 h 1321594"/>
              <a:gd name="connsiteX68" fmla="*/ 471876 w 2306082"/>
              <a:gd name="connsiteY68" fmla="*/ 472160 h 1321594"/>
              <a:gd name="connsiteX69" fmla="*/ 490738 w 2306082"/>
              <a:gd name="connsiteY69" fmla="*/ 368422 h 1321594"/>
              <a:gd name="connsiteX70" fmla="*/ 509599 w 2306082"/>
              <a:gd name="connsiteY70" fmla="*/ 349561 h 1321594"/>
              <a:gd name="connsiteX71" fmla="*/ 519030 w 2306082"/>
              <a:gd name="connsiteY71" fmla="*/ 330699 h 1321594"/>
              <a:gd name="connsiteX72" fmla="*/ 528460 w 2306082"/>
              <a:gd name="connsiteY72" fmla="*/ 321269 h 1321594"/>
              <a:gd name="connsiteX73" fmla="*/ 528460 w 2306082"/>
              <a:gd name="connsiteY73" fmla="*/ 302407 h 1321594"/>
              <a:gd name="connsiteX74" fmla="*/ 547322 w 2306082"/>
              <a:gd name="connsiteY74" fmla="*/ 292977 h 1321594"/>
              <a:gd name="connsiteX75" fmla="*/ 566183 w 2306082"/>
              <a:gd name="connsiteY75" fmla="*/ 274115 h 1321594"/>
              <a:gd name="connsiteX76" fmla="*/ 594475 w 2306082"/>
              <a:gd name="connsiteY76" fmla="*/ 255254 h 1321594"/>
              <a:gd name="connsiteX77" fmla="*/ 603906 w 2306082"/>
              <a:gd name="connsiteY77" fmla="*/ 245823 h 1321594"/>
              <a:gd name="connsiteX78" fmla="*/ 622767 w 2306082"/>
              <a:gd name="connsiteY78" fmla="*/ 236393 h 1321594"/>
              <a:gd name="connsiteX79" fmla="*/ 641629 w 2306082"/>
              <a:gd name="connsiteY79" fmla="*/ 217531 h 1321594"/>
              <a:gd name="connsiteX80" fmla="*/ 660490 w 2306082"/>
              <a:gd name="connsiteY80" fmla="*/ 208100 h 1321594"/>
              <a:gd name="connsiteX81" fmla="*/ 707644 w 2306082"/>
              <a:gd name="connsiteY81" fmla="*/ 189239 h 1321594"/>
              <a:gd name="connsiteX82" fmla="*/ 707644 w 2306082"/>
              <a:gd name="connsiteY82" fmla="*/ 170378 h 1321594"/>
              <a:gd name="connsiteX83" fmla="*/ 735936 w 2306082"/>
              <a:gd name="connsiteY83" fmla="*/ 151516 h 1321594"/>
              <a:gd name="connsiteX84" fmla="*/ 764228 w 2306082"/>
              <a:gd name="connsiteY84" fmla="*/ 142086 h 1321594"/>
              <a:gd name="connsiteX85" fmla="*/ 783089 w 2306082"/>
              <a:gd name="connsiteY85" fmla="*/ 132655 h 1321594"/>
              <a:gd name="connsiteX86" fmla="*/ 811381 w 2306082"/>
              <a:gd name="connsiteY86" fmla="*/ 132655 h 1321594"/>
              <a:gd name="connsiteX87" fmla="*/ 830243 w 2306082"/>
              <a:gd name="connsiteY87" fmla="*/ 113793 h 1321594"/>
              <a:gd name="connsiteX88" fmla="*/ 886827 w 2306082"/>
              <a:gd name="connsiteY88" fmla="*/ 104363 h 1321594"/>
              <a:gd name="connsiteX89" fmla="*/ 924550 w 2306082"/>
              <a:gd name="connsiteY89" fmla="*/ 94932 h 1321594"/>
              <a:gd name="connsiteX90" fmla="*/ 971703 w 2306082"/>
              <a:gd name="connsiteY90" fmla="*/ 85502 h 1321594"/>
              <a:gd name="connsiteX91" fmla="*/ 990564 w 2306082"/>
              <a:gd name="connsiteY91" fmla="*/ 76071 h 1321594"/>
              <a:gd name="connsiteX92" fmla="*/ 1047149 w 2306082"/>
              <a:gd name="connsiteY92" fmla="*/ 66640 h 1321594"/>
              <a:gd name="connsiteX93" fmla="*/ 1094302 w 2306082"/>
              <a:gd name="connsiteY93" fmla="*/ 66640 h 1321594"/>
              <a:gd name="connsiteX94" fmla="*/ 1141456 w 2306082"/>
              <a:gd name="connsiteY94" fmla="*/ 47779 h 1321594"/>
              <a:gd name="connsiteX95" fmla="*/ 1264055 w 2306082"/>
              <a:gd name="connsiteY95" fmla="*/ 47779 h 1321594"/>
              <a:gd name="connsiteX96" fmla="*/ 1282916 w 2306082"/>
              <a:gd name="connsiteY96" fmla="*/ 38348 h 1321594"/>
              <a:gd name="connsiteX97" fmla="*/ 1575268 w 2306082"/>
              <a:gd name="connsiteY97" fmla="*/ 38348 h 1321594"/>
              <a:gd name="connsiteX98" fmla="*/ 1584698 w 2306082"/>
              <a:gd name="connsiteY98" fmla="*/ 47779 h 1321594"/>
              <a:gd name="connsiteX99" fmla="*/ 1594129 w 2306082"/>
              <a:gd name="connsiteY99" fmla="*/ 47779 h 1321594"/>
              <a:gd name="connsiteX100" fmla="*/ 1603559 w 2306082"/>
              <a:gd name="connsiteY100" fmla="*/ 57209 h 1321594"/>
              <a:gd name="connsiteX101" fmla="*/ 1612990 w 2306082"/>
              <a:gd name="connsiteY101" fmla="*/ 57209 h 1321594"/>
              <a:gd name="connsiteX102" fmla="*/ 1622421 w 2306082"/>
              <a:gd name="connsiteY102" fmla="*/ 66640 h 1321594"/>
              <a:gd name="connsiteX103" fmla="*/ 1641282 w 2306082"/>
              <a:gd name="connsiteY103" fmla="*/ 94932 h 1321594"/>
              <a:gd name="connsiteX104" fmla="*/ 1650713 w 2306082"/>
              <a:gd name="connsiteY104" fmla="*/ 113793 h 1321594"/>
              <a:gd name="connsiteX105" fmla="*/ 1660144 w 2306082"/>
              <a:gd name="connsiteY105" fmla="*/ 123224 h 1321594"/>
              <a:gd name="connsiteX106" fmla="*/ 1688436 w 2306082"/>
              <a:gd name="connsiteY106" fmla="*/ 170378 h 1321594"/>
              <a:gd name="connsiteX107" fmla="*/ 1697866 w 2306082"/>
              <a:gd name="connsiteY107" fmla="*/ 189239 h 1321594"/>
              <a:gd name="connsiteX108" fmla="*/ 1697866 w 2306082"/>
              <a:gd name="connsiteY108" fmla="*/ 198670 h 1321594"/>
              <a:gd name="connsiteX109" fmla="*/ 1707297 w 2306082"/>
              <a:gd name="connsiteY109" fmla="*/ 208100 h 1321594"/>
              <a:gd name="connsiteX110" fmla="*/ 1707297 w 2306082"/>
              <a:gd name="connsiteY110" fmla="*/ 226962 h 1321594"/>
              <a:gd name="connsiteX111" fmla="*/ 1726159 w 2306082"/>
              <a:gd name="connsiteY111" fmla="*/ 245823 h 1321594"/>
              <a:gd name="connsiteX112" fmla="*/ 1735589 w 2306082"/>
              <a:gd name="connsiteY112" fmla="*/ 264684 h 1321594"/>
              <a:gd name="connsiteX113" fmla="*/ 1745020 w 2306082"/>
              <a:gd name="connsiteY113" fmla="*/ 292977 h 1321594"/>
              <a:gd name="connsiteX114" fmla="*/ 1754451 w 2306082"/>
              <a:gd name="connsiteY114" fmla="*/ 311838 h 1321594"/>
              <a:gd name="connsiteX115" fmla="*/ 1763881 w 2306082"/>
              <a:gd name="connsiteY115" fmla="*/ 340130 h 1321594"/>
              <a:gd name="connsiteX116" fmla="*/ 1763881 w 2306082"/>
              <a:gd name="connsiteY116" fmla="*/ 443868 h 1321594"/>
              <a:gd name="connsiteX117" fmla="*/ 1745020 w 2306082"/>
              <a:gd name="connsiteY117" fmla="*/ 462729 h 1321594"/>
              <a:gd name="connsiteX118" fmla="*/ 1735589 w 2306082"/>
              <a:gd name="connsiteY118" fmla="*/ 481590 h 1321594"/>
              <a:gd name="connsiteX119" fmla="*/ 1707297 w 2306082"/>
              <a:gd name="connsiteY119" fmla="*/ 509883 h 1321594"/>
              <a:gd name="connsiteX120" fmla="*/ 1669574 w 2306082"/>
              <a:gd name="connsiteY120" fmla="*/ 528744 h 1321594"/>
              <a:gd name="connsiteX121" fmla="*/ 1612990 w 2306082"/>
              <a:gd name="connsiteY121" fmla="*/ 557036 h 1321594"/>
              <a:gd name="connsiteX122" fmla="*/ 1584698 w 2306082"/>
              <a:gd name="connsiteY122" fmla="*/ 575897 h 1321594"/>
              <a:gd name="connsiteX123" fmla="*/ 1537545 w 2306082"/>
              <a:gd name="connsiteY123" fmla="*/ 594759 h 1321594"/>
              <a:gd name="connsiteX124" fmla="*/ 1490391 w 2306082"/>
              <a:gd name="connsiteY124" fmla="*/ 613620 h 1321594"/>
              <a:gd name="connsiteX125" fmla="*/ 1443238 w 2306082"/>
              <a:gd name="connsiteY125" fmla="*/ 632481 h 1321594"/>
              <a:gd name="connsiteX126" fmla="*/ 1367792 w 2306082"/>
              <a:gd name="connsiteY126" fmla="*/ 651343 h 1321594"/>
              <a:gd name="connsiteX127" fmla="*/ 1311208 w 2306082"/>
              <a:gd name="connsiteY127" fmla="*/ 660774 h 1321594"/>
              <a:gd name="connsiteX128" fmla="*/ 1235762 w 2306082"/>
              <a:gd name="connsiteY128" fmla="*/ 689066 h 1321594"/>
              <a:gd name="connsiteX129" fmla="*/ 1179178 w 2306082"/>
              <a:gd name="connsiteY129" fmla="*/ 689066 h 1321594"/>
              <a:gd name="connsiteX130" fmla="*/ 1094302 w 2306082"/>
              <a:gd name="connsiteY130" fmla="*/ 698496 h 1321594"/>
              <a:gd name="connsiteX131" fmla="*/ 981134 w 2306082"/>
              <a:gd name="connsiteY131" fmla="*/ 707927 h 1321594"/>
              <a:gd name="connsiteX132" fmla="*/ 556753 w 2306082"/>
              <a:gd name="connsiteY132" fmla="*/ 707927 h 1321594"/>
              <a:gd name="connsiteX133" fmla="*/ 490738 w 2306082"/>
              <a:gd name="connsiteY133" fmla="*/ 698496 h 1321594"/>
              <a:gd name="connsiteX134" fmla="*/ 368139 w 2306082"/>
              <a:gd name="connsiteY134" fmla="*/ 698496 h 1321594"/>
              <a:gd name="connsiteX135" fmla="*/ 330416 w 2306082"/>
              <a:gd name="connsiteY135" fmla="*/ 689066 h 1321594"/>
              <a:gd name="connsiteX136" fmla="*/ 283262 w 2306082"/>
              <a:gd name="connsiteY136" fmla="*/ 679635 h 1321594"/>
              <a:gd name="connsiteX137" fmla="*/ 236109 w 2306082"/>
              <a:gd name="connsiteY137" fmla="*/ 670204 h 1321594"/>
              <a:gd name="connsiteX138" fmla="*/ 141802 w 2306082"/>
              <a:gd name="connsiteY138" fmla="*/ 651343 h 1321594"/>
              <a:gd name="connsiteX139" fmla="*/ 113510 w 2306082"/>
              <a:gd name="connsiteY139" fmla="*/ 651343 h 1321594"/>
              <a:gd name="connsiteX140" fmla="*/ 85218 w 2306082"/>
              <a:gd name="connsiteY140" fmla="*/ 641912 h 1321594"/>
              <a:gd name="connsiteX141" fmla="*/ 66357 w 2306082"/>
              <a:gd name="connsiteY141" fmla="*/ 632481 h 1321594"/>
              <a:gd name="connsiteX142" fmla="*/ 56926 w 2306082"/>
              <a:gd name="connsiteY142" fmla="*/ 632481 h 1321594"/>
              <a:gd name="connsiteX143" fmla="*/ 47495 w 2306082"/>
              <a:gd name="connsiteY143" fmla="*/ 623051 h 1321594"/>
              <a:gd name="connsiteX144" fmla="*/ 47495 w 2306082"/>
              <a:gd name="connsiteY144" fmla="*/ 594759 h 1321594"/>
              <a:gd name="connsiteX145" fmla="*/ 56926 w 2306082"/>
              <a:gd name="connsiteY145" fmla="*/ 575897 h 1321594"/>
              <a:gd name="connsiteX146" fmla="*/ 66357 w 2306082"/>
              <a:gd name="connsiteY146" fmla="*/ 547605 h 1321594"/>
              <a:gd name="connsiteX147" fmla="*/ 75787 w 2306082"/>
              <a:gd name="connsiteY147" fmla="*/ 528744 h 1321594"/>
              <a:gd name="connsiteX148" fmla="*/ 104079 w 2306082"/>
              <a:gd name="connsiteY148" fmla="*/ 509883 h 1321594"/>
              <a:gd name="connsiteX149" fmla="*/ 122941 w 2306082"/>
              <a:gd name="connsiteY149" fmla="*/ 491021 h 1321594"/>
              <a:gd name="connsiteX150" fmla="*/ 151233 w 2306082"/>
              <a:gd name="connsiteY150" fmla="*/ 472160 h 1321594"/>
              <a:gd name="connsiteX151" fmla="*/ 188956 w 2306082"/>
              <a:gd name="connsiteY151" fmla="*/ 453299 h 1321594"/>
              <a:gd name="connsiteX152" fmla="*/ 245540 w 2306082"/>
              <a:gd name="connsiteY152" fmla="*/ 434437 h 1321594"/>
              <a:gd name="connsiteX153" fmla="*/ 283262 w 2306082"/>
              <a:gd name="connsiteY153" fmla="*/ 425006 h 1321594"/>
              <a:gd name="connsiteX154" fmla="*/ 320985 w 2306082"/>
              <a:gd name="connsiteY154" fmla="*/ 406145 h 1321594"/>
              <a:gd name="connsiteX155" fmla="*/ 387000 w 2306082"/>
              <a:gd name="connsiteY155" fmla="*/ 396714 h 1321594"/>
              <a:gd name="connsiteX156" fmla="*/ 481307 w 2306082"/>
              <a:gd name="connsiteY156" fmla="*/ 368422 h 1321594"/>
              <a:gd name="connsiteX157" fmla="*/ 575614 w 2306082"/>
              <a:gd name="connsiteY157" fmla="*/ 358992 h 1321594"/>
              <a:gd name="connsiteX158" fmla="*/ 660490 w 2306082"/>
              <a:gd name="connsiteY158" fmla="*/ 349561 h 1321594"/>
              <a:gd name="connsiteX159" fmla="*/ 858535 w 2306082"/>
              <a:gd name="connsiteY159" fmla="*/ 349561 h 1321594"/>
              <a:gd name="connsiteX160" fmla="*/ 962272 w 2306082"/>
              <a:gd name="connsiteY160" fmla="*/ 340130 h 1321594"/>
              <a:gd name="connsiteX161" fmla="*/ 1943065 w 2306082"/>
              <a:gd name="connsiteY161" fmla="*/ 340130 h 1321594"/>
              <a:gd name="connsiteX162" fmla="*/ 1990218 w 2306082"/>
              <a:gd name="connsiteY162" fmla="*/ 349561 h 1321594"/>
              <a:gd name="connsiteX163" fmla="*/ 2046802 w 2306082"/>
              <a:gd name="connsiteY163" fmla="*/ 358992 h 1321594"/>
              <a:gd name="connsiteX164" fmla="*/ 2122248 w 2306082"/>
              <a:gd name="connsiteY164" fmla="*/ 358992 h 1321594"/>
              <a:gd name="connsiteX165" fmla="*/ 2141109 w 2306082"/>
              <a:gd name="connsiteY165" fmla="*/ 368422 h 1321594"/>
              <a:gd name="connsiteX166" fmla="*/ 2159971 w 2306082"/>
              <a:gd name="connsiteY166" fmla="*/ 377853 h 1321594"/>
              <a:gd name="connsiteX167" fmla="*/ 2178832 w 2306082"/>
              <a:gd name="connsiteY167" fmla="*/ 387284 h 1321594"/>
              <a:gd name="connsiteX168" fmla="*/ 2188263 w 2306082"/>
              <a:gd name="connsiteY168" fmla="*/ 387284 h 1321594"/>
              <a:gd name="connsiteX169" fmla="*/ 2197693 w 2306082"/>
              <a:gd name="connsiteY169" fmla="*/ 396714 h 1321594"/>
              <a:gd name="connsiteX170" fmla="*/ 2197693 w 2306082"/>
              <a:gd name="connsiteY170" fmla="*/ 434437 h 1321594"/>
              <a:gd name="connsiteX171" fmla="*/ 2188263 w 2306082"/>
              <a:gd name="connsiteY171" fmla="*/ 453299 h 1321594"/>
              <a:gd name="connsiteX172" fmla="*/ 2178832 w 2306082"/>
              <a:gd name="connsiteY172" fmla="*/ 462729 h 1321594"/>
              <a:gd name="connsiteX173" fmla="*/ 2169401 w 2306082"/>
              <a:gd name="connsiteY173" fmla="*/ 472160 h 1321594"/>
              <a:gd name="connsiteX174" fmla="*/ 2141109 w 2306082"/>
              <a:gd name="connsiteY174" fmla="*/ 491021 h 1321594"/>
              <a:gd name="connsiteX175" fmla="*/ 2131679 w 2306082"/>
              <a:gd name="connsiteY175" fmla="*/ 491021 h 1321594"/>
              <a:gd name="connsiteX176" fmla="*/ 2093956 w 2306082"/>
              <a:gd name="connsiteY176" fmla="*/ 538175 h 1321594"/>
              <a:gd name="connsiteX177" fmla="*/ 2075094 w 2306082"/>
              <a:gd name="connsiteY177" fmla="*/ 547605 h 1321594"/>
              <a:gd name="connsiteX178" fmla="*/ 2037371 w 2306082"/>
              <a:gd name="connsiteY178" fmla="*/ 575897 h 1321594"/>
              <a:gd name="connsiteX179" fmla="*/ 2009079 w 2306082"/>
              <a:gd name="connsiteY179" fmla="*/ 585328 h 1321594"/>
              <a:gd name="connsiteX180" fmla="*/ 1952495 w 2306082"/>
              <a:gd name="connsiteY180" fmla="*/ 613620 h 1321594"/>
              <a:gd name="connsiteX181" fmla="*/ 1924203 w 2306082"/>
              <a:gd name="connsiteY181" fmla="*/ 632481 h 1321594"/>
              <a:gd name="connsiteX182" fmla="*/ 1858188 w 2306082"/>
              <a:gd name="connsiteY182" fmla="*/ 651343 h 1321594"/>
              <a:gd name="connsiteX183" fmla="*/ 1811035 w 2306082"/>
              <a:gd name="connsiteY183" fmla="*/ 660774 h 1321594"/>
              <a:gd name="connsiteX184" fmla="*/ 1735589 w 2306082"/>
              <a:gd name="connsiteY184" fmla="*/ 689066 h 1321594"/>
              <a:gd name="connsiteX185" fmla="*/ 1612990 w 2306082"/>
              <a:gd name="connsiteY185" fmla="*/ 717358 h 1321594"/>
              <a:gd name="connsiteX186" fmla="*/ 1556406 w 2306082"/>
              <a:gd name="connsiteY186" fmla="*/ 736219 h 1321594"/>
              <a:gd name="connsiteX187" fmla="*/ 1452668 w 2306082"/>
              <a:gd name="connsiteY187" fmla="*/ 745650 h 1321594"/>
              <a:gd name="connsiteX188" fmla="*/ 764228 w 2306082"/>
              <a:gd name="connsiteY188" fmla="*/ 745650 h 1321594"/>
              <a:gd name="connsiteX189" fmla="*/ 651059 w 2306082"/>
              <a:gd name="connsiteY189" fmla="*/ 726789 h 1321594"/>
              <a:gd name="connsiteX190" fmla="*/ 509599 w 2306082"/>
              <a:gd name="connsiteY190" fmla="*/ 698496 h 1321594"/>
              <a:gd name="connsiteX191" fmla="*/ 453015 w 2306082"/>
              <a:gd name="connsiteY191" fmla="*/ 689066 h 1321594"/>
              <a:gd name="connsiteX192" fmla="*/ 387000 w 2306082"/>
              <a:gd name="connsiteY192" fmla="*/ 679635 h 1321594"/>
              <a:gd name="connsiteX193" fmla="*/ 320985 w 2306082"/>
              <a:gd name="connsiteY193" fmla="*/ 670204 h 1321594"/>
              <a:gd name="connsiteX194" fmla="*/ 273832 w 2306082"/>
              <a:gd name="connsiteY194" fmla="*/ 660774 h 1321594"/>
              <a:gd name="connsiteX195" fmla="*/ 217248 w 2306082"/>
              <a:gd name="connsiteY195" fmla="*/ 632481 h 1321594"/>
              <a:gd name="connsiteX196" fmla="*/ 198386 w 2306082"/>
              <a:gd name="connsiteY196" fmla="*/ 632481 h 1321594"/>
              <a:gd name="connsiteX197" fmla="*/ 160663 w 2306082"/>
              <a:gd name="connsiteY197" fmla="*/ 613620 h 1321594"/>
              <a:gd name="connsiteX198" fmla="*/ 122941 w 2306082"/>
              <a:gd name="connsiteY198" fmla="*/ 594759 h 1321594"/>
              <a:gd name="connsiteX199" fmla="*/ 113510 w 2306082"/>
              <a:gd name="connsiteY199" fmla="*/ 585328 h 1321594"/>
              <a:gd name="connsiteX200" fmla="*/ 94649 w 2306082"/>
              <a:gd name="connsiteY200" fmla="*/ 566467 h 1321594"/>
              <a:gd name="connsiteX201" fmla="*/ 85218 w 2306082"/>
              <a:gd name="connsiteY201" fmla="*/ 557036 h 1321594"/>
              <a:gd name="connsiteX202" fmla="*/ 85218 w 2306082"/>
              <a:gd name="connsiteY202" fmla="*/ 509883 h 1321594"/>
              <a:gd name="connsiteX203" fmla="*/ 94649 w 2306082"/>
              <a:gd name="connsiteY203" fmla="*/ 481590 h 1321594"/>
              <a:gd name="connsiteX204" fmla="*/ 104079 w 2306082"/>
              <a:gd name="connsiteY204" fmla="*/ 453299 h 1321594"/>
              <a:gd name="connsiteX205" fmla="*/ 122941 w 2306082"/>
              <a:gd name="connsiteY205" fmla="*/ 434437 h 1321594"/>
              <a:gd name="connsiteX206" fmla="*/ 141802 w 2306082"/>
              <a:gd name="connsiteY206" fmla="*/ 425006 h 1321594"/>
              <a:gd name="connsiteX207" fmla="*/ 170094 w 2306082"/>
              <a:gd name="connsiteY207" fmla="*/ 396714 h 1321594"/>
              <a:gd name="connsiteX208" fmla="*/ 245540 w 2306082"/>
              <a:gd name="connsiteY208" fmla="*/ 377853 h 1321594"/>
              <a:gd name="connsiteX209" fmla="*/ 320985 w 2306082"/>
              <a:gd name="connsiteY209" fmla="*/ 349561 h 1321594"/>
              <a:gd name="connsiteX210" fmla="*/ 443584 w 2306082"/>
              <a:gd name="connsiteY210" fmla="*/ 292977 h 1321594"/>
              <a:gd name="connsiteX211" fmla="*/ 509599 w 2306082"/>
              <a:gd name="connsiteY211" fmla="*/ 264684 h 1321594"/>
              <a:gd name="connsiteX212" fmla="*/ 566183 w 2306082"/>
              <a:gd name="connsiteY212" fmla="*/ 245823 h 1321594"/>
              <a:gd name="connsiteX213" fmla="*/ 641629 w 2306082"/>
              <a:gd name="connsiteY213" fmla="*/ 217531 h 1321594"/>
              <a:gd name="connsiteX214" fmla="*/ 698213 w 2306082"/>
              <a:gd name="connsiteY214" fmla="*/ 198670 h 1321594"/>
              <a:gd name="connsiteX215" fmla="*/ 783089 w 2306082"/>
              <a:gd name="connsiteY215" fmla="*/ 179808 h 1321594"/>
              <a:gd name="connsiteX216" fmla="*/ 839673 w 2306082"/>
              <a:gd name="connsiteY216" fmla="*/ 170378 h 1321594"/>
              <a:gd name="connsiteX217" fmla="*/ 905688 w 2306082"/>
              <a:gd name="connsiteY217" fmla="*/ 160947 h 1321594"/>
              <a:gd name="connsiteX218" fmla="*/ 990564 w 2306082"/>
              <a:gd name="connsiteY218" fmla="*/ 151516 h 1321594"/>
              <a:gd name="connsiteX219" fmla="*/ 1103733 w 2306082"/>
              <a:gd name="connsiteY219" fmla="*/ 142086 h 1321594"/>
              <a:gd name="connsiteX220" fmla="*/ 1443238 w 2306082"/>
              <a:gd name="connsiteY220" fmla="*/ 142086 h 1321594"/>
              <a:gd name="connsiteX221" fmla="*/ 1528114 w 2306082"/>
              <a:gd name="connsiteY221" fmla="*/ 151516 h 1321594"/>
              <a:gd name="connsiteX222" fmla="*/ 1641282 w 2306082"/>
              <a:gd name="connsiteY222" fmla="*/ 151516 h 1321594"/>
              <a:gd name="connsiteX223" fmla="*/ 1716728 w 2306082"/>
              <a:gd name="connsiteY223" fmla="*/ 160947 h 1321594"/>
              <a:gd name="connsiteX224" fmla="*/ 1763881 w 2306082"/>
              <a:gd name="connsiteY224" fmla="*/ 160947 h 1321594"/>
              <a:gd name="connsiteX225" fmla="*/ 1820465 w 2306082"/>
              <a:gd name="connsiteY225" fmla="*/ 170378 h 1321594"/>
              <a:gd name="connsiteX226" fmla="*/ 1858188 w 2306082"/>
              <a:gd name="connsiteY226" fmla="*/ 170378 h 1321594"/>
              <a:gd name="connsiteX227" fmla="*/ 1895911 w 2306082"/>
              <a:gd name="connsiteY227" fmla="*/ 179808 h 1321594"/>
              <a:gd name="connsiteX228" fmla="*/ 1914772 w 2306082"/>
              <a:gd name="connsiteY228" fmla="*/ 179808 h 1321594"/>
              <a:gd name="connsiteX229" fmla="*/ 1943065 w 2306082"/>
              <a:gd name="connsiteY229" fmla="*/ 189239 h 1321594"/>
              <a:gd name="connsiteX230" fmla="*/ 1961926 w 2306082"/>
              <a:gd name="connsiteY230" fmla="*/ 198670 h 1321594"/>
              <a:gd name="connsiteX231" fmla="*/ 1971356 w 2306082"/>
              <a:gd name="connsiteY231" fmla="*/ 208100 h 1321594"/>
              <a:gd name="connsiteX232" fmla="*/ 1971356 w 2306082"/>
              <a:gd name="connsiteY232" fmla="*/ 226962 h 1321594"/>
              <a:gd name="connsiteX233" fmla="*/ 1961926 w 2306082"/>
              <a:gd name="connsiteY233" fmla="*/ 236393 h 1321594"/>
              <a:gd name="connsiteX234" fmla="*/ 1952495 w 2306082"/>
              <a:gd name="connsiteY234" fmla="*/ 255254 h 1321594"/>
              <a:gd name="connsiteX235" fmla="*/ 1924203 w 2306082"/>
              <a:gd name="connsiteY235" fmla="*/ 264684 h 1321594"/>
              <a:gd name="connsiteX236" fmla="*/ 1895911 w 2306082"/>
              <a:gd name="connsiteY236" fmla="*/ 292977 h 1321594"/>
              <a:gd name="connsiteX237" fmla="*/ 1877050 w 2306082"/>
              <a:gd name="connsiteY237" fmla="*/ 330699 h 1321594"/>
              <a:gd name="connsiteX238" fmla="*/ 1848758 w 2306082"/>
              <a:gd name="connsiteY238" fmla="*/ 349561 h 1321594"/>
              <a:gd name="connsiteX239" fmla="*/ 1801604 w 2306082"/>
              <a:gd name="connsiteY239" fmla="*/ 368422 h 1321594"/>
              <a:gd name="connsiteX240" fmla="*/ 1754451 w 2306082"/>
              <a:gd name="connsiteY240" fmla="*/ 387284 h 1321594"/>
              <a:gd name="connsiteX241" fmla="*/ 1707297 w 2306082"/>
              <a:gd name="connsiteY241" fmla="*/ 415576 h 1321594"/>
              <a:gd name="connsiteX242" fmla="*/ 1679005 w 2306082"/>
              <a:gd name="connsiteY242" fmla="*/ 434437 h 1321594"/>
              <a:gd name="connsiteX243" fmla="*/ 1622421 w 2306082"/>
              <a:gd name="connsiteY243" fmla="*/ 453299 h 1321594"/>
              <a:gd name="connsiteX244" fmla="*/ 1584698 w 2306082"/>
              <a:gd name="connsiteY244" fmla="*/ 472160 h 1321594"/>
              <a:gd name="connsiteX245" fmla="*/ 1537545 w 2306082"/>
              <a:gd name="connsiteY245" fmla="*/ 491021 h 1321594"/>
              <a:gd name="connsiteX246" fmla="*/ 1471530 w 2306082"/>
              <a:gd name="connsiteY246" fmla="*/ 509883 h 1321594"/>
              <a:gd name="connsiteX247" fmla="*/ 1367792 w 2306082"/>
              <a:gd name="connsiteY247" fmla="*/ 538175 h 1321594"/>
              <a:gd name="connsiteX248" fmla="*/ 1311208 w 2306082"/>
              <a:gd name="connsiteY248" fmla="*/ 557036 h 1321594"/>
              <a:gd name="connsiteX249" fmla="*/ 1245193 w 2306082"/>
              <a:gd name="connsiteY249" fmla="*/ 566467 h 1321594"/>
              <a:gd name="connsiteX250" fmla="*/ 1179178 w 2306082"/>
              <a:gd name="connsiteY250" fmla="*/ 566467 h 1321594"/>
              <a:gd name="connsiteX251" fmla="*/ 1122594 w 2306082"/>
              <a:gd name="connsiteY251" fmla="*/ 575897 h 1321594"/>
              <a:gd name="connsiteX252" fmla="*/ 849104 w 2306082"/>
              <a:gd name="connsiteY252" fmla="*/ 575897 h 1321594"/>
              <a:gd name="connsiteX253" fmla="*/ 792520 w 2306082"/>
              <a:gd name="connsiteY253" fmla="*/ 557036 h 1321594"/>
              <a:gd name="connsiteX254" fmla="*/ 801951 w 2306082"/>
              <a:gd name="connsiteY254" fmla="*/ 575897 h 1321594"/>
              <a:gd name="connsiteX255" fmla="*/ 773659 w 2306082"/>
              <a:gd name="connsiteY255" fmla="*/ 566467 h 1321594"/>
              <a:gd name="connsiteX256" fmla="*/ 754797 w 2306082"/>
              <a:gd name="connsiteY256" fmla="*/ 566467 h 1321594"/>
              <a:gd name="connsiteX257" fmla="*/ 745366 w 2306082"/>
              <a:gd name="connsiteY257" fmla="*/ 557036 h 1321594"/>
              <a:gd name="connsiteX258" fmla="*/ 745366 w 2306082"/>
              <a:gd name="connsiteY258" fmla="*/ 519313 h 1321594"/>
              <a:gd name="connsiteX259" fmla="*/ 764228 w 2306082"/>
              <a:gd name="connsiteY259" fmla="*/ 500452 h 1321594"/>
              <a:gd name="connsiteX260" fmla="*/ 783089 w 2306082"/>
              <a:gd name="connsiteY260" fmla="*/ 481590 h 1321594"/>
              <a:gd name="connsiteX261" fmla="*/ 811381 w 2306082"/>
              <a:gd name="connsiteY261" fmla="*/ 462729 h 1321594"/>
              <a:gd name="connsiteX262" fmla="*/ 839673 w 2306082"/>
              <a:gd name="connsiteY262" fmla="*/ 443868 h 1321594"/>
              <a:gd name="connsiteX263" fmla="*/ 877396 w 2306082"/>
              <a:gd name="connsiteY263" fmla="*/ 425006 h 1321594"/>
              <a:gd name="connsiteX264" fmla="*/ 905688 w 2306082"/>
              <a:gd name="connsiteY264" fmla="*/ 406145 h 1321594"/>
              <a:gd name="connsiteX265" fmla="*/ 924550 w 2306082"/>
              <a:gd name="connsiteY265" fmla="*/ 425006 h 1321594"/>
              <a:gd name="connsiteX266" fmla="*/ 981134 w 2306082"/>
              <a:gd name="connsiteY266" fmla="*/ 406145 h 1321594"/>
              <a:gd name="connsiteX267" fmla="*/ 1018856 w 2306082"/>
              <a:gd name="connsiteY267" fmla="*/ 396714 h 1321594"/>
              <a:gd name="connsiteX268" fmla="*/ 1075441 w 2306082"/>
              <a:gd name="connsiteY268" fmla="*/ 377853 h 1321594"/>
              <a:gd name="connsiteX269" fmla="*/ 1122594 w 2306082"/>
              <a:gd name="connsiteY269" fmla="*/ 368422 h 1321594"/>
              <a:gd name="connsiteX270" fmla="*/ 1235762 w 2306082"/>
              <a:gd name="connsiteY270" fmla="*/ 330699 h 1321594"/>
              <a:gd name="connsiteX271" fmla="*/ 1301777 w 2306082"/>
              <a:gd name="connsiteY271" fmla="*/ 311838 h 1321594"/>
              <a:gd name="connsiteX272" fmla="*/ 1358362 w 2306082"/>
              <a:gd name="connsiteY272" fmla="*/ 292977 h 1321594"/>
              <a:gd name="connsiteX273" fmla="*/ 1424376 w 2306082"/>
              <a:gd name="connsiteY273" fmla="*/ 283546 h 1321594"/>
              <a:gd name="connsiteX274" fmla="*/ 1490391 w 2306082"/>
              <a:gd name="connsiteY274" fmla="*/ 264684 h 1321594"/>
              <a:gd name="connsiteX275" fmla="*/ 1546975 w 2306082"/>
              <a:gd name="connsiteY275" fmla="*/ 245823 h 1321594"/>
              <a:gd name="connsiteX276" fmla="*/ 1603559 w 2306082"/>
              <a:gd name="connsiteY276" fmla="*/ 236393 h 1321594"/>
              <a:gd name="connsiteX277" fmla="*/ 1650713 w 2306082"/>
              <a:gd name="connsiteY277" fmla="*/ 226962 h 1321594"/>
              <a:gd name="connsiteX278" fmla="*/ 1697866 w 2306082"/>
              <a:gd name="connsiteY278" fmla="*/ 217531 h 1321594"/>
              <a:gd name="connsiteX279" fmla="*/ 1754451 w 2306082"/>
              <a:gd name="connsiteY279" fmla="*/ 236393 h 1321594"/>
              <a:gd name="connsiteX280" fmla="*/ 2027941 w 2306082"/>
              <a:gd name="connsiteY280" fmla="*/ 236393 h 1321594"/>
              <a:gd name="connsiteX281" fmla="*/ 2046802 w 2306082"/>
              <a:gd name="connsiteY281" fmla="*/ 245823 h 1321594"/>
              <a:gd name="connsiteX282" fmla="*/ 2065664 w 2306082"/>
              <a:gd name="connsiteY282" fmla="*/ 245823 h 1321594"/>
              <a:gd name="connsiteX283" fmla="*/ 2075094 w 2306082"/>
              <a:gd name="connsiteY283" fmla="*/ 255254 h 1321594"/>
              <a:gd name="connsiteX284" fmla="*/ 2084525 w 2306082"/>
              <a:gd name="connsiteY284" fmla="*/ 264684 h 1321594"/>
              <a:gd name="connsiteX285" fmla="*/ 2084525 w 2306082"/>
              <a:gd name="connsiteY285" fmla="*/ 340130 h 1321594"/>
              <a:gd name="connsiteX286" fmla="*/ 2065664 w 2306082"/>
              <a:gd name="connsiteY286" fmla="*/ 358992 h 1321594"/>
              <a:gd name="connsiteX287" fmla="*/ 2056233 w 2306082"/>
              <a:gd name="connsiteY287" fmla="*/ 387284 h 1321594"/>
              <a:gd name="connsiteX288" fmla="*/ 2037371 w 2306082"/>
              <a:gd name="connsiteY288" fmla="*/ 415576 h 1321594"/>
              <a:gd name="connsiteX289" fmla="*/ 2018510 w 2306082"/>
              <a:gd name="connsiteY289" fmla="*/ 443868 h 1321594"/>
              <a:gd name="connsiteX290" fmla="*/ 2009079 w 2306082"/>
              <a:gd name="connsiteY290" fmla="*/ 472160 h 1321594"/>
              <a:gd name="connsiteX291" fmla="*/ 1990218 w 2306082"/>
              <a:gd name="connsiteY291" fmla="*/ 509883 h 1321594"/>
              <a:gd name="connsiteX292" fmla="*/ 1961926 w 2306082"/>
              <a:gd name="connsiteY292" fmla="*/ 547605 h 1321594"/>
              <a:gd name="connsiteX293" fmla="*/ 1952495 w 2306082"/>
              <a:gd name="connsiteY293" fmla="*/ 575897 h 1321594"/>
              <a:gd name="connsiteX294" fmla="*/ 1933634 w 2306082"/>
              <a:gd name="connsiteY294" fmla="*/ 604190 h 1321594"/>
              <a:gd name="connsiteX295" fmla="*/ 1924203 w 2306082"/>
              <a:gd name="connsiteY295" fmla="*/ 623051 h 1321594"/>
              <a:gd name="connsiteX296" fmla="*/ 1905342 w 2306082"/>
              <a:gd name="connsiteY296" fmla="*/ 651343 h 1321594"/>
              <a:gd name="connsiteX297" fmla="*/ 1886480 w 2306082"/>
              <a:gd name="connsiteY297" fmla="*/ 670204 h 1321594"/>
              <a:gd name="connsiteX298" fmla="*/ 1858188 w 2306082"/>
              <a:gd name="connsiteY298" fmla="*/ 698496 h 1321594"/>
              <a:gd name="connsiteX299" fmla="*/ 1829896 w 2306082"/>
              <a:gd name="connsiteY299" fmla="*/ 726789 h 1321594"/>
              <a:gd name="connsiteX300" fmla="*/ 1811035 w 2306082"/>
              <a:gd name="connsiteY300" fmla="*/ 736219 h 1321594"/>
              <a:gd name="connsiteX301" fmla="*/ 1792174 w 2306082"/>
              <a:gd name="connsiteY301" fmla="*/ 755081 h 1321594"/>
              <a:gd name="connsiteX302" fmla="*/ 1773312 w 2306082"/>
              <a:gd name="connsiteY302" fmla="*/ 764512 h 1321594"/>
              <a:gd name="connsiteX303" fmla="*/ 1763881 w 2306082"/>
              <a:gd name="connsiteY303" fmla="*/ 764512 h 1321594"/>
              <a:gd name="connsiteX304" fmla="*/ 1754451 w 2306082"/>
              <a:gd name="connsiteY304" fmla="*/ 773942 h 1321594"/>
              <a:gd name="connsiteX305" fmla="*/ 1735589 w 2306082"/>
              <a:gd name="connsiteY305" fmla="*/ 783373 h 1321594"/>
              <a:gd name="connsiteX306" fmla="*/ 1726159 w 2306082"/>
              <a:gd name="connsiteY306" fmla="*/ 792803 h 1321594"/>
              <a:gd name="connsiteX307" fmla="*/ 1707297 w 2306082"/>
              <a:gd name="connsiteY307" fmla="*/ 783373 h 1321594"/>
              <a:gd name="connsiteX308" fmla="*/ 1707297 w 2306082"/>
              <a:gd name="connsiteY308" fmla="*/ 679635 h 1321594"/>
              <a:gd name="connsiteX309" fmla="*/ 1716728 w 2306082"/>
              <a:gd name="connsiteY309" fmla="*/ 660774 h 1321594"/>
              <a:gd name="connsiteX310" fmla="*/ 1735589 w 2306082"/>
              <a:gd name="connsiteY310" fmla="*/ 651343 h 1321594"/>
              <a:gd name="connsiteX311" fmla="*/ 1745020 w 2306082"/>
              <a:gd name="connsiteY311" fmla="*/ 623051 h 1321594"/>
              <a:gd name="connsiteX312" fmla="*/ 1754451 w 2306082"/>
              <a:gd name="connsiteY312" fmla="*/ 594759 h 1321594"/>
              <a:gd name="connsiteX313" fmla="*/ 1773312 w 2306082"/>
              <a:gd name="connsiteY313" fmla="*/ 566467 h 1321594"/>
              <a:gd name="connsiteX314" fmla="*/ 1782743 w 2306082"/>
              <a:gd name="connsiteY314" fmla="*/ 557036 h 1321594"/>
              <a:gd name="connsiteX315" fmla="*/ 1792174 w 2306082"/>
              <a:gd name="connsiteY315" fmla="*/ 538175 h 1321594"/>
              <a:gd name="connsiteX316" fmla="*/ 1811035 w 2306082"/>
              <a:gd name="connsiteY316" fmla="*/ 509883 h 1321594"/>
              <a:gd name="connsiteX317" fmla="*/ 1829896 w 2306082"/>
              <a:gd name="connsiteY317" fmla="*/ 491021 h 1321594"/>
              <a:gd name="connsiteX318" fmla="*/ 1829896 w 2306082"/>
              <a:gd name="connsiteY318" fmla="*/ 481590 h 1321594"/>
              <a:gd name="connsiteX319" fmla="*/ 1858188 w 2306082"/>
              <a:gd name="connsiteY319" fmla="*/ 472160 h 1321594"/>
              <a:gd name="connsiteX320" fmla="*/ 1858188 w 2306082"/>
              <a:gd name="connsiteY320" fmla="*/ 443868 h 1321594"/>
              <a:gd name="connsiteX321" fmla="*/ 1877050 w 2306082"/>
              <a:gd name="connsiteY321" fmla="*/ 434437 h 1321594"/>
              <a:gd name="connsiteX322" fmla="*/ 1886480 w 2306082"/>
              <a:gd name="connsiteY322" fmla="*/ 415576 h 1321594"/>
              <a:gd name="connsiteX323" fmla="*/ 1905342 w 2306082"/>
              <a:gd name="connsiteY323" fmla="*/ 406145 h 1321594"/>
              <a:gd name="connsiteX324" fmla="*/ 1933634 w 2306082"/>
              <a:gd name="connsiteY324" fmla="*/ 415576 h 1321594"/>
              <a:gd name="connsiteX325" fmla="*/ 1943065 w 2306082"/>
              <a:gd name="connsiteY325" fmla="*/ 434437 h 1321594"/>
              <a:gd name="connsiteX326" fmla="*/ 1943065 w 2306082"/>
              <a:gd name="connsiteY326" fmla="*/ 472160 h 1321594"/>
              <a:gd name="connsiteX327" fmla="*/ 1933634 w 2306082"/>
              <a:gd name="connsiteY327" fmla="*/ 500452 h 1321594"/>
              <a:gd name="connsiteX328" fmla="*/ 1924203 w 2306082"/>
              <a:gd name="connsiteY328" fmla="*/ 519313 h 1321594"/>
              <a:gd name="connsiteX329" fmla="*/ 1905342 w 2306082"/>
              <a:gd name="connsiteY329" fmla="*/ 547605 h 1321594"/>
              <a:gd name="connsiteX330" fmla="*/ 1886480 w 2306082"/>
              <a:gd name="connsiteY330" fmla="*/ 585328 h 1321594"/>
              <a:gd name="connsiteX331" fmla="*/ 1848758 w 2306082"/>
              <a:gd name="connsiteY331" fmla="*/ 651343 h 1321594"/>
              <a:gd name="connsiteX332" fmla="*/ 1801604 w 2306082"/>
              <a:gd name="connsiteY332" fmla="*/ 717358 h 1321594"/>
              <a:gd name="connsiteX333" fmla="*/ 1763881 w 2306082"/>
              <a:gd name="connsiteY333" fmla="*/ 755081 h 1321594"/>
              <a:gd name="connsiteX334" fmla="*/ 1735589 w 2306082"/>
              <a:gd name="connsiteY334" fmla="*/ 792803 h 1321594"/>
              <a:gd name="connsiteX335" fmla="*/ 1697866 w 2306082"/>
              <a:gd name="connsiteY335" fmla="*/ 821095 h 1321594"/>
              <a:gd name="connsiteX336" fmla="*/ 1679005 w 2306082"/>
              <a:gd name="connsiteY336" fmla="*/ 858818 h 1321594"/>
              <a:gd name="connsiteX337" fmla="*/ 1660144 w 2306082"/>
              <a:gd name="connsiteY337" fmla="*/ 887110 h 1321594"/>
              <a:gd name="connsiteX338" fmla="*/ 1622421 w 2306082"/>
              <a:gd name="connsiteY338" fmla="*/ 924833 h 1321594"/>
              <a:gd name="connsiteX339" fmla="*/ 1584698 w 2306082"/>
              <a:gd name="connsiteY339" fmla="*/ 962556 h 1321594"/>
              <a:gd name="connsiteX340" fmla="*/ 1546975 w 2306082"/>
              <a:gd name="connsiteY340" fmla="*/ 1000279 h 1321594"/>
              <a:gd name="connsiteX341" fmla="*/ 1499822 w 2306082"/>
              <a:gd name="connsiteY341" fmla="*/ 1038001 h 1321594"/>
              <a:gd name="connsiteX342" fmla="*/ 1443238 w 2306082"/>
              <a:gd name="connsiteY342" fmla="*/ 1066294 h 1321594"/>
              <a:gd name="connsiteX343" fmla="*/ 1414946 w 2306082"/>
              <a:gd name="connsiteY343" fmla="*/ 1085155 h 1321594"/>
              <a:gd name="connsiteX344" fmla="*/ 1377223 w 2306082"/>
              <a:gd name="connsiteY344" fmla="*/ 1104016 h 1321594"/>
              <a:gd name="connsiteX345" fmla="*/ 1339500 w 2306082"/>
              <a:gd name="connsiteY345" fmla="*/ 1122877 h 1321594"/>
              <a:gd name="connsiteX346" fmla="*/ 1301777 w 2306082"/>
              <a:gd name="connsiteY346" fmla="*/ 1141739 h 1321594"/>
              <a:gd name="connsiteX347" fmla="*/ 1273485 w 2306082"/>
              <a:gd name="connsiteY347" fmla="*/ 1151170 h 1321594"/>
              <a:gd name="connsiteX348" fmla="*/ 1226332 w 2306082"/>
              <a:gd name="connsiteY348" fmla="*/ 1170032 h 1321594"/>
              <a:gd name="connsiteX349" fmla="*/ 1198040 w 2306082"/>
              <a:gd name="connsiteY349" fmla="*/ 1170032 h 1321594"/>
              <a:gd name="connsiteX350" fmla="*/ 1169748 w 2306082"/>
              <a:gd name="connsiteY350" fmla="*/ 1179462 h 1321594"/>
              <a:gd name="connsiteX351" fmla="*/ 990564 w 2306082"/>
              <a:gd name="connsiteY351" fmla="*/ 1179462 h 1321594"/>
              <a:gd name="connsiteX352" fmla="*/ 962272 w 2306082"/>
              <a:gd name="connsiteY352" fmla="*/ 1170032 h 1321594"/>
              <a:gd name="connsiteX353" fmla="*/ 943411 w 2306082"/>
              <a:gd name="connsiteY353" fmla="*/ 1160600 h 1321594"/>
              <a:gd name="connsiteX354" fmla="*/ 924550 w 2306082"/>
              <a:gd name="connsiteY354" fmla="*/ 1151170 h 1321594"/>
              <a:gd name="connsiteX355" fmla="*/ 905688 w 2306082"/>
              <a:gd name="connsiteY355" fmla="*/ 1141739 h 1321594"/>
              <a:gd name="connsiteX356" fmla="*/ 896257 w 2306082"/>
              <a:gd name="connsiteY356" fmla="*/ 1132308 h 1321594"/>
              <a:gd name="connsiteX357" fmla="*/ 877396 w 2306082"/>
              <a:gd name="connsiteY357" fmla="*/ 1113447 h 1321594"/>
              <a:gd name="connsiteX358" fmla="*/ 858535 w 2306082"/>
              <a:gd name="connsiteY358" fmla="*/ 1085155 h 1321594"/>
              <a:gd name="connsiteX359" fmla="*/ 858535 w 2306082"/>
              <a:gd name="connsiteY359" fmla="*/ 1075724 h 1321594"/>
              <a:gd name="connsiteX360" fmla="*/ 849104 w 2306082"/>
              <a:gd name="connsiteY360" fmla="*/ 1066294 h 1321594"/>
              <a:gd name="connsiteX361" fmla="*/ 830243 w 2306082"/>
              <a:gd name="connsiteY361" fmla="*/ 1038001 h 1321594"/>
              <a:gd name="connsiteX362" fmla="*/ 830243 w 2306082"/>
              <a:gd name="connsiteY362" fmla="*/ 981417 h 1321594"/>
              <a:gd name="connsiteX363" fmla="*/ 849104 w 2306082"/>
              <a:gd name="connsiteY363" fmla="*/ 953126 h 1321594"/>
              <a:gd name="connsiteX364" fmla="*/ 849104 w 2306082"/>
              <a:gd name="connsiteY364" fmla="*/ 934264 h 1321594"/>
              <a:gd name="connsiteX365" fmla="*/ 877396 w 2306082"/>
              <a:gd name="connsiteY365" fmla="*/ 905971 h 1321594"/>
              <a:gd name="connsiteX366" fmla="*/ 896257 w 2306082"/>
              <a:gd name="connsiteY366" fmla="*/ 887110 h 1321594"/>
              <a:gd name="connsiteX367" fmla="*/ 924550 w 2306082"/>
              <a:gd name="connsiteY367" fmla="*/ 868249 h 1321594"/>
              <a:gd name="connsiteX368" fmla="*/ 971703 w 2306082"/>
              <a:gd name="connsiteY368" fmla="*/ 849388 h 1321594"/>
              <a:gd name="connsiteX369" fmla="*/ 999995 w 2306082"/>
              <a:gd name="connsiteY369" fmla="*/ 830526 h 1321594"/>
              <a:gd name="connsiteX370" fmla="*/ 1047149 w 2306082"/>
              <a:gd name="connsiteY370" fmla="*/ 811665 h 1321594"/>
              <a:gd name="connsiteX371" fmla="*/ 1094302 w 2306082"/>
              <a:gd name="connsiteY371" fmla="*/ 811665 h 1321594"/>
              <a:gd name="connsiteX372" fmla="*/ 1141456 w 2306082"/>
              <a:gd name="connsiteY372" fmla="*/ 792803 h 1321594"/>
              <a:gd name="connsiteX373" fmla="*/ 1179178 w 2306082"/>
              <a:gd name="connsiteY373" fmla="*/ 783373 h 1321594"/>
              <a:gd name="connsiteX374" fmla="*/ 1216901 w 2306082"/>
              <a:gd name="connsiteY374" fmla="*/ 773942 h 1321594"/>
              <a:gd name="connsiteX375" fmla="*/ 1480961 w 2306082"/>
              <a:gd name="connsiteY375" fmla="*/ 773942 h 1321594"/>
              <a:gd name="connsiteX376" fmla="*/ 1490391 w 2306082"/>
              <a:gd name="connsiteY376" fmla="*/ 783373 h 1321594"/>
              <a:gd name="connsiteX377" fmla="*/ 1499822 w 2306082"/>
              <a:gd name="connsiteY377" fmla="*/ 792803 h 1321594"/>
              <a:gd name="connsiteX378" fmla="*/ 1499822 w 2306082"/>
              <a:gd name="connsiteY378" fmla="*/ 830526 h 1321594"/>
              <a:gd name="connsiteX379" fmla="*/ 1480961 w 2306082"/>
              <a:gd name="connsiteY379" fmla="*/ 849388 h 1321594"/>
              <a:gd name="connsiteX380" fmla="*/ 1443238 w 2306082"/>
              <a:gd name="connsiteY380" fmla="*/ 877680 h 1321594"/>
              <a:gd name="connsiteX381" fmla="*/ 1405515 w 2306082"/>
              <a:gd name="connsiteY381" fmla="*/ 896541 h 1321594"/>
              <a:gd name="connsiteX382" fmla="*/ 1396084 w 2306082"/>
              <a:gd name="connsiteY382" fmla="*/ 915402 h 1321594"/>
              <a:gd name="connsiteX383" fmla="*/ 1367792 w 2306082"/>
              <a:gd name="connsiteY383" fmla="*/ 934264 h 1321594"/>
              <a:gd name="connsiteX384" fmla="*/ 1339500 w 2306082"/>
              <a:gd name="connsiteY384" fmla="*/ 953126 h 1321594"/>
              <a:gd name="connsiteX385" fmla="*/ 1311208 w 2306082"/>
              <a:gd name="connsiteY385" fmla="*/ 971987 h 1321594"/>
              <a:gd name="connsiteX386" fmla="*/ 1292347 w 2306082"/>
              <a:gd name="connsiteY386" fmla="*/ 981417 h 1321594"/>
              <a:gd name="connsiteX387" fmla="*/ 1273485 w 2306082"/>
              <a:gd name="connsiteY387" fmla="*/ 1000279 h 1321594"/>
              <a:gd name="connsiteX388" fmla="*/ 1245193 w 2306082"/>
              <a:gd name="connsiteY388" fmla="*/ 1019140 h 1321594"/>
              <a:gd name="connsiteX389" fmla="*/ 1207471 w 2306082"/>
              <a:gd name="connsiteY389" fmla="*/ 1038001 h 1321594"/>
              <a:gd name="connsiteX390" fmla="*/ 1188609 w 2306082"/>
              <a:gd name="connsiteY390" fmla="*/ 1047432 h 1321594"/>
              <a:gd name="connsiteX391" fmla="*/ 1179178 w 2306082"/>
              <a:gd name="connsiteY391" fmla="*/ 1047432 h 1321594"/>
              <a:gd name="connsiteX392" fmla="*/ 1160317 w 2306082"/>
              <a:gd name="connsiteY392" fmla="*/ 1056863 h 1321594"/>
              <a:gd name="connsiteX393" fmla="*/ 1028287 w 2306082"/>
              <a:gd name="connsiteY393" fmla="*/ 1056863 h 1321594"/>
              <a:gd name="connsiteX394" fmla="*/ 999995 w 2306082"/>
              <a:gd name="connsiteY394" fmla="*/ 1038001 h 1321594"/>
              <a:gd name="connsiteX395" fmla="*/ 981134 w 2306082"/>
              <a:gd name="connsiteY395" fmla="*/ 1038001 h 1321594"/>
              <a:gd name="connsiteX396" fmla="*/ 990564 w 2306082"/>
              <a:gd name="connsiteY396" fmla="*/ 1047432 h 1321594"/>
              <a:gd name="connsiteX397" fmla="*/ 981134 w 2306082"/>
              <a:gd name="connsiteY397" fmla="*/ 1056863 h 1321594"/>
              <a:gd name="connsiteX398" fmla="*/ 981134 w 2306082"/>
              <a:gd name="connsiteY398" fmla="*/ 1047432 h 1321594"/>
              <a:gd name="connsiteX399" fmla="*/ 971703 w 2306082"/>
              <a:gd name="connsiteY399" fmla="*/ 1038001 h 1321594"/>
              <a:gd name="connsiteX400" fmla="*/ 962272 w 2306082"/>
              <a:gd name="connsiteY400" fmla="*/ 1028570 h 1321594"/>
              <a:gd name="connsiteX401" fmla="*/ 962272 w 2306082"/>
              <a:gd name="connsiteY401" fmla="*/ 971987 h 1321594"/>
              <a:gd name="connsiteX402" fmla="*/ 971703 w 2306082"/>
              <a:gd name="connsiteY402" fmla="*/ 943694 h 1321594"/>
              <a:gd name="connsiteX403" fmla="*/ 990564 w 2306082"/>
              <a:gd name="connsiteY403" fmla="*/ 924833 h 1321594"/>
              <a:gd name="connsiteX404" fmla="*/ 1009426 w 2306082"/>
              <a:gd name="connsiteY404" fmla="*/ 905971 h 1321594"/>
              <a:gd name="connsiteX405" fmla="*/ 1028287 w 2306082"/>
              <a:gd name="connsiteY405" fmla="*/ 896541 h 1321594"/>
              <a:gd name="connsiteX406" fmla="*/ 1056579 w 2306082"/>
              <a:gd name="connsiteY406" fmla="*/ 887110 h 1321594"/>
              <a:gd name="connsiteX407" fmla="*/ 1094302 w 2306082"/>
              <a:gd name="connsiteY407" fmla="*/ 877680 h 1321594"/>
              <a:gd name="connsiteX408" fmla="*/ 1113163 w 2306082"/>
              <a:gd name="connsiteY408" fmla="*/ 858818 h 1321594"/>
              <a:gd name="connsiteX409" fmla="*/ 1169748 w 2306082"/>
              <a:gd name="connsiteY409" fmla="*/ 858818 h 1321594"/>
              <a:gd name="connsiteX410" fmla="*/ 1216901 w 2306082"/>
              <a:gd name="connsiteY410" fmla="*/ 839957 h 1321594"/>
              <a:gd name="connsiteX411" fmla="*/ 1282916 w 2306082"/>
              <a:gd name="connsiteY411" fmla="*/ 821095 h 1321594"/>
              <a:gd name="connsiteX412" fmla="*/ 1330069 w 2306082"/>
              <a:gd name="connsiteY412" fmla="*/ 802234 h 1321594"/>
              <a:gd name="connsiteX413" fmla="*/ 1641282 w 2306082"/>
              <a:gd name="connsiteY413" fmla="*/ 811665 h 1321594"/>
              <a:gd name="connsiteX414" fmla="*/ 1641282 w 2306082"/>
              <a:gd name="connsiteY414" fmla="*/ 830526 h 1321594"/>
              <a:gd name="connsiteX415" fmla="*/ 1631852 w 2306082"/>
              <a:gd name="connsiteY415" fmla="*/ 849388 h 1321594"/>
              <a:gd name="connsiteX416" fmla="*/ 1612990 w 2306082"/>
              <a:gd name="connsiteY416" fmla="*/ 868249 h 1321594"/>
              <a:gd name="connsiteX417" fmla="*/ 1603559 w 2306082"/>
              <a:gd name="connsiteY417" fmla="*/ 877680 h 1321594"/>
              <a:gd name="connsiteX418" fmla="*/ 1584698 w 2306082"/>
              <a:gd name="connsiteY418" fmla="*/ 896541 h 1321594"/>
              <a:gd name="connsiteX419" fmla="*/ 1575268 w 2306082"/>
              <a:gd name="connsiteY419" fmla="*/ 905971 h 1321594"/>
              <a:gd name="connsiteX420" fmla="*/ 1528114 w 2306082"/>
              <a:gd name="connsiteY420" fmla="*/ 934264 h 1321594"/>
              <a:gd name="connsiteX421" fmla="*/ 1480961 w 2306082"/>
              <a:gd name="connsiteY421" fmla="*/ 953126 h 1321594"/>
              <a:gd name="connsiteX422" fmla="*/ 1433807 w 2306082"/>
              <a:gd name="connsiteY422" fmla="*/ 981417 h 1321594"/>
              <a:gd name="connsiteX423" fmla="*/ 1396084 w 2306082"/>
              <a:gd name="connsiteY423" fmla="*/ 1000279 h 1321594"/>
              <a:gd name="connsiteX424" fmla="*/ 1339500 w 2306082"/>
              <a:gd name="connsiteY424" fmla="*/ 1028570 h 1321594"/>
              <a:gd name="connsiteX425" fmla="*/ 1292347 w 2306082"/>
              <a:gd name="connsiteY425" fmla="*/ 1038001 h 1321594"/>
              <a:gd name="connsiteX426" fmla="*/ 1245193 w 2306082"/>
              <a:gd name="connsiteY426" fmla="*/ 1047432 h 1321594"/>
              <a:gd name="connsiteX427" fmla="*/ 1188609 w 2306082"/>
              <a:gd name="connsiteY427" fmla="*/ 1056863 h 1321594"/>
              <a:gd name="connsiteX428" fmla="*/ 1132025 w 2306082"/>
              <a:gd name="connsiteY428" fmla="*/ 1066294 h 1321594"/>
              <a:gd name="connsiteX429" fmla="*/ 1009426 w 2306082"/>
              <a:gd name="connsiteY429" fmla="*/ 1066294 h 1321594"/>
              <a:gd name="connsiteX430" fmla="*/ 971703 w 2306082"/>
              <a:gd name="connsiteY430" fmla="*/ 1085155 h 1321594"/>
              <a:gd name="connsiteX431" fmla="*/ 943411 w 2306082"/>
              <a:gd name="connsiteY431" fmla="*/ 1094586 h 1321594"/>
              <a:gd name="connsiteX432" fmla="*/ 915119 w 2306082"/>
              <a:gd name="connsiteY432" fmla="*/ 1085155 h 1321594"/>
              <a:gd name="connsiteX433" fmla="*/ 867965 w 2306082"/>
              <a:gd name="connsiteY433" fmla="*/ 1075724 h 1321594"/>
              <a:gd name="connsiteX434" fmla="*/ 830243 w 2306082"/>
              <a:gd name="connsiteY434" fmla="*/ 1056863 h 1321594"/>
              <a:gd name="connsiteX435" fmla="*/ 792520 w 2306082"/>
              <a:gd name="connsiteY435" fmla="*/ 1038001 h 1321594"/>
              <a:gd name="connsiteX436" fmla="*/ 745366 w 2306082"/>
              <a:gd name="connsiteY436" fmla="*/ 1019140 h 1321594"/>
              <a:gd name="connsiteX437" fmla="*/ 688782 w 2306082"/>
              <a:gd name="connsiteY437" fmla="*/ 981417 h 1321594"/>
              <a:gd name="connsiteX438" fmla="*/ 632198 w 2306082"/>
              <a:gd name="connsiteY438" fmla="*/ 934264 h 1321594"/>
              <a:gd name="connsiteX439" fmla="*/ 603906 w 2306082"/>
              <a:gd name="connsiteY439" fmla="*/ 915402 h 1321594"/>
              <a:gd name="connsiteX440" fmla="*/ 556753 w 2306082"/>
              <a:gd name="connsiteY440" fmla="*/ 877680 h 1321594"/>
              <a:gd name="connsiteX441" fmla="*/ 537891 w 2306082"/>
              <a:gd name="connsiteY441" fmla="*/ 849388 h 1321594"/>
              <a:gd name="connsiteX442" fmla="*/ 537891 w 2306082"/>
              <a:gd name="connsiteY442" fmla="*/ 830526 h 1321594"/>
              <a:gd name="connsiteX443" fmla="*/ 528460 w 2306082"/>
              <a:gd name="connsiteY443" fmla="*/ 811665 h 1321594"/>
              <a:gd name="connsiteX444" fmla="*/ 528460 w 2306082"/>
              <a:gd name="connsiteY444" fmla="*/ 764512 h 1321594"/>
              <a:gd name="connsiteX445" fmla="*/ 537891 w 2306082"/>
              <a:gd name="connsiteY445" fmla="*/ 736219 h 1321594"/>
              <a:gd name="connsiteX446" fmla="*/ 556753 w 2306082"/>
              <a:gd name="connsiteY446" fmla="*/ 689066 h 1321594"/>
              <a:gd name="connsiteX447" fmla="*/ 575614 w 2306082"/>
              <a:gd name="connsiteY447" fmla="*/ 651343 h 1321594"/>
              <a:gd name="connsiteX448" fmla="*/ 594475 w 2306082"/>
              <a:gd name="connsiteY448" fmla="*/ 632481 h 1321594"/>
              <a:gd name="connsiteX449" fmla="*/ 613337 w 2306082"/>
              <a:gd name="connsiteY449" fmla="*/ 604190 h 1321594"/>
              <a:gd name="connsiteX450" fmla="*/ 641629 w 2306082"/>
              <a:gd name="connsiteY450" fmla="*/ 575897 h 1321594"/>
              <a:gd name="connsiteX451" fmla="*/ 660490 w 2306082"/>
              <a:gd name="connsiteY451" fmla="*/ 557036 h 1321594"/>
              <a:gd name="connsiteX452" fmla="*/ 688782 w 2306082"/>
              <a:gd name="connsiteY452" fmla="*/ 538175 h 1321594"/>
              <a:gd name="connsiteX453" fmla="*/ 745366 w 2306082"/>
              <a:gd name="connsiteY453" fmla="*/ 509883 h 1321594"/>
              <a:gd name="connsiteX454" fmla="*/ 811381 w 2306082"/>
              <a:gd name="connsiteY454" fmla="*/ 472160 h 1321594"/>
              <a:gd name="connsiteX455" fmla="*/ 867965 w 2306082"/>
              <a:gd name="connsiteY455" fmla="*/ 453299 h 1321594"/>
              <a:gd name="connsiteX456" fmla="*/ 1386653 w 2306082"/>
              <a:gd name="connsiteY456" fmla="*/ 453299 h 1321594"/>
              <a:gd name="connsiteX457" fmla="*/ 1443238 w 2306082"/>
              <a:gd name="connsiteY457" fmla="*/ 443868 h 1321594"/>
              <a:gd name="connsiteX458" fmla="*/ 1546975 w 2306082"/>
              <a:gd name="connsiteY458" fmla="*/ 443868 h 1321594"/>
              <a:gd name="connsiteX459" fmla="*/ 1565837 w 2306082"/>
              <a:gd name="connsiteY459" fmla="*/ 453299 h 1321594"/>
              <a:gd name="connsiteX460" fmla="*/ 1556406 w 2306082"/>
              <a:gd name="connsiteY460" fmla="*/ 472160 h 1321594"/>
              <a:gd name="connsiteX461" fmla="*/ 1575268 w 2306082"/>
              <a:gd name="connsiteY461" fmla="*/ 491021 h 1321594"/>
              <a:gd name="connsiteX462" fmla="*/ 1594129 w 2306082"/>
              <a:gd name="connsiteY462" fmla="*/ 500452 h 1321594"/>
              <a:gd name="connsiteX463" fmla="*/ 1660144 w 2306082"/>
              <a:gd name="connsiteY463" fmla="*/ 509883 h 1321594"/>
              <a:gd name="connsiteX464" fmla="*/ 1612990 w 2306082"/>
              <a:gd name="connsiteY464" fmla="*/ 509883 h 1321594"/>
              <a:gd name="connsiteX465" fmla="*/ 1584698 w 2306082"/>
              <a:gd name="connsiteY465" fmla="*/ 519313 h 1321594"/>
              <a:gd name="connsiteX466" fmla="*/ 1556406 w 2306082"/>
              <a:gd name="connsiteY466" fmla="*/ 528744 h 1321594"/>
              <a:gd name="connsiteX467" fmla="*/ 1528114 w 2306082"/>
              <a:gd name="connsiteY467" fmla="*/ 538175 h 1321594"/>
              <a:gd name="connsiteX468" fmla="*/ 1499822 w 2306082"/>
              <a:gd name="connsiteY468" fmla="*/ 547605 h 1321594"/>
              <a:gd name="connsiteX469" fmla="*/ 1462099 w 2306082"/>
              <a:gd name="connsiteY469" fmla="*/ 547605 h 1321594"/>
              <a:gd name="connsiteX470" fmla="*/ 1424376 w 2306082"/>
              <a:gd name="connsiteY470" fmla="*/ 557036 h 1321594"/>
              <a:gd name="connsiteX471" fmla="*/ 1320639 w 2306082"/>
              <a:gd name="connsiteY471" fmla="*/ 557036 h 1321594"/>
              <a:gd name="connsiteX472" fmla="*/ 1235762 w 2306082"/>
              <a:gd name="connsiteY472" fmla="*/ 566467 h 1321594"/>
              <a:gd name="connsiteX473" fmla="*/ 1018856 w 2306082"/>
              <a:gd name="connsiteY473" fmla="*/ 566467 h 1321594"/>
              <a:gd name="connsiteX474" fmla="*/ 933980 w 2306082"/>
              <a:gd name="connsiteY474" fmla="*/ 547605 h 1321594"/>
              <a:gd name="connsiteX475" fmla="*/ 820812 w 2306082"/>
              <a:gd name="connsiteY475" fmla="*/ 528744 h 1321594"/>
              <a:gd name="connsiteX476" fmla="*/ 735936 w 2306082"/>
              <a:gd name="connsiteY476" fmla="*/ 519313 h 1321594"/>
              <a:gd name="connsiteX477" fmla="*/ 679352 w 2306082"/>
              <a:gd name="connsiteY477" fmla="*/ 519313 h 1321594"/>
              <a:gd name="connsiteX478" fmla="*/ 603906 w 2306082"/>
              <a:gd name="connsiteY478" fmla="*/ 509883 h 1321594"/>
              <a:gd name="connsiteX479" fmla="*/ 519030 w 2306082"/>
              <a:gd name="connsiteY479" fmla="*/ 509883 h 1321594"/>
              <a:gd name="connsiteX480" fmla="*/ 434154 w 2306082"/>
              <a:gd name="connsiteY480" fmla="*/ 491021 h 1321594"/>
              <a:gd name="connsiteX481" fmla="*/ 311554 w 2306082"/>
              <a:gd name="connsiteY481" fmla="*/ 453299 h 1321594"/>
              <a:gd name="connsiteX482" fmla="*/ 226678 w 2306082"/>
              <a:gd name="connsiteY482" fmla="*/ 434437 h 1321594"/>
              <a:gd name="connsiteX483" fmla="*/ 170094 w 2306082"/>
              <a:gd name="connsiteY483" fmla="*/ 406145 h 1321594"/>
              <a:gd name="connsiteX484" fmla="*/ 122941 w 2306082"/>
              <a:gd name="connsiteY484" fmla="*/ 387284 h 1321594"/>
              <a:gd name="connsiteX485" fmla="*/ 94649 w 2306082"/>
              <a:gd name="connsiteY485" fmla="*/ 377853 h 1321594"/>
              <a:gd name="connsiteX486" fmla="*/ 66357 w 2306082"/>
              <a:gd name="connsiteY486" fmla="*/ 368422 h 1321594"/>
              <a:gd name="connsiteX487" fmla="*/ 47495 w 2306082"/>
              <a:gd name="connsiteY487" fmla="*/ 358992 h 1321594"/>
              <a:gd name="connsiteX488" fmla="*/ 28634 w 2306082"/>
              <a:gd name="connsiteY488" fmla="*/ 349561 h 1321594"/>
              <a:gd name="connsiteX489" fmla="*/ 19203 w 2306082"/>
              <a:gd name="connsiteY489" fmla="*/ 340130 h 1321594"/>
              <a:gd name="connsiteX490" fmla="*/ 9772 w 2306082"/>
              <a:gd name="connsiteY490" fmla="*/ 340130 h 1321594"/>
              <a:gd name="connsiteX491" fmla="*/ 342 w 2306082"/>
              <a:gd name="connsiteY491" fmla="*/ 330699 h 1321594"/>
              <a:gd name="connsiteX492" fmla="*/ 342 w 2306082"/>
              <a:gd name="connsiteY492" fmla="*/ 274115 h 1321594"/>
              <a:gd name="connsiteX493" fmla="*/ 19203 w 2306082"/>
              <a:gd name="connsiteY493" fmla="*/ 264684 h 1321594"/>
              <a:gd name="connsiteX494" fmla="*/ 19203 w 2306082"/>
              <a:gd name="connsiteY494" fmla="*/ 245823 h 1321594"/>
              <a:gd name="connsiteX495" fmla="*/ 38064 w 2306082"/>
              <a:gd name="connsiteY495" fmla="*/ 236393 h 1321594"/>
              <a:gd name="connsiteX496" fmla="*/ 56926 w 2306082"/>
              <a:gd name="connsiteY496" fmla="*/ 226962 h 1321594"/>
              <a:gd name="connsiteX497" fmla="*/ 94649 w 2306082"/>
              <a:gd name="connsiteY497" fmla="*/ 198670 h 1321594"/>
              <a:gd name="connsiteX498" fmla="*/ 132371 w 2306082"/>
              <a:gd name="connsiteY498" fmla="*/ 170378 h 1321594"/>
              <a:gd name="connsiteX499" fmla="*/ 160663 w 2306082"/>
              <a:gd name="connsiteY499" fmla="*/ 170378 h 1321594"/>
              <a:gd name="connsiteX500" fmla="*/ 170094 w 2306082"/>
              <a:gd name="connsiteY500" fmla="*/ 160947 h 1321594"/>
              <a:gd name="connsiteX501" fmla="*/ 198386 w 2306082"/>
              <a:gd name="connsiteY501" fmla="*/ 151516 h 1321594"/>
              <a:gd name="connsiteX502" fmla="*/ 226678 w 2306082"/>
              <a:gd name="connsiteY502" fmla="*/ 142086 h 1321594"/>
              <a:gd name="connsiteX503" fmla="*/ 254970 w 2306082"/>
              <a:gd name="connsiteY503" fmla="*/ 132655 h 1321594"/>
              <a:gd name="connsiteX504" fmla="*/ 311554 w 2306082"/>
              <a:gd name="connsiteY504" fmla="*/ 132655 h 1321594"/>
              <a:gd name="connsiteX505" fmla="*/ 358708 w 2306082"/>
              <a:gd name="connsiteY505" fmla="*/ 123224 h 1321594"/>
              <a:gd name="connsiteX506" fmla="*/ 434154 w 2306082"/>
              <a:gd name="connsiteY506" fmla="*/ 132655 h 1321594"/>
              <a:gd name="connsiteX507" fmla="*/ 424723 w 2306082"/>
              <a:gd name="connsiteY507" fmla="*/ 132655 h 1321594"/>
              <a:gd name="connsiteX508" fmla="*/ 415292 w 2306082"/>
              <a:gd name="connsiteY508" fmla="*/ 123224 h 1321594"/>
              <a:gd name="connsiteX509" fmla="*/ 434154 w 2306082"/>
              <a:gd name="connsiteY509" fmla="*/ 123224 h 1321594"/>
              <a:gd name="connsiteX510" fmla="*/ 462446 w 2306082"/>
              <a:gd name="connsiteY510" fmla="*/ 113793 h 1321594"/>
              <a:gd name="connsiteX511" fmla="*/ 481307 w 2306082"/>
              <a:gd name="connsiteY511" fmla="*/ 94932 h 1321594"/>
              <a:gd name="connsiteX512" fmla="*/ 490738 w 2306082"/>
              <a:gd name="connsiteY512" fmla="*/ 85502 h 1321594"/>
              <a:gd name="connsiteX513" fmla="*/ 641629 w 2306082"/>
              <a:gd name="connsiteY513" fmla="*/ 85502 h 1321594"/>
              <a:gd name="connsiteX514" fmla="*/ 651059 w 2306082"/>
              <a:gd name="connsiteY514" fmla="*/ 94932 h 1321594"/>
              <a:gd name="connsiteX515" fmla="*/ 660490 w 2306082"/>
              <a:gd name="connsiteY515" fmla="*/ 104363 h 1321594"/>
              <a:gd name="connsiteX516" fmla="*/ 773659 w 2306082"/>
              <a:gd name="connsiteY516" fmla="*/ 104363 h 1321594"/>
              <a:gd name="connsiteX517" fmla="*/ 839673 w 2306082"/>
              <a:gd name="connsiteY517" fmla="*/ 113793 h 1321594"/>
              <a:gd name="connsiteX518" fmla="*/ 867965 w 2306082"/>
              <a:gd name="connsiteY518" fmla="*/ 123224 h 1321594"/>
              <a:gd name="connsiteX519" fmla="*/ 896257 w 2306082"/>
              <a:gd name="connsiteY519" fmla="*/ 123224 h 1321594"/>
              <a:gd name="connsiteX520" fmla="*/ 933980 w 2306082"/>
              <a:gd name="connsiteY520" fmla="*/ 132655 h 1321594"/>
              <a:gd name="connsiteX521" fmla="*/ 1433807 w 2306082"/>
              <a:gd name="connsiteY521" fmla="*/ 132655 h 1321594"/>
              <a:gd name="connsiteX522" fmla="*/ 1499822 w 2306082"/>
              <a:gd name="connsiteY522" fmla="*/ 123224 h 1321594"/>
              <a:gd name="connsiteX523" fmla="*/ 1556406 w 2306082"/>
              <a:gd name="connsiteY523" fmla="*/ 113793 h 1321594"/>
              <a:gd name="connsiteX524" fmla="*/ 1631852 w 2306082"/>
              <a:gd name="connsiteY524" fmla="*/ 104363 h 1321594"/>
              <a:gd name="connsiteX525" fmla="*/ 1679005 w 2306082"/>
              <a:gd name="connsiteY525" fmla="*/ 104363 h 1321594"/>
              <a:gd name="connsiteX526" fmla="*/ 1735589 w 2306082"/>
              <a:gd name="connsiteY526" fmla="*/ 94932 h 1321594"/>
              <a:gd name="connsiteX527" fmla="*/ 1801604 w 2306082"/>
              <a:gd name="connsiteY527" fmla="*/ 94932 h 1321594"/>
              <a:gd name="connsiteX528" fmla="*/ 1848758 w 2306082"/>
              <a:gd name="connsiteY528" fmla="*/ 85502 h 1321594"/>
              <a:gd name="connsiteX529" fmla="*/ 1914772 w 2306082"/>
              <a:gd name="connsiteY529" fmla="*/ 66640 h 1321594"/>
              <a:gd name="connsiteX530" fmla="*/ 1999649 w 2306082"/>
              <a:gd name="connsiteY530" fmla="*/ 66640 h 1321594"/>
              <a:gd name="connsiteX531" fmla="*/ 2056233 w 2306082"/>
              <a:gd name="connsiteY531" fmla="*/ 47779 h 1321594"/>
              <a:gd name="connsiteX532" fmla="*/ 2103386 w 2306082"/>
              <a:gd name="connsiteY532" fmla="*/ 47779 h 1321594"/>
              <a:gd name="connsiteX533" fmla="*/ 2141109 w 2306082"/>
              <a:gd name="connsiteY533" fmla="*/ 38348 h 1321594"/>
              <a:gd name="connsiteX534" fmla="*/ 2169401 w 2306082"/>
              <a:gd name="connsiteY534" fmla="*/ 28917 h 1321594"/>
              <a:gd name="connsiteX535" fmla="*/ 2216555 w 2306082"/>
              <a:gd name="connsiteY535" fmla="*/ 28917 h 1321594"/>
              <a:gd name="connsiteX536" fmla="*/ 2254277 w 2306082"/>
              <a:gd name="connsiteY536" fmla="*/ 19487 h 1321594"/>
              <a:gd name="connsiteX537" fmla="*/ 2263708 w 2306082"/>
              <a:gd name="connsiteY537" fmla="*/ 10056 h 1321594"/>
              <a:gd name="connsiteX538" fmla="*/ 2273139 w 2306082"/>
              <a:gd name="connsiteY538" fmla="*/ 19487 h 1321594"/>
              <a:gd name="connsiteX539" fmla="*/ 2282570 w 2306082"/>
              <a:gd name="connsiteY539" fmla="*/ 28917 h 1321594"/>
              <a:gd name="connsiteX540" fmla="*/ 2292000 w 2306082"/>
              <a:gd name="connsiteY540" fmla="*/ 19487 h 1321594"/>
              <a:gd name="connsiteX541" fmla="*/ 2301431 w 2306082"/>
              <a:gd name="connsiteY541" fmla="*/ 10056 h 1321594"/>
              <a:gd name="connsiteX542" fmla="*/ 2292000 w 2306082"/>
              <a:gd name="connsiteY542" fmla="*/ 10056 h 1321594"/>
              <a:gd name="connsiteX543" fmla="*/ 2282570 w 2306082"/>
              <a:gd name="connsiteY543" fmla="*/ 19487 h 1321594"/>
              <a:gd name="connsiteX544" fmla="*/ 2282570 w 2306082"/>
              <a:gd name="connsiteY544" fmla="*/ 28917 h 1321594"/>
              <a:gd name="connsiteX545" fmla="*/ 2273139 w 2306082"/>
              <a:gd name="connsiteY545" fmla="*/ 38348 h 1321594"/>
              <a:gd name="connsiteX546" fmla="*/ 2273139 w 2306082"/>
              <a:gd name="connsiteY546" fmla="*/ 57209 h 1321594"/>
              <a:gd name="connsiteX547" fmla="*/ 2263708 w 2306082"/>
              <a:gd name="connsiteY547" fmla="*/ 66640 h 1321594"/>
              <a:gd name="connsiteX548" fmla="*/ 2254277 w 2306082"/>
              <a:gd name="connsiteY548" fmla="*/ 76071 h 1321594"/>
              <a:gd name="connsiteX549" fmla="*/ 2244847 w 2306082"/>
              <a:gd name="connsiteY549" fmla="*/ 85502 h 1321594"/>
              <a:gd name="connsiteX550" fmla="*/ 2235416 w 2306082"/>
              <a:gd name="connsiteY550" fmla="*/ 113793 h 1321594"/>
              <a:gd name="connsiteX551" fmla="*/ 2225986 w 2306082"/>
              <a:gd name="connsiteY551" fmla="*/ 123224 h 1321594"/>
              <a:gd name="connsiteX552" fmla="*/ 2216555 w 2306082"/>
              <a:gd name="connsiteY552" fmla="*/ 142086 h 1321594"/>
              <a:gd name="connsiteX553" fmla="*/ 2207124 w 2306082"/>
              <a:gd name="connsiteY553" fmla="*/ 151516 h 1321594"/>
              <a:gd name="connsiteX554" fmla="*/ 2207124 w 2306082"/>
              <a:gd name="connsiteY554" fmla="*/ 179808 h 1321594"/>
              <a:gd name="connsiteX555" fmla="*/ 2197693 w 2306082"/>
              <a:gd name="connsiteY555" fmla="*/ 198670 h 1321594"/>
              <a:gd name="connsiteX556" fmla="*/ 2188263 w 2306082"/>
              <a:gd name="connsiteY556" fmla="*/ 217531 h 1321594"/>
              <a:gd name="connsiteX557" fmla="*/ 2178832 w 2306082"/>
              <a:gd name="connsiteY557" fmla="*/ 226962 h 1321594"/>
              <a:gd name="connsiteX558" fmla="*/ 2169401 w 2306082"/>
              <a:gd name="connsiteY558" fmla="*/ 245823 h 1321594"/>
              <a:gd name="connsiteX559" fmla="*/ 2169401 w 2306082"/>
              <a:gd name="connsiteY559" fmla="*/ 274115 h 1321594"/>
              <a:gd name="connsiteX560" fmla="*/ 2159971 w 2306082"/>
              <a:gd name="connsiteY560" fmla="*/ 283546 h 1321594"/>
              <a:gd name="connsiteX561" fmla="*/ 2159971 w 2306082"/>
              <a:gd name="connsiteY561" fmla="*/ 292977 h 1321594"/>
              <a:gd name="connsiteX562" fmla="*/ 2150540 w 2306082"/>
              <a:gd name="connsiteY562" fmla="*/ 302407 h 1321594"/>
              <a:gd name="connsiteX563" fmla="*/ 2150540 w 2306082"/>
              <a:gd name="connsiteY563" fmla="*/ 311838 h 1321594"/>
              <a:gd name="connsiteX564" fmla="*/ 2141109 w 2306082"/>
              <a:gd name="connsiteY564" fmla="*/ 321269 h 1321594"/>
              <a:gd name="connsiteX565" fmla="*/ 2131679 w 2306082"/>
              <a:gd name="connsiteY565" fmla="*/ 330699 h 1321594"/>
              <a:gd name="connsiteX566" fmla="*/ 2141109 w 2306082"/>
              <a:gd name="connsiteY566" fmla="*/ 349561 h 1321594"/>
              <a:gd name="connsiteX567" fmla="*/ 2141109 w 2306082"/>
              <a:gd name="connsiteY567" fmla="*/ 358992 h 1321594"/>
              <a:gd name="connsiteX568" fmla="*/ 2122248 w 2306082"/>
              <a:gd name="connsiteY568" fmla="*/ 368422 h 1321594"/>
              <a:gd name="connsiteX569" fmla="*/ 2112817 w 2306082"/>
              <a:gd name="connsiteY569" fmla="*/ 387284 h 1321594"/>
              <a:gd name="connsiteX570" fmla="*/ 2112817 w 2306082"/>
              <a:gd name="connsiteY570" fmla="*/ 406145 h 1321594"/>
              <a:gd name="connsiteX571" fmla="*/ 2103386 w 2306082"/>
              <a:gd name="connsiteY571" fmla="*/ 415576 h 1321594"/>
              <a:gd name="connsiteX572" fmla="*/ 2093956 w 2306082"/>
              <a:gd name="connsiteY572" fmla="*/ 425006 h 1321594"/>
              <a:gd name="connsiteX573" fmla="*/ 2084525 w 2306082"/>
              <a:gd name="connsiteY573" fmla="*/ 443868 h 1321594"/>
              <a:gd name="connsiteX574" fmla="*/ 2084525 w 2306082"/>
              <a:gd name="connsiteY574" fmla="*/ 453299 h 1321594"/>
              <a:gd name="connsiteX575" fmla="*/ 2075094 w 2306082"/>
              <a:gd name="connsiteY575" fmla="*/ 472160 h 1321594"/>
              <a:gd name="connsiteX576" fmla="*/ 2075094 w 2306082"/>
              <a:gd name="connsiteY576" fmla="*/ 491021 h 1321594"/>
              <a:gd name="connsiteX577" fmla="*/ 2065664 w 2306082"/>
              <a:gd name="connsiteY577" fmla="*/ 500452 h 1321594"/>
              <a:gd name="connsiteX578" fmla="*/ 2065664 w 2306082"/>
              <a:gd name="connsiteY578" fmla="*/ 519313 h 1321594"/>
              <a:gd name="connsiteX579" fmla="*/ 2056233 w 2306082"/>
              <a:gd name="connsiteY579" fmla="*/ 528744 h 1321594"/>
              <a:gd name="connsiteX580" fmla="*/ 2056233 w 2306082"/>
              <a:gd name="connsiteY580" fmla="*/ 538175 h 1321594"/>
              <a:gd name="connsiteX581" fmla="*/ 2046802 w 2306082"/>
              <a:gd name="connsiteY581" fmla="*/ 557036 h 1321594"/>
              <a:gd name="connsiteX582" fmla="*/ 2027941 w 2306082"/>
              <a:gd name="connsiteY582" fmla="*/ 623051 h 1321594"/>
              <a:gd name="connsiteX583" fmla="*/ 2018510 w 2306082"/>
              <a:gd name="connsiteY583" fmla="*/ 641912 h 1321594"/>
              <a:gd name="connsiteX584" fmla="*/ 2018510 w 2306082"/>
              <a:gd name="connsiteY584" fmla="*/ 651343 h 1321594"/>
              <a:gd name="connsiteX585" fmla="*/ 2009079 w 2306082"/>
              <a:gd name="connsiteY585" fmla="*/ 679635 h 1321594"/>
              <a:gd name="connsiteX586" fmla="*/ 2009079 w 2306082"/>
              <a:gd name="connsiteY586" fmla="*/ 905971 h 1321594"/>
              <a:gd name="connsiteX587" fmla="*/ 2018510 w 2306082"/>
              <a:gd name="connsiteY587" fmla="*/ 943694 h 1321594"/>
              <a:gd name="connsiteX588" fmla="*/ 2018510 w 2306082"/>
              <a:gd name="connsiteY588" fmla="*/ 1000279 h 1321594"/>
              <a:gd name="connsiteX589" fmla="*/ 2027941 w 2306082"/>
              <a:gd name="connsiteY589" fmla="*/ 1019140 h 1321594"/>
              <a:gd name="connsiteX590" fmla="*/ 2027941 w 2306082"/>
              <a:gd name="connsiteY590" fmla="*/ 1104016 h 1321594"/>
              <a:gd name="connsiteX591" fmla="*/ 2009079 w 2306082"/>
              <a:gd name="connsiteY591" fmla="*/ 1113447 h 1321594"/>
              <a:gd name="connsiteX592" fmla="*/ 2009079 w 2306082"/>
              <a:gd name="connsiteY592" fmla="*/ 1122877 h 1321594"/>
              <a:gd name="connsiteX593" fmla="*/ 1990218 w 2306082"/>
              <a:gd name="connsiteY593" fmla="*/ 1132308 h 1321594"/>
              <a:gd name="connsiteX594" fmla="*/ 1980787 w 2306082"/>
              <a:gd name="connsiteY594" fmla="*/ 1141739 h 1321594"/>
              <a:gd name="connsiteX595" fmla="*/ 1961926 w 2306082"/>
              <a:gd name="connsiteY595" fmla="*/ 1151170 h 1321594"/>
              <a:gd name="connsiteX596" fmla="*/ 1943065 w 2306082"/>
              <a:gd name="connsiteY596" fmla="*/ 1160600 h 1321594"/>
              <a:gd name="connsiteX597" fmla="*/ 1905342 w 2306082"/>
              <a:gd name="connsiteY597" fmla="*/ 1170032 h 1321594"/>
              <a:gd name="connsiteX598" fmla="*/ 1895911 w 2306082"/>
              <a:gd name="connsiteY598" fmla="*/ 1170032 h 1321594"/>
              <a:gd name="connsiteX599" fmla="*/ 1858188 w 2306082"/>
              <a:gd name="connsiteY599" fmla="*/ 1188893 h 1321594"/>
              <a:gd name="connsiteX600" fmla="*/ 1839327 w 2306082"/>
              <a:gd name="connsiteY600" fmla="*/ 1198323 h 1321594"/>
              <a:gd name="connsiteX601" fmla="*/ 1792174 w 2306082"/>
              <a:gd name="connsiteY601" fmla="*/ 1207754 h 1321594"/>
              <a:gd name="connsiteX602" fmla="*/ 1763881 w 2306082"/>
              <a:gd name="connsiteY602" fmla="*/ 1207754 h 1321594"/>
              <a:gd name="connsiteX603" fmla="*/ 1735589 w 2306082"/>
              <a:gd name="connsiteY603" fmla="*/ 1226615 h 1321594"/>
              <a:gd name="connsiteX604" fmla="*/ 1726159 w 2306082"/>
              <a:gd name="connsiteY604" fmla="*/ 1226615 h 1321594"/>
              <a:gd name="connsiteX605" fmla="*/ 1697866 w 2306082"/>
              <a:gd name="connsiteY605" fmla="*/ 1236046 h 1321594"/>
              <a:gd name="connsiteX606" fmla="*/ 1679005 w 2306082"/>
              <a:gd name="connsiteY606" fmla="*/ 1236046 h 1321594"/>
              <a:gd name="connsiteX607" fmla="*/ 1660144 w 2306082"/>
              <a:gd name="connsiteY607" fmla="*/ 1245476 h 1321594"/>
              <a:gd name="connsiteX608" fmla="*/ 1641282 w 2306082"/>
              <a:gd name="connsiteY608" fmla="*/ 1245476 h 1321594"/>
              <a:gd name="connsiteX609" fmla="*/ 1622421 w 2306082"/>
              <a:gd name="connsiteY609" fmla="*/ 1254907 h 1321594"/>
              <a:gd name="connsiteX610" fmla="*/ 1594129 w 2306082"/>
              <a:gd name="connsiteY610" fmla="*/ 1264338 h 1321594"/>
              <a:gd name="connsiteX611" fmla="*/ 1565837 w 2306082"/>
              <a:gd name="connsiteY611" fmla="*/ 1273769 h 1321594"/>
              <a:gd name="connsiteX612" fmla="*/ 1537545 w 2306082"/>
              <a:gd name="connsiteY612" fmla="*/ 1283200 h 1321594"/>
              <a:gd name="connsiteX613" fmla="*/ 1518683 w 2306082"/>
              <a:gd name="connsiteY613" fmla="*/ 1283200 h 1321594"/>
              <a:gd name="connsiteX614" fmla="*/ 1490391 w 2306082"/>
              <a:gd name="connsiteY614" fmla="*/ 1292630 h 1321594"/>
              <a:gd name="connsiteX615" fmla="*/ 1471530 w 2306082"/>
              <a:gd name="connsiteY615" fmla="*/ 1292630 h 1321594"/>
              <a:gd name="connsiteX616" fmla="*/ 1452668 w 2306082"/>
              <a:gd name="connsiteY616" fmla="*/ 1302061 h 1321594"/>
              <a:gd name="connsiteX617" fmla="*/ 1377223 w 2306082"/>
              <a:gd name="connsiteY617" fmla="*/ 1302061 h 1321594"/>
              <a:gd name="connsiteX618" fmla="*/ 1311208 w 2306082"/>
              <a:gd name="connsiteY618" fmla="*/ 1311492 h 1321594"/>
              <a:gd name="connsiteX619" fmla="*/ 1056579 w 2306082"/>
              <a:gd name="connsiteY619" fmla="*/ 1311492 h 1321594"/>
              <a:gd name="connsiteX620" fmla="*/ 999995 w 2306082"/>
              <a:gd name="connsiteY620" fmla="*/ 1320922 h 1321594"/>
              <a:gd name="connsiteX621" fmla="*/ 924550 w 2306082"/>
              <a:gd name="connsiteY621" fmla="*/ 1320922 h 1321594"/>
              <a:gd name="connsiteX622" fmla="*/ 877396 w 2306082"/>
              <a:gd name="connsiteY622" fmla="*/ 1311492 h 1321594"/>
              <a:gd name="connsiteX623" fmla="*/ 849104 w 2306082"/>
              <a:gd name="connsiteY623" fmla="*/ 1311492 h 1321594"/>
              <a:gd name="connsiteX624" fmla="*/ 811381 w 2306082"/>
              <a:gd name="connsiteY624" fmla="*/ 1302061 h 1321594"/>
              <a:gd name="connsiteX625" fmla="*/ 783089 w 2306082"/>
              <a:gd name="connsiteY625" fmla="*/ 1292630 h 1321594"/>
              <a:gd name="connsiteX626" fmla="*/ 745366 w 2306082"/>
              <a:gd name="connsiteY626" fmla="*/ 1292630 h 1321594"/>
              <a:gd name="connsiteX627" fmla="*/ 735936 w 2306082"/>
              <a:gd name="connsiteY627" fmla="*/ 1283200 h 1321594"/>
              <a:gd name="connsiteX628" fmla="*/ 679352 w 2306082"/>
              <a:gd name="connsiteY628" fmla="*/ 1283200 h 1321594"/>
              <a:gd name="connsiteX629" fmla="*/ 651059 w 2306082"/>
              <a:gd name="connsiteY629" fmla="*/ 1273769 h 1321594"/>
              <a:gd name="connsiteX630" fmla="*/ 603906 w 2306082"/>
              <a:gd name="connsiteY630" fmla="*/ 1273769 h 1321594"/>
              <a:gd name="connsiteX631" fmla="*/ 594475 w 2306082"/>
              <a:gd name="connsiteY631" fmla="*/ 1264338 h 1321594"/>
              <a:gd name="connsiteX632" fmla="*/ 575614 w 2306082"/>
              <a:gd name="connsiteY632" fmla="*/ 1264338 h 1321594"/>
              <a:gd name="connsiteX633" fmla="*/ 566183 w 2306082"/>
              <a:gd name="connsiteY633" fmla="*/ 1254907 h 1321594"/>
              <a:gd name="connsiteX634" fmla="*/ 556753 w 2306082"/>
              <a:gd name="connsiteY634" fmla="*/ 1254907 h 1321594"/>
              <a:gd name="connsiteX635" fmla="*/ 537891 w 2306082"/>
              <a:gd name="connsiteY635" fmla="*/ 1245476 h 1321594"/>
              <a:gd name="connsiteX636" fmla="*/ 528460 w 2306082"/>
              <a:gd name="connsiteY636" fmla="*/ 1245476 h 1321594"/>
              <a:gd name="connsiteX637" fmla="*/ 519030 w 2306082"/>
              <a:gd name="connsiteY637" fmla="*/ 1236046 h 1321594"/>
              <a:gd name="connsiteX638" fmla="*/ 519030 w 2306082"/>
              <a:gd name="connsiteY638" fmla="*/ 1226615 h 1321594"/>
              <a:gd name="connsiteX639" fmla="*/ 500168 w 2306082"/>
              <a:gd name="connsiteY639" fmla="*/ 1217184 h 1321594"/>
              <a:gd name="connsiteX640" fmla="*/ 490738 w 2306082"/>
              <a:gd name="connsiteY640" fmla="*/ 1217184 h 1321594"/>
              <a:gd name="connsiteX641" fmla="*/ 481307 w 2306082"/>
              <a:gd name="connsiteY641" fmla="*/ 1198323 h 1321594"/>
              <a:gd name="connsiteX642" fmla="*/ 462446 w 2306082"/>
              <a:gd name="connsiteY642" fmla="*/ 1198323 h 1321594"/>
              <a:gd name="connsiteX643" fmla="*/ 453015 w 2306082"/>
              <a:gd name="connsiteY643" fmla="*/ 1188893 h 1321594"/>
              <a:gd name="connsiteX644" fmla="*/ 443584 w 2306082"/>
              <a:gd name="connsiteY644" fmla="*/ 1179462 h 1321594"/>
              <a:gd name="connsiteX645" fmla="*/ 424723 w 2306082"/>
              <a:gd name="connsiteY645" fmla="*/ 1170032 h 1321594"/>
              <a:gd name="connsiteX646" fmla="*/ 415292 w 2306082"/>
              <a:gd name="connsiteY646" fmla="*/ 1179462 h 1321594"/>
              <a:gd name="connsiteX647" fmla="*/ 387000 w 2306082"/>
              <a:gd name="connsiteY647" fmla="*/ 1179462 h 1321594"/>
              <a:gd name="connsiteX648" fmla="*/ 377569 w 2306082"/>
              <a:gd name="connsiteY648" fmla="*/ 1170032 h 1321594"/>
              <a:gd name="connsiteX649" fmla="*/ 368139 w 2306082"/>
              <a:gd name="connsiteY649" fmla="*/ 1151170 h 1321594"/>
              <a:gd name="connsiteX650" fmla="*/ 349277 w 2306082"/>
              <a:gd name="connsiteY650" fmla="*/ 1151170 h 1321594"/>
              <a:gd name="connsiteX651" fmla="*/ 339847 w 2306082"/>
              <a:gd name="connsiteY651" fmla="*/ 1141739 h 1321594"/>
              <a:gd name="connsiteX652" fmla="*/ 320985 w 2306082"/>
              <a:gd name="connsiteY652" fmla="*/ 1132308 h 1321594"/>
              <a:gd name="connsiteX653" fmla="*/ 302124 w 2306082"/>
              <a:gd name="connsiteY653" fmla="*/ 1113447 h 1321594"/>
              <a:gd name="connsiteX654" fmla="*/ 292693 w 2306082"/>
              <a:gd name="connsiteY654" fmla="*/ 1094586 h 1321594"/>
              <a:gd name="connsiteX655" fmla="*/ 273832 w 2306082"/>
              <a:gd name="connsiteY655" fmla="*/ 1094586 h 1321594"/>
              <a:gd name="connsiteX656" fmla="*/ 264401 w 2306082"/>
              <a:gd name="connsiteY656" fmla="*/ 1075724 h 1321594"/>
              <a:gd name="connsiteX657" fmla="*/ 254970 w 2306082"/>
              <a:gd name="connsiteY657" fmla="*/ 1066294 h 1321594"/>
              <a:gd name="connsiteX658" fmla="*/ 236109 w 2306082"/>
              <a:gd name="connsiteY658" fmla="*/ 1038001 h 1321594"/>
              <a:gd name="connsiteX659" fmla="*/ 226678 w 2306082"/>
              <a:gd name="connsiteY659" fmla="*/ 1028570 h 1321594"/>
              <a:gd name="connsiteX660" fmla="*/ 226678 w 2306082"/>
              <a:gd name="connsiteY660" fmla="*/ 990848 h 1321594"/>
              <a:gd name="connsiteX661" fmla="*/ 207817 w 2306082"/>
              <a:gd name="connsiteY661" fmla="*/ 962556 h 1321594"/>
              <a:gd name="connsiteX662" fmla="*/ 188956 w 2306082"/>
              <a:gd name="connsiteY662" fmla="*/ 943694 h 1321594"/>
              <a:gd name="connsiteX663" fmla="*/ 188956 w 2306082"/>
              <a:gd name="connsiteY663" fmla="*/ 924833 h 1321594"/>
              <a:gd name="connsiteX664" fmla="*/ 179525 w 2306082"/>
              <a:gd name="connsiteY664" fmla="*/ 915402 h 1321594"/>
              <a:gd name="connsiteX665" fmla="*/ 188956 w 2306082"/>
              <a:gd name="connsiteY665" fmla="*/ 896541 h 1321594"/>
              <a:gd name="connsiteX666" fmla="*/ 198386 w 2306082"/>
              <a:gd name="connsiteY666" fmla="*/ 887110 h 1321594"/>
              <a:gd name="connsiteX667" fmla="*/ 179525 w 2306082"/>
              <a:gd name="connsiteY667" fmla="*/ 877680 h 1321594"/>
              <a:gd name="connsiteX668" fmla="*/ 170094 w 2306082"/>
              <a:gd name="connsiteY668" fmla="*/ 868249 h 1321594"/>
              <a:gd name="connsiteX669" fmla="*/ 179525 w 2306082"/>
              <a:gd name="connsiteY669" fmla="*/ 792803 h 1321594"/>
              <a:gd name="connsiteX670" fmla="*/ 188956 w 2306082"/>
              <a:gd name="connsiteY670" fmla="*/ 783373 h 1321594"/>
              <a:gd name="connsiteX671" fmla="*/ 188956 w 2306082"/>
              <a:gd name="connsiteY671" fmla="*/ 707927 h 1321594"/>
              <a:gd name="connsiteX672" fmla="*/ 198386 w 2306082"/>
              <a:gd name="connsiteY672" fmla="*/ 679635 h 1321594"/>
              <a:gd name="connsiteX673" fmla="*/ 198386 w 2306082"/>
              <a:gd name="connsiteY673" fmla="*/ 641912 h 1321594"/>
              <a:gd name="connsiteX674" fmla="*/ 207817 w 2306082"/>
              <a:gd name="connsiteY674" fmla="*/ 623051 h 1321594"/>
              <a:gd name="connsiteX675" fmla="*/ 217248 w 2306082"/>
              <a:gd name="connsiteY675" fmla="*/ 604190 h 1321594"/>
              <a:gd name="connsiteX676" fmla="*/ 217248 w 2306082"/>
              <a:gd name="connsiteY676" fmla="*/ 585328 h 1321594"/>
              <a:gd name="connsiteX677" fmla="*/ 236109 w 2306082"/>
              <a:gd name="connsiteY677" fmla="*/ 557036 h 1321594"/>
              <a:gd name="connsiteX678" fmla="*/ 245540 w 2306082"/>
              <a:gd name="connsiteY678" fmla="*/ 538175 h 1321594"/>
              <a:gd name="connsiteX679" fmla="*/ 254970 w 2306082"/>
              <a:gd name="connsiteY679" fmla="*/ 519313 h 1321594"/>
              <a:gd name="connsiteX680" fmla="*/ 254970 w 2306082"/>
              <a:gd name="connsiteY680" fmla="*/ 509883 h 1321594"/>
              <a:gd name="connsiteX681" fmla="*/ 264401 w 2306082"/>
              <a:gd name="connsiteY681" fmla="*/ 491021 h 1321594"/>
              <a:gd name="connsiteX682" fmla="*/ 273832 w 2306082"/>
              <a:gd name="connsiteY682" fmla="*/ 481590 h 1321594"/>
              <a:gd name="connsiteX683" fmla="*/ 273832 w 2306082"/>
              <a:gd name="connsiteY683" fmla="*/ 472160 h 1321594"/>
              <a:gd name="connsiteX684" fmla="*/ 292693 w 2306082"/>
              <a:gd name="connsiteY684" fmla="*/ 453299 h 1321594"/>
              <a:gd name="connsiteX685" fmla="*/ 311554 w 2306082"/>
              <a:gd name="connsiteY685" fmla="*/ 434437 h 1321594"/>
              <a:gd name="connsiteX686" fmla="*/ 320985 w 2306082"/>
              <a:gd name="connsiteY686" fmla="*/ 415576 h 1321594"/>
              <a:gd name="connsiteX687" fmla="*/ 330416 w 2306082"/>
              <a:gd name="connsiteY687" fmla="*/ 406145 h 1321594"/>
              <a:gd name="connsiteX688" fmla="*/ 339847 w 2306082"/>
              <a:gd name="connsiteY688" fmla="*/ 396714 h 1321594"/>
              <a:gd name="connsiteX689" fmla="*/ 339847 w 2306082"/>
              <a:gd name="connsiteY689" fmla="*/ 377853 h 1321594"/>
              <a:gd name="connsiteX690" fmla="*/ 358708 w 2306082"/>
              <a:gd name="connsiteY690" fmla="*/ 368422 h 1321594"/>
              <a:gd name="connsiteX691" fmla="*/ 368139 w 2306082"/>
              <a:gd name="connsiteY691" fmla="*/ 358992 h 1321594"/>
              <a:gd name="connsiteX692" fmla="*/ 377569 w 2306082"/>
              <a:gd name="connsiteY692" fmla="*/ 340130 h 1321594"/>
              <a:gd name="connsiteX693" fmla="*/ 387000 w 2306082"/>
              <a:gd name="connsiteY693" fmla="*/ 330699 h 1321594"/>
              <a:gd name="connsiteX694" fmla="*/ 415292 w 2306082"/>
              <a:gd name="connsiteY694" fmla="*/ 311838 h 1321594"/>
              <a:gd name="connsiteX695" fmla="*/ 424723 w 2306082"/>
              <a:gd name="connsiteY695" fmla="*/ 302407 h 1321594"/>
              <a:gd name="connsiteX696" fmla="*/ 434154 w 2306082"/>
              <a:gd name="connsiteY696" fmla="*/ 311838 h 1321594"/>
              <a:gd name="connsiteX697" fmla="*/ 443584 w 2306082"/>
              <a:gd name="connsiteY697" fmla="*/ 311838 h 1321594"/>
              <a:gd name="connsiteX698" fmla="*/ 462446 w 2306082"/>
              <a:gd name="connsiteY698" fmla="*/ 302407 h 1321594"/>
              <a:gd name="connsiteX699" fmla="*/ 481307 w 2306082"/>
              <a:gd name="connsiteY699" fmla="*/ 283546 h 1321594"/>
              <a:gd name="connsiteX700" fmla="*/ 490738 w 2306082"/>
              <a:gd name="connsiteY700" fmla="*/ 264684 h 1321594"/>
              <a:gd name="connsiteX701" fmla="*/ 500168 w 2306082"/>
              <a:gd name="connsiteY701" fmla="*/ 255254 h 1321594"/>
              <a:gd name="connsiteX702" fmla="*/ 519030 w 2306082"/>
              <a:gd name="connsiteY702" fmla="*/ 255254 h 1321594"/>
              <a:gd name="connsiteX703" fmla="*/ 528460 w 2306082"/>
              <a:gd name="connsiteY703" fmla="*/ 245823 h 1321594"/>
              <a:gd name="connsiteX704" fmla="*/ 537891 w 2306082"/>
              <a:gd name="connsiteY704" fmla="*/ 236393 h 1321594"/>
              <a:gd name="connsiteX705" fmla="*/ 556753 w 2306082"/>
              <a:gd name="connsiteY705" fmla="*/ 226962 h 1321594"/>
              <a:gd name="connsiteX706" fmla="*/ 575614 w 2306082"/>
              <a:gd name="connsiteY706" fmla="*/ 217531 h 1321594"/>
              <a:gd name="connsiteX707" fmla="*/ 594475 w 2306082"/>
              <a:gd name="connsiteY707" fmla="*/ 217531 h 1321594"/>
              <a:gd name="connsiteX708" fmla="*/ 603906 w 2306082"/>
              <a:gd name="connsiteY708" fmla="*/ 208100 h 1321594"/>
              <a:gd name="connsiteX709" fmla="*/ 613337 w 2306082"/>
              <a:gd name="connsiteY709" fmla="*/ 208100 h 1321594"/>
              <a:gd name="connsiteX710" fmla="*/ 632198 w 2306082"/>
              <a:gd name="connsiteY710" fmla="*/ 189239 h 1321594"/>
              <a:gd name="connsiteX711" fmla="*/ 641629 w 2306082"/>
              <a:gd name="connsiteY711" fmla="*/ 189239 h 1321594"/>
              <a:gd name="connsiteX712" fmla="*/ 660490 w 2306082"/>
              <a:gd name="connsiteY712" fmla="*/ 179808 h 1321594"/>
              <a:gd name="connsiteX713" fmla="*/ 669921 w 2306082"/>
              <a:gd name="connsiteY713" fmla="*/ 179808 h 1321594"/>
              <a:gd name="connsiteX714" fmla="*/ 698213 w 2306082"/>
              <a:gd name="connsiteY714" fmla="*/ 170378 h 1321594"/>
              <a:gd name="connsiteX715" fmla="*/ 707644 w 2306082"/>
              <a:gd name="connsiteY715" fmla="*/ 160947 h 1321594"/>
              <a:gd name="connsiteX716" fmla="*/ 754797 w 2306082"/>
              <a:gd name="connsiteY716" fmla="*/ 151516 h 1321594"/>
              <a:gd name="connsiteX717" fmla="*/ 764228 w 2306082"/>
              <a:gd name="connsiteY717" fmla="*/ 151516 h 1321594"/>
              <a:gd name="connsiteX718" fmla="*/ 773659 w 2306082"/>
              <a:gd name="connsiteY718" fmla="*/ 132655 h 1321594"/>
              <a:gd name="connsiteX719" fmla="*/ 792520 w 2306082"/>
              <a:gd name="connsiteY719" fmla="*/ 132655 h 1321594"/>
              <a:gd name="connsiteX720" fmla="*/ 801951 w 2306082"/>
              <a:gd name="connsiteY720" fmla="*/ 123224 h 1321594"/>
              <a:gd name="connsiteX721" fmla="*/ 820812 w 2306082"/>
              <a:gd name="connsiteY721" fmla="*/ 123224 h 1321594"/>
              <a:gd name="connsiteX722" fmla="*/ 839673 w 2306082"/>
              <a:gd name="connsiteY722" fmla="*/ 113793 h 1321594"/>
              <a:gd name="connsiteX723" fmla="*/ 867965 w 2306082"/>
              <a:gd name="connsiteY723" fmla="*/ 104363 h 1321594"/>
              <a:gd name="connsiteX724" fmla="*/ 896257 w 2306082"/>
              <a:gd name="connsiteY724" fmla="*/ 85502 h 1321594"/>
              <a:gd name="connsiteX725" fmla="*/ 915119 w 2306082"/>
              <a:gd name="connsiteY725" fmla="*/ 66640 h 1321594"/>
              <a:gd name="connsiteX726" fmla="*/ 933980 w 2306082"/>
              <a:gd name="connsiteY726" fmla="*/ 66640 h 1321594"/>
              <a:gd name="connsiteX727" fmla="*/ 952842 w 2306082"/>
              <a:gd name="connsiteY727" fmla="*/ 57209 h 1321594"/>
              <a:gd name="connsiteX728" fmla="*/ 971703 w 2306082"/>
              <a:gd name="connsiteY728" fmla="*/ 47779 h 1321594"/>
              <a:gd name="connsiteX729" fmla="*/ 999995 w 2306082"/>
              <a:gd name="connsiteY729" fmla="*/ 38348 h 1321594"/>
              <a:gd name="connsiteX730" fmla="*/ 1018856 w 2306082"/>
              <a:gd name="connsiteY730" fmla="*/ 28917 h 1321594"/>
              <a:gd name="connsiteX731" fmla="*/ 1037718 w 2306082"/>
              <a:gd name="connsiteY731" fmla="*/ 19487 h 1321594"/>
              <a:gd name="connsiteX732" fmla="*/ 1066010 w 2306082"/>
              <a:gd name="connsiteY732" fmla="*/ 19487 h 1321594"/>
              <a:gd name="connsiteX733" fmla="*/ 1094302 w 2306082"/>
              <a:gd name="connsiteY733" fmla="*/ 625 h 1321594"/>
              <a:gd name="connsiteX734" fmla="*/ 1141456 w 2306082"/>
              <a:gd name="connsiteY734" fmla="*/ 625 h 1321594"/>
              <a:gd name="connsiteX735" fmla="*/ 1179178 w 2306082"/>
              <a:gd name="connsiteY735" fmla="*/ 10056 h 1321594"/>
              <a:gd name="connsiteX736" fmla="*/ 1198040 w 2306082"/>
              <a:gd name="connsiteY736" fmla="*/ 19487 h 1321594"/>
              <a:gd name="connsiteX737" fmla="*/ 1235762 w 2306082"/>
              <a:gd name="connsiteY737" fmla="*/ 19487 h 1321594"/>
              <a:gd name="connsiteX738" fmla="*/ 1264055 w 2306082"/>
              <a:gd name="connsiteY738" fmla="*/ 28917 h 1321594"/>
              <a:gd name="connsiteX739" fmla="*/ 1301777 w 2306082"/>
              <a:gd name="connsiteY739" fmla="*/ 28917 h 1321594"/>
              <a:gd name="connsiteX740" fmla="*/ 1348931 w 2306082"/>
              <a:gd name="connsiteY740" fmla="*/ 38348 h 1321594"/>
              <a:gd name="connsiteX741" fmla="*/ 1386653 w 2306082"/>
              <a:gd name="connsiteY741" fmla="*/ 47779 h 1321594"/>
              <a:gd name="connsiteX742" fmla="*/ 1405515 w 2306082"/>
              <a:gd name="connsiteY742" fmla="*/ 57209 h 1321594"/>
              <a:gd name="connsiteX743" fmla="*/ 1424376 w 2306082"/>
              <a:gd name="connsiteY743" fmla="*/ 47779 h 1321594"/>
              <a:gd name="connsiteX744" fmla="*/ 1471530 w 2306082"/>
              <a:gd name="connsiteY744" fmla="*/ 47779 h 1321594"/>
              <a:gd name="connsiteX745" fmla="*/ 1490391 w 2306082"/>
              <a:gd name="connsiteY745" fmla="*/ 57209 h 1321594"/>
              <a:gd name="connsiteX746" fmla="*/ 1518683 w 2306082"/>
              <a:gd name="connsiteY746" fmla="*/ 66640 h 1321594"/>
              <a:gd name="connsiteX747" fmla="*/ 1546975 w 2306082"/>
              <a:gd name="connsiteY747" fmla="*/ 85502 h 1321594"/>
              <a:gd name="connsiteX748" fmla="*/ 1584698 w 2306082"/>
              <a:gd name="connsiteY748" fmla="*/ 94932 h 1321594"/>
              <a:gd name="connsiteX749" fmla="*/ 1612990 w 2306082"/>
              <a:gd name="connsiteY749" fmla="*/ 104363 h 1321594"/>
              <a:gd name="connsiteX750" fmla="*/ 1631852 w 2306082"/>
              <a:gd name="connsiteY750" fmla="*/ 113793 h 1321594"/>
              <a:gd name="connsiteX751" fmla="*/ 1650713 w 2306082"/>
              <a:gd name="connsiteY751" fmla="*/ 123224 h 1321594"/>
              <a:gd name="connsiteX752" fmla="*/ 1669574 w 2306082"/>
              <a:gd name="connsiteY752" fmla="*/ 132655 h 1321594"/>
              <a:gd name="connsiteX753" fmla="*/ 1697866 w 2306082"/>
              <a:gd name="connsiteY753" fmla="*/ 151516 h 1321594"/>
              <a:gd name="connsiteX754" fmla="*/ 1707297 w 2306082"/>
              <a:gd name="connsiteY754" fmla="*/ 160947 h 1321594"/>
              <a:gd name="connsiteX755" fmla="*/ 1726159 w 2306082"/>
              <a:gd name="connsiteY755" fmla="*/ 170378 h 1321594"/>
              <a:gd name="connsiteX756" fmla="*/ 1745020 w 2306082"/>
              <a:gd name="connsiteY756" fmla="*/ 189239 h 1321594"/>
              <a:gd name="connsiteX757" fmla="*/ 1773312 w 2306082"/>
              <a:gd name="connsiteY757" fmla="*/ 208100 h 1321594"/>
              <a:gd name="connsiteX758" fmla="*/ 1773312 w 2306082"/>
              <a:gd name="connsiteY758" fmla="*/ 226962 h 1321594"/>
              <a:gd name="connsiteX759" fmla="*/ 1792174 w 2306082"/>
              <a:gd name="connsiteY759" fmla="*/ 236393 h 1321594"/>
              <a:gd name="connsiteX760" fmla="*/ 1801604 w 2306082"/>
              <a:gd name="connsiteY760" fmla="*/ 264684 h 1321594"/>
              <a:gd name="connsiteX761" fmla="*/ 1801604 w 2306082"/>
              <a:gd name="connsiteY761" fmla="*/ 274115 h 1321594"/>
              <a:gd name="connsiteX762" fmla="*/ 1811035 w 2306082"/>
              <a:gd name="connsiteY762" fmla="*/ 302407 h 1321594"/>
              <a:gd name="connsiteX763" fmla="*/ 1829896 w 2306082"/>
              <a:gd name="connsiteY763" fmla="*/ 330699 h 1321594"/>
              <a:gd name="connsiteX764" fmla="*/ 1829896 w 2306082"/>
              <a:gd name="connsiteY764" fmla="*/ 340130 h 1321594"/>
              <a:gd name="connsiteX765" fmla="*/ 1839327 w 2306082"/>
              <a:gd name="connsiteY765" fmla="*/ 387284 h 1321594"/>
              <a:gd name="connsiteX766" fmla="*/ 1839327 w 2306082"/>
              <a:gd name="connsiteY766" fmla="*/ 415576 h 1321594"/>
              <a:gd name="connsiteX767" fmla="*/ 1848758 w 2306082"/>
              <a:gd name="connsiteY767" fmla="*/ 434437 h 1321594"/>
              <a:gd name="connsiteX768" fmla="*/ 1848758 w 2306082"/>
              <a:gd name="connsiteY768" fmla="*/ 585328 h 1321594"/>
              <a:gd name="connsiteX769" fmla="*/ 1839327 w 2306082"/>
              <a:gd name="connsiteY769" fmla="*/ 613620 h 1321594"/>
              <a:gd name="connsiteX770" fmla="*/ 1829896 w 2306082"/>
              <a:gd name="connsiteY770" fmla="*/ 623051 h 1321594"/>
              <a:gd name="connsiteX771" fmla="*/ 1820465 w 2306082"/>
              <a:gd name="connsiteY771" fmla="*/ 641912 h 1321594"/>
              <a:gd name="connsiteX772" fmla="*/ 1811035 w 2306082"/>
              <a:gd name="connsiteY772" fmla="*/ 660774 h 1321594"/>
              <a:gd name="connsiteX773" fmla="*/ 1801604 w 2306082"/>
              <a:gd name="connsiteY773" fmla="*/ 679635 h 1321594"/>
              <a:gd name="connsiteX774" fmla="*/ 1782743 w 2306082"/>
              <a:gd name="connsiteY774" fmla="*/ 707927 h 1321594"/>
              <a:gd name="connsiteX775" fmla="*/ 1735589 w 2306082"/>
              <a:gd name="connsiteY775" fmla="*/ 745650 h 1321594"/>
              <a:gd name="connsiteX776" fmla="*/ 1707297 w 2306082"/>
              <a:gd name="connsiteY776" fmla="*/ 755081 h 1321594"/>
              <a:gd name="connsiteX777" fmla="*/ 1679005 w 2306082"/>
              <a:gd name="connsiteY777" fmla="*/ 773942 h 1321594"/>
              <a:gd name="connsiteX778" fmla="*/ 1650713 w 2306082"/>
              <a:gd name="connsiteY778" fmla="*/ 773942 h 1321594"/>
              <a:gd name="connsiteX779" fmla="*/ 1631852 w 2306082"/>
              <a:gd name="connsiteY779" fmla="*/ 783373 h 1321594"/>
              <a:gd name="connsiteX780" fmla="*/ 1575268 w 2306082"/>
              <a:gd name="connsiteY780" fmla="*/ 802234 h 1321594"/>
              <a:gd name="connsiteX781" fmla="*/ 1565837 w 2306082"/>
              <a:gd name="connsiteY781" fmla="*/ 811665 h 1321594"/>
              <a:gd name="connsiteX782" fmla="*/ 1480961 w 2306082"/>
              <a:gd name="connsiteY782" fmla="*/ 811665 h 1321594"/>
              <a:gd name="connsiteX783" fmla="*/ 1396084 w 2306082"/>
              <a:gd name="connsiteY783" fmla="*/ 802234 h 1321594"/>
              <a:gd name="connsiteX784" fmla="*/ 1339500 w 2306082"/>
              <a:gd name="connsiteY784" fmla="*/ 792803 h 1321594"/>
              <a:gd name="connsiteX785" fmla="*/ 1301777 w 2306082"/>
              <a:gd name="connsiteY785" fmla="*/ 783373 h 1321594"/>
              <a:gd name="connsiteX786" fmla="*/ 1226332 w 2306082"/>
              <a:gd name="connsiteY786" fmla="*/ 764512 h 1321594"/>
              <a:gd name="connsiteX787" fmla="*/ 1150886 w 2306082"/>
              <a:gd name="connsiteY787" fmla="*/ 736219 h 1321594"/>
              <a:gd name="connsiteX788" fmla="*/ 1084871 w 2306082"/>
              <a:gd name="connsiteY788" fmla="*/ 707927 h 1321594"/>
              <a:gd name="connsiteX789" fmla="*/ 1018856 w 2306082"/>
              <a:gd name="connsiteY789" fmla="*/ 689066 h 1321594"/>
              <a:gd name="connsiteX790" fmla="*/ 924550 w 2306082"/>
              <a:gd name="connsiteY790" fmla="*/ 660774 h 1321594"/>
              <a:gd name="connsiteX791" fmla="*/ 877396 w 2306082"/>
              <a:gd name="connsiteY791" fmla="*/ 660774 h 1321594"/>
              <a:gd name="connsiteX792" fmla="*/ 867965 w 2306082"/>
              <a:gd name="connsiteY792" fmla="*/ 651343 h 1321594"/>
              <a:gd name="connsiteX793" fmla="*/ 839673 w 2306082"/>
              <a:gd name="connsiteY793" fmla="*/ 641912 h 1321594"/>
              <a:gd name="connsiteX794" fmla="*/ 820812 w 2306082"/>
              <a:gd name="connsiteY794" fmla="*/ 623051 h 1321594"/>
              <a:gd name="connsiteX795" fmla="*/ 811381 w 2306082"/>
              <a:gd name="connsiteY795" fmla="*/ 613620 h 1321594"/>
              <a:gd name="connsiteX796" fmla="*/ 811381 w 2306082"/>
              <a:gd name="connsiteY796" fmla="*/ 585328 h 1321594"/>
              <a:gd name="connsiteX797" fmla="*/ 830243 w 2306082"/>
              <a:gd name="connsiteY797" fmla="*/ 566467 h 1321594"/>
              <a:gd name="connsiteX798" fmla="*/ 839673 w 2306082"/>
              <a:gd name="connsiteY798" fmla="*/ 557036 h 1321594"/>
              <a:gd name="connsiteX799" fmla="*/ 867965 w 2306082"/>
              <a:gd name="connsiteY799" fmla="*/ 538175 h 1321594"/>
              <a:gd name="connsiteX800" fmla="*/ 924550 w 2306082"/>
              <a:gd name="connsiteY800" fmla="*/ 509883 h 1321594"/>
              <a:gd name="connsiteX801" fmla="*/ 999995 w 2306082"/>
              <a:gd name="connsiteY801" fmla="*/ 491021 h 1321594"/>
              <a:gd name="connsiteX802" fmla="*/ 1056579 w 2306082"/>
              <a:gd name="connsiteY802" fmla="*/ 491021 h 1321594"/>
              <a:gd name="connsiteX803" fmla="*/ 1122594 w 2306082"/>
              <a:gd name="connsiteY803" fmla="*/ 481590 h 1321594"/>
              <a:gd name="connsiteX804" fmla="*/ 1198040 w 2306082"/>
              <a:gd name="connsiteY804" fmla="*/ 472160 h 1321594"/>
              <a:gd name="connsiteX805" fmla="*/ 1443238 w 2306082"/>
              <a:gd name="connsiteY805" fmla="*/ 472160 h 1321594"/>
              <a:gd name="connsiteX806" fmla="*/ 1575268 w 2306082"/>
              <a:gd name="connsiteY806" fmla="*/ 481590 h 1321594"/>
              <a:gd name="connsiteX807" fmla="*/ 1650713 w 2306082"/>
              <a:gd name="connsiteY807" fmla="*/ 491021 h 1321594"/>
              <a:gd name="connsiteX808" fmla="*/ 1726159 w 2306082"/>
              <a:gd name="connsiteY808" fmla="*/ 509883 h 1321594"/>
              <a:gd name="connsiteX809" fmla="*/ 1782743 w 2306082"/>
              <a:gd name="connsiteY809" fmla="*/ 519313 h 1321594"/>
              <a:gd name="connsiteX810" fmla="*/ 1811035 w 2306082"/>
              <a:gd name="connsiteY810" fmla="*/ 528744 h 1321594"/>
              <a:gd name="connsiteX811" fmla="*/ 1839327 w 2306082"/>
              <a:gd name="connsiteY811" fmla="*/ 538175 h 1321594"/>
              <a:gd name="connsiteX812" fmla="*/ 1858188 w 2306082"/>
              <a:gd name="connsiteY812" fmla="*/ 547605 h 1321594"/>
              <a:gd name="connsiteX813" fmla="*/ 1867619 w 2306082"/>
              <a:gd name="connsiteY813" fmla="*/ 557036 h 1321594"/>
              <a:gd name="connsiteX814" fmla="*/ 1867619 w 2306082"/>
              <a:gd name="connsiteY814" fmla="*/ 585328 h 1321594"/>
              <a:gd name="connsiteX815" fmla="*/ 1839327 w 2306082"/>
              <a:gd name="connsiteY815" fmla="*/ 604190 h 1321594"/>
              <a:gd name="connsiteX816" fmla="*/ 1811035 w 2306082"/>
              <a:gd name="connsiteY816" fmla="*/ 613620 h 1321594"/>
              <a:gd name="connsiteX817" fmla="*/ 1782743 w 2306082"/>
              <a:gd name="connsiteY817" fmla="*/ 641912 h 1321594"/>
              <a:gd name="connsiteX818" fmla="*/ 1735589 w 2306082"/>
              <a:gd name="connsiteY818" fmla="*/ 660774 h 1321594"/>
              <a:gd name="connsiteX819" fmla="*/ 1679005 w 2306082"/>
              <a:gd name="connsiteY819" fmla="*/ 689066 h 1321594"/>
              <a:gd name="connsiteX820" fmla="*/ 1622421 w 2306082"/>
              <a:gd name="connsiteY820" fmla="*/ 698496 h 1321594"/>
              <a:gd name="connsiteX821" fmla="*/ 1565837 w 2306082"/>
              <a:gd name="connsiteY821" fmla="*/ 726789 h 1321594"/>
              <a:gd name="connsiteX822" fmla="*/ 1509253 w 2306082"/>
              <a:gd name="connsiteY822" fmla="*/ 745650 h 1321594"/>
              <a:gd name="connsiteX823" fmla="*/ 1443238 w 2306082"/>
              <a:gd name="connsiteY823" fmla="*/ 773942 h 1321594"/>
              <a:gd name="connsiteX824" fmla="*/ 1367792 w 2306082"/>
              <a:gd name="connsiteY824" fmla="*/ 783373 h 1321594"/>
              <a:gd name="connsiteX825" fmla="*/ 1301777 w 2306082"/>
              <a:gd name="connsiteY825" fmla="*/ 792803 h 1321594"/>
              <a:gd name="connsiteX826" fmla="*/ 1066010 w 2306082"/>
              <a:gd name="connsiteY826" fmla="*/ 792803 h 1321594"/>
              <a:gd name="connsiteX827" fmla="*/ 981134 w 2306082"/>
              <a:gd name="connsiteY827" fmla="*/ 811665 h 1321594"/>
              <a:gd name="connsiteX828" fmla="*/ 943411 w 2306082"/>
              <a:gd name="connsiteY828" fmla="*/ 821095 h 1321594"/>
              <a:gd name="connsiteX829" fmla="*/ 867965 w 2306082"/>
              <a:gd name="connsiteY829" fmla="*/ 821095 h 1321594"/>
              <a:gd name="connsiteX830" fmla="*/ 877396 w 2306082"/>
              <a:gd name="connsiteY830" fmla="*/ 811665 h 1321594"/>
              <a:gd name="connsiteX831" fmla="*/ 905688 w 2306082"/>
              <a:gd name="connsiteY831" fmla="*/ 811665 h 1321594"/>
              <a:gd name="connsiteX832" fmla="*/ 952842 w 2306082"/>
              <a:gd name="connsiteY832" fmla="*/ 783373 h 1321594"/>
              <a:gd name="connsiteX833" fmla="*/ 999995 w 2306082"/>
              <a:gd name="connsiteY833" fmla="*/ 773942 h 1321594"/>
              <a:gd name="connsiteX834" fmla="*/ 1056579 w 2306082"/>
              <a:gd name="connsiteY834" fmla="*/ 745650 h 1321594"/>
              <a:gd name="connsiteX835" fmla="*/ 1132025 w 2306082"/>
              <a:gd name="connsiteY835" fmla="*/ 726789 h 1321594"/>
              <a:gd name="connsiteX836" fmla="*/ 1188609 w 2306082"/>
              <a:gd name="connsiteY836" fmla="*/ 717358 h 1321594"/>
              <a:gd name="connsiteX837" fmla="*/ 1273485 w 2306082"/>
              <a:gd name="connsiteY837" fmla="*/ 689066 h 1321594"/>
              <a:gd name="connsiteX838" fmla="*/ 1386653 w 2306082"/>
              <a:gd name="connsiteY838" fmla="*/ 670204 h 1321594"/>
              <a:gd name="connsiteX839" fmla="*/ 1509253 w 2306082"/>
              <a:gd name="connsiteY839" fmla="*/ 660774 h 1321594"/>
              <a:gd name="connsiteX840" fmla="*/ 1660144 w 2306082"/>
              <a:gd name="connsiteY840" fmla="*/ 651343 h 1321594"/>
              <a:gd name="connsiteX841" fmla="*/ 2093956 w 2306082"/>
              <a:gd name="connsiteY841" fmla="*/ 651343 h 1321594"/>
              <a:gd name="connsiteX842" fmla="*/ 2131679 w 2306082"/>
              <a:gd name="connsiteY842" fmla="*/ 641912 h 1321594"/>
              <a:gd name="connsiteX843" fmla="*/ 2159971 w 2306082"/>
              <a:gd name="connsiteY843" fmla="*/ 651343 h 1321594"/>
              <a:gd name="connsiteX844" fmla="*/ 2131679 w 2306082"/>
              <a:gd name="connsiteY844" fmla="*/ 660774 h 1321594"/>
              <a:gd name="connsiteX845" fmla="*/ 2084525 w 2306082"/>
              <a:gd name="connsiteY845" fmla="*/ 670204 h 1321594"/>
              <a:gd name="connsiteX846" fmla="*/ 2027941 w 2306082"/>
              <a:gd name="connsiteY846" fmla="*/ 689066 h 1321594"/>
              <a:gd name="connsiteX847" fmla="*/ 1990218 w 2306082"/>
              <a:gd name="connsiteY847" fmla="*/ 698496 h 1321594"/>
              <a:gd name="connsiteX848" fmla="*/ 1933634 w 2306082"/>
              <a:gd name="connsiteY848" fmla="*/ 717358 h 1321594"/>
              <a:gd name="connsiteX849" fmla="*/ 1886480 w 2306082"/>
              <a:gd name="connsiteY849" fmla="*/ 726789 h 1321594"/>
              <a:gd name="connsiteX850" fmla="*/ 1829896 w 2306082"/>
              <a:gd name="connsiteY850" fmla="*/ 755081 h 1321594"/>
              <a:gd name="connsiteX851" fmla="*/ 1773312 w 2306082"/>
              <a:gd name="connsiteY851" fmla="*/ 773942 h 1321594"/>
              <a:gd name="connsiteX852" fmla="*/ 1716728 w 2306082"/>
              <a:gd name="connsiteY852" fmla="*/ 792803 h 1321594"/>
              <a:gd name="connsiteX853" fmla="*/ 1650713 w 2306082"/>
              <a:gd name="connsiteY853" fmla="*/ 821095 h 1321594"/>
              <a:gd name="connsiteX854" fmla="*/ 1594129 w 2306082"/>
              <a:gd name="connsiteY854" fmla="*/ 839957 h 1321594"/>
              <a:gd name="connsiteX855" fmla="*/ 1546975 w 2306082"/>
              <a:gd name="connsiteY855" fmla="*/ 858818 h 1321594"/>
              <a:gd name="connsiteX856" fmla="*/ 1509253 w 2306082"/>
              <a:gd name="connsiteY856" fmla="*/ 868249 h 1321594"/>
              <a:gd name="connsiteX857" fmla="*/ 1480961 w 2306082"/>
              <a:gd name="connsiteY857" fmla="*/ 887110 h 1321594"/>
              <a:gd name="connsiteX858" fmla="*/ 1452668 w 2306082"/>
              <a:gd name="connsiteY858" fmla="*/ 896541 h 1321594"/>
              <a:gd name="connsiteX859" fmla="*/ 1433807 w 2306082"/>
              <a:gd name="connsiteY859" fmla="*/ 896541 h 1321594"/>
              <a:gd name="connsiteX860" fmla="*/ 1405515 w 2306082"/>
              <a:gd name="connsiteY860" fmla="*/ 905971 h 1321594"/>
              <a:gd name="connsiteX861" fmla="*/ 1396084 w 2306082"/>
              <a:gd name="connsiteY861" fmla="*/ 915402 h 1321594"/>
              <a:gd name="connsiteX862" fmla="*/ 1424376 w 2306082"/>
              <a:gd name="connsiteY862" fmla="*/ 915402 h 1321594"/>
              <a:gd name="connsiteX863" fmla="*/ 1433807 w 2306082"/>
              <a:gd name="connsiteY863" fmla="*/ 924833 h 1321594"/>
              <a:gd name="connsiteX864" fmla="*/ 1443238 w 2306082"/>
              <a:gd name="connsiteY864" fmla="*/ 924833 h 1321594"/>
              <a:gd name="connsiteX865" fmla="*/ 1452668 w 2306082"/>
              <a:gd name="connsiteY865" fmla="*/ 934264 h 1321594"/>
              <a:gd name="connsiteX866" fmla="*/ 1471530 w 2306082"/>
              <a:gd name="connsiteY866" fmla="*/ 943694 h 1321594"/>
              <a:gd name="connsiteX867" fmla="*/ 1471530 w 2306082"/>
              <a:gd name="connsiteY867" fmla="*/ 990848 h 1321594"/>
              <a:gd name="connsiteX868" fmla="*/ 1462099 w 2306082"/>
              <a:gd name="connsiteY868" fmla="*/ 1009709 h 1321594"/>
              <a:gd name="connsiteX869" fmla="*/ 1462099 w 2306082"/>
              <a:gd name="connsiteY869" fmla="*/ 1028570 h 1321594"/>
              <a:gd name="connsiteX870" fmla="*/ 1452668 w 2306082"/>
              <a:gd name="connsiteY870" fmla="*/ 1047432 h 1321594"/>
              <a:gd name="connsiteX871" fmla="*/ 1452668 w 2306082"/>
              <a:gd name="connsiteY871" fmla="*/ 1056863 h 1321594"/>
              <a:gd name="connsiteX872" fmla="*/ 1443238 w 2306082"/>
              <a:gd name="connsiteY872" fmla="*/ 1066294 h 1321594"/>
              <a:gd name="connsiteX873" fmla="*/ 1433807 w 2306082"/>
              <a:gd name="connsiteY873" fmla="*/ 1066294 h 1321594"/>
              <a:gd name="connsiteX874" fmla="*/ 1414946 w 2306082"/>
              <a:gd name="connsiteY874" fmla="*/ 1075724 h 1321594"/>
              <a:gd name="connsiteX875" fmla="*/ 1396084 w 2306082"/>
              <a:gd name="connsiteY875" fmla="*/ 1075724 h 1321594"/>
              <a:gd name="connsiteX876" fmla="*/ 1386653 w 2306082"/>
              <a:gd name="connsiteY876" fmla="*/ 1085155 h 1321594"/>
              <a:gd name="connsiteX877" fmla="*/ 1358362 w 2306082"/>
              <a:gd name="connsiteY877" fmla="*/ 1085155 h 1321594"/>
              <a:gd name="connsiteX878" fmla="*/ 1339500 w 2306082"/>
              <a:gd name="connsiteY878" fmla="*/ 1094586 h 1321594"/>
              <a:gd name="connsiteX879" fmla="*/ 1226332 w 2306082"/>
              <a:gd name="connsiteY879" fmla="*/ 1094586 h 1321594"/>
              <a:gd name="connsiteX880" fmla="*/ 1216901 w 2306082"/>
              <a:gd name="connsiteY880" fmla="*/ 1104016 h 1321594"/>
              <a:gd name="connsiteX881" fmla="*/ 1188609 w 2306082"/>
              <a:gd name="connsiteY881" fmla="*/ 1094586 h 1321594"/>
              <a:gd name="connsiteX882" fmla="*/ 1198040 w 2306082"/>
              <a:gd name="connsiteY882" fmla="*/ 1075724 h 1321594"/>
              <a:gd name="connsiteX883" fmla="*/ 1226332 w 2306082"/>
              <a:gd name="connsiteY883" fmla="*/ 1038001 h 1321594"/>
              <a:gd name="connsiteX884" fmla="*/ 1254624 w 2306082"/>
              <a:gd name="connsiteY884" fmla="*/ 1000279 h 1321594"/>
              <a:gd name="connsiteX885" fmla="*/ 1292347 w 2306082"/>
              <a:gd name="connsiteY885" fmla="*/ 971987 h 1321594"/>
              <a:gd name="connsiteX886" fmla="*/ 1330069 w 2306082"/>
              <a:gd name="connsiteY886" fmla="*/ 953126 h 1321594"/>
              <a:gd name="connsiteX887" fmla="*/ 1386653 w 2306082"/>
              <a:gd name="connsiteY887" fmla="*/ 905971 h 1321594"/>
              <a:gd name="connsiteX888" fmla="*/ 1433807 w 2306082"/>
              <a:gd name="connsiteY888" fmla="*/ 877680 h 1321594"/>
              <a:gd name="connsiteX889" fmla="*/ 1490391 w 2306082"/>
              <a:gd name="connsiteY889" fmla="*/ 839957 h 1321594"/>
              <a:gd name="connsiteX890" fmla="*/ 1556406 w 2306082"/>
              <a:gd name="connsiteY890" fmla="*/ 802234 h 1321594"/>
              <a:gd name="connsiteX891" fmla="*/ 1612990 w 2306082"/>
              <a:gd name="connsiteY891" fmla="*/ 783373 h 1321594"/>
              <a:gd name="connsiteX892" fmla="*/ 1650713 w 2306082"/>
              <a:gd name="connsiteY892" fmla="*/ 764512 h 1321594"/>
              <a:gd name="connsiteX893" fmla="*/ 1679005 w 2306082"/>
              <a:gd name="connsiteY893" fmla="*/ 755081 h 1321594"/>
              <a:gd name="connsiteX894" fmla="*/ 1707297 w 2306082"/>
              <a:gd name="connsiteY894" fmla="*/ 745650 h 1321594"/>
              <a:gd name="connsiteX895" fmla="*/ 1716728 w 2306082"/>
              <a:gd name="connsiteY895" fmla="*/ 745650 h 1321594"/>
              <a:gd name="connsiteX896" fmla="*/ 1735589 w 2306082"/>
              <a:gd name="connsiteY896" fmla="*/ 736219 h 1321594"/>
              <a:gd name="connsiteX897" fmla="*/ 1735589 w 2306082"/>
              <a:gd name="connsiteY897" fmla="*/ 736219 h 1321594"/>
              <a:gd name="connsiteX898" fmla="*/ 1716728 w 2306082"/>
              <a:gd name="connsiteY898" fmla="*/ 745650 h 1321594"/>
              <a:gd name="connsiteX899" fmla="*/ 1688436 w 2306082"/>
              <a:gd name="connsiteY899" fmla="*/ 755081 h 1321594"/>
              <a:gd name="connsiteX900" fmla="*/ 1660144 w 2306082"/>
              <a:gd name="connsiteY900" fmla="*/ 773942 h 1321594"/>
              <a:gd name="connsiteX901" fmla="*/ 1622421 w 2306082"/>
              <a:gd name="connsiteY901" fmla="*/ 792803 h 1321594"/>
              <a:gd name="connsiteX902" fmla="*/ 1594129 w 2306082"/>
              <a:gd name="connsiteY902" fmla="*/ 802234 h 1321594"/>
              <a:gd name="connsiteX903" fmla="*/ 1509253 w 2306082"/>
              <a:gd name="connsiteY903" fmla="*/ 792803 h 1321594"/>
              <a:gd name="connsiteX904" fmla="*/ 1462099 w 2306082"/>
              <a:gd name="connsiteY904" fmla="*/ 821095 h 1321594"/>
              <a:gd name="connsiteX905" fmla="*/ 1377223 w 2306082"/>
              <a:gd name="connsiteY905" fmla="*/ 858818 h 1321594"/>
              <a:gd name="connsiteX906" fmla="*/ 1320639 w 2306082"/>
              <a:gd name="connsiteY906" fmla="*/ 877680 h 1321594"/>
              <a:gd name="connsiteX907" fmla="*/ 1282916 w 2306082"/>
              <a:gd name="connsiteY907" fmla="*/ 896541 h 1321594"/>
              <a:gd name="connsiteX908" fmla="*/ 1235762 w 2306082"/>
              <a:gd name="connsiteY908" fmla="*/ 905971 h 1321594"/>
              <a:gd name="connsiteX909" fmla="*/ 1216901 w 2306082"/>
              <a:gd name="connsiteY909" fmla="*/ 915402 h 1321594"/>
              <a:gd name="connsiteX910" fmla="*/ 1188609 w 2306082"/>
              <a:gd name="connsiteY910" fmla="*/ 924833 h 1321594"/>
              <a:gd name="connsiteX911" fmla="*/ 1160317 w 2306082"/>
              <a:gd name="connsiteY911" fmla="*/ 924833 h 1321594"/>
              <a:gd name="connsiteX912" fmla="*/ 1132025 w 2306082"/>
              <a:gd name="connsiteY912" fmla="*/ 934264 h 1321594"/>
              <a:gd name="connsiteX913" fmla="*/ 1113163 w 2306082"/>
              <a:gd name="connsiteY913" fmla="*/ 943694 h 1321594"/>
              <a:gd name="connsiteX914" fmla="*/ 1103733 w 2306082"/>
              <a:gd name="connsiteY914" fmla="*/ 934264 h 1321594"/>
              <a:gd name="connsiteX915" fmla="*/ 1094302 w 2306082"/>
              <a:gd name="connsiteY915" fmla="*/ 943694 h 1321594"/>
              <a:gd name="connsiteX916" fmla="*/ 1103733 w 2306082"/>
              <a:gd name="connsiteY916" fmla="*/ 915402 h 1321594"/>
              <a:gd name="connsiteX917" fmla="*/ 1103733 w 2306082"/>
              <a:gd name="connsiteY917" fmla="*/ 905971 h 1321594"/>
              <a:gd name="connsiteX918" fmla="*/ 1094302 w 2306082"/>
              <a:gd name="connsiteY918" fmla="*/ 887110 h 1321594"/>
              <a:gd name="connsiteX919" fmla="*/ 1113163 w 2306082"/>
              <a:gd name="connsiteY919" fmla="*/ 877680 h 1321594"/>
              <a:gd name="connsiteX920" fmla="*/ 1132025 w 2306082"/>
              <a:gd name="connsiteY920" fmla="*/ 868249 h 1321594"/>
              <a:gd name="connsiteX921" fmla="*/ 1141456 w 2306082"/>
              <a:gd name="connsiteY921" fmla="*/ 858818 h 132159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</a:cxnLst>
            <a:rect l="l" t="t" r="r" b="b"/>
            <a:pathLst>
              <a:path w="2306082" h="1321594">
                <a:moveTo>
                  <a:pt x="2141109" y="94932"/>
                </a:moveTo>
                <a:cubicBezTo>
                  <a:pt x="2132307" y="99333"/>
                  <a:pt x="2024169" y="152145"/>
                  <a:pt x="2009079" y="160947"/>
                </a:cubicBezTo>
                <a:cubicBezTo>
                  <a:pt x="1993990" y="169749"/>
                  <a:pt x="1924203" y="221303"/>
                  <a:pt x="1914772" y="226962"/>
                </a:cubicBezTo>
                <a:cubicBezTo>
                  <a:pt x="1905342" y="232620"/>
                  <a:pt x="1872020" y="243308"/>
                  <a:pt x="1867619" y="245823"/>
                </a:cubicBezTo>
                <a:cubicBezTo>
                  <a:pt x="1863218" y="248338"/>
                  <a:pt x="1851272" y="262169"/>
                  <a:pt x="1848758" y="264684"/>
                </a:cubicBezTo>
                <a:cubicBezTo>
                  <a:pt x="1846243" y="267199"/>
                  <a:pt x="1834926" y="279144"/>
                  <a:pt x="1829896" y="283546"/>
                </a:cubicBezTo>
                <a:cubicBezTo>
                  <a:pt x="1824866" y="287946"/>
                  <a:pt x="1780857" y="325669"/>
                  <a:pt x="1773312" y="330699"/>
                </a:cubicBezTo>
                <a:cubicBezTo>
                  <a:pt x="1765768" y="335729"/>
                  <a:pt x="1723015" y="355219"/>
                  <a:pt x="1716728" y="358992"/>
                </a:cubicBezTo>
                <a:cubicBezTo>
                  <a:pt x="1710440" y="362764"/>
                  <a:pt x="1682777" y="384140"/>
                  <a:pt x="1679005" y="387284"/>
                </a:cubicBezTo>
                <a:cubicBezTo>
                  <a:pt x="1675233" y="390427"/>
                  <a:pt x="1663916" y="402373"/>
                  <a:pt x="1660144" y="406145"/>
                </a:cubicBezTo>
                <a:cubicBezTo>
                  <a:pt x="1656371" y="409917"/>
                  <a:pt x="1626193" y="440095"/>
                  <a:pt x="1622421" y="443868"/>
                </a:cubicBezTo>
                <a:cubicBezTo>
                  <a:pt x="1618649" y="447640"/>
                  <a:pt x="1606703" y="459586"/>
                  <a:pt x="1603559" y="462729"/>
                </a:cubicBezTo>
                <a:cubicBezTo>
                  <a:pt x="1600416" y="465873"/>
                  <a:pt x="1579040" y="487249"/>
                  <a:pt x="1575268" y="491021"/>
                </a:cubicBezTo>
                <a:cubicBezTo>
                  <a:pt x="1571495" y="494793"/>
                  <a:pt x="1550748" y="516170"/>
                  <a:pt x="1546975" y="519313"/>
                </a:cubicBezTo>
                <a:cubicBezTo>
                  <a:pt x="1543203" y="522457"/>
                  <a:pt x="1521827" y="535031"/>
                  <a:pt x="1518683" y="538175"/>
                </a:cubicBezTo>
                <a:cubicBezTo>
                  <a:pt x="1515540" y="541318"/>
                  <a:pt x="1502965" y="563323"/>
                  <a:pt x="1499822" y="566467"/>
                </a:cubicBezTo>
                <a:cubicBezTo>
                  <a:pt x="1496678" y="569610"/>
                  <a:pt x="1474674" y="582813"/>
                  <a:pt x="1471530" y="585328"/>
                </a:cubicBezTo>
                <a:cubicBezTo>
                  <a:pt x="1468386" y="587843"/>
                  <a:pt x="1457069" y="599160"/>
                  <a:pt x="1452668" y="604190"/>
                </a:cubicBezTo>
                <a:cubicBezTo>
                  <a:pt x="1448267" y="609219"/>
                  <a:pt x="1412431" y="653858"/>
                  <a:pt x="1405515" y="660774"/>
                </a:cubicBezTo>
                <a:cubicBezTo>
                  <a:pt x="1398599" y="667689"/>
                  <a:pt x="1354589" y="702269"/>
                  <a:pt x="1348931" y="707927"/>
                </a:cubicBezTo>
                <a:cubicBezTo>
                  <a:pt x="1343272" y="713586"/>
                  <a:pt x="1323782" y="741877"/>
                  <a:pt x="1320639" y="745650"/>
                </a:cubicBezTo>
                <a:cubicBezTo>
                  <a:pt x="1317495" y="749422"/>
                  <a:pt x="1304292" y="761368"/>
                  <a:pt x="1301777" y="764512"/>
                </a:cubicBezTo>
                <a:cubicBezTo>
                  <a:pt x="1299262" y="767655"/>
                  <a:pt x="1286059" y="789660"/>
                  <a:pt x="1282916" y="792803"/>
                </a:cubicBezTo>
                <a:cubicBezTo>
                  <a:pt x="1279772" y="795947"/>
                  <a:pt x="1258396" y="807893"/>
                  <a:pt x="1254624" y="811665"/>
                </a:cubicBezTo>
                <a:cubicBezTo>
                  <a:pt x="1250852" y="815437"/>
                  <a:pt x="1229475" y="845615"/>
                  <a:pt x="1226332" y="849388"/>
                </a:cubicBezTo>
                <a:cubicBezTo>
                  <a:pt x="1223188" y="853160"/>
                  <a:pt x="1209985" y="865734"/>
                  <a:pt x="1207471" y="868249"/>
                </a:cubicBezTo>
                <a:cubicBezTo>
                  <a:pt x="1204956" y="870763"/>
                  <a:pt x="1192381" y="883966"/>
                  <a:pt x="1188609" y="887110"/>
                </a:cubicBezTo>
                <a:cubicBezTo>
                  <a:pt x="1184837" y="890254"/>
                  <a:pt x="1154658" y="912258"/>
                  <a:pt x="1150886" y="915402"/>
                </a:cubicBezTo>
                <a:cubicBezTo>
                  <a:pt x="1147114" y="918545"/>
                  <a:pt x="1134540" y="931120"/>
                  <a:pt x="1132025" y="934264"/>
                </a:cubicBezTo>
                <a:cubicBezTo>
                  <a:pt x="1129510" y="937407"/>
                  <a:pt x="1116936" y="958783"/>
                  <a:pt x="1113163" y="962556"/>
                </a:cubicBezTo>
                <a:cubicBezTo>
                  <a:pt x="1109391" y="966328"/>
                  <a:pt x="1079842" y="987075"/>
                  <a:pt x="1075441" y="990848"/>
                </a:cubicBezTo>
                <a:cubicBezTo>
                  <a:pt x="1071040" y="994620"/>
                  <a:pt x="1050921" y="1015996"/>
                  <a:pt x="1047149" y="1019140"/>
                </a:cubicBezTo>
                <a:cubicBezTo>
                  <a:pt x="1043376" y="1022284"/>
                  <a:pt x="1021371" y="1036115"/>
                  <a:pt x="1018856" y="1038001"/>
                </a:cubicBezTo>
                <a:cubicBezTo>
                  <a:pt x="1016341" y="1039887"/>
                  <a:pt x="1011941" y="1046175"/>
                  <a:pt x="1009426" y="1047432"/>
                </a:cubicBezTo>
                <a:cubicBezTo>
                  <a:pt x="1006911" y="1048689"/>
                  <a:pt x="983648" y="1055606"/>
                  <a:pt x="981134" y="1056863"/>
                </a:cubicBezTo>
                <a:cubicBezTo>
                  <a:pt x="978619" y="1058120"/>
                  <a:pt x="972961" y="1065036"/>
                  <a:pt x="971703" y="1066294"/>
                </a:cubicBezTo>
                <a:cubicBezTo>
                  <a:pt x="970446" y="1067551"/>
                  <a:pt x="963530" y="1075095"/>
                  <a:pt x="962272" y="1075724"/>
                </a:cubicBezTo>
                <a:cubicBezTo>
                  <a:pt x="961015" y="1076352"/>
                  <a:pt x="954099" y="1075095"/>
                  <a:pt x="952842" y="1075724"/>
                </a:cubicBezTo>
                <a:cubicBezTo>
                  <a:pt x="951584" y="1076352"/>
                  <a:pt x="945297" y="1083897"/>
                  <a:pt x="943411" y="1085155"/>
                </a:cubicBezTo>
                <a:cubicBezTo>
                  <a:pt x="941525" y="1086412"/>
                  <a:pt x="926436" y="1093328"/>
                  <a:pt x="924550" y="1094586"/>
                </a:cubicBezTo>
                <a:cubicBezTo>
                  <a:pt x="922663" y="1095842"/>
                  <a:pt x="919520" y="1104016"/>
                  <a:pt x="915119" y="1104016"/>
                </a:cubicBezTo>
                <a:cubicBezTo>
                  <a:pt x="910718" y="1104016"/>
                  <a:pt x="862936" y="1095214"/>
                  <a:pt x="858535" y="1094586"/>
                </a:cubicBezTo>
                <a:cubicBezTo>
                  <a:pt x="854134" y="1093957"/>
                  <a:pt x="850361" y="1095214"/>
                  <a:pt x="849104" y="1094586"/>
                </a:cubicBezTo>
                <a:cubicBezTo>
                  <a:pt x="847847" y="1093957"/>
                  <a:pt x="840931" y="1086412"/>
                  <a:pt x="839673" y="1085155"/>
                </a:cubicBezTo>
                <a:cubicBezTo>
                  <a:pt x="838416" y="1083897"/>
                  <a:pt x="831500" y="1076352"/>
                  <a:pt x="830243" y="1075724"/>
                </a:cubicBezTo>
                <a:cubicBezTo>
                  <a:pt x="828985" y="1075095"/>
                  <a:pt x="822069" y="1078238"/>
                  <a:pt x="820812" y="1075724"/>
                </a:cubicBezTo>
                <a:cubicBezTo>
                  <a:pt x="819554" y="1073209"/>
                  <a:pt x="813267" y="1043660"/>
                  <a:pt x="811381" y="1038001"/>
                </a:cubicBezTo>
                <a:cubicBezTo>
                  <a:pt x="809495" y="1032342"/>
                  <a:pt x="795035" y="995249"/>
                  <a:pt x="792520" y="990848"/>
                </a:cubicBezTo>
                <a:cubicBezTo>
                  <a:pt x="790005" y="986446"/>
                  <a:pt x="775545" y="973873"/>
                  <a:pt x="773659" y="971987"/>
                </a:cubicBezTo>
                <a:cubicBezTo>
                  <a:pt x="771772" y="970100"/>
                  <a:pt x="766743" y="965699"/>
                  <a:pt x="764228" y="962556"/>
                </a:cubicBezTo>
                <a:cubicBezTo>
                  <a:pt x="761713" y="959412"/>
                  <a:pt x="738451" y="928605"/>
                  <a:pt x="735936" y="924833"/>
                </a:cubicBezTo>
                <a:cubicBezTo>
                  <a:pt x="733421" y="921061"/>
                  <a:pt x="727762" y="908486"/>
                  <a:pt x="726505" y="905971"/>
                </a:cubicBezTo>
                <a:cubicBezTo>
                  <a:pt x="725248" y="903456"/>
                  <a:pt x="719589" y="890254"/>
                  <a:pt x="717074" y="887110"/>
                </a:cubicBezTo>
                <a:cubicBezTo>
                  <a:pt x="714560" y="883966"/>
                  <a:pt x="691297" y="861333"/>
                  <a:pt x="688782" y="858818"/>
                </a:cubicBezTo>
                <a:cubicBezTo>
                  <a:pt x="686267" y="856303"/>
                  <a:pt x="681866" y="852531"/>
                  <a:pt x="679352" y="849388"/>
                </a:cubicBezTo>
                <a:cubicBezTo>
                  <a:pt x="676837" y="846244"/>
                  <a:pt x="653574" y="815437"/>
                  <a:pt x="651059" y="811665"/>
                </a:cubicBezTo>
                <a:cubicBezTo>
                  <a:pt x="648545" y="807893"/>
                  <a:pt x="642886" y="795318"/>
                  <a:pt x="641629" y="792803"/>
                </a:cubicBezTo>
                <a:cubicBezTo>
                  <a:pt x="640371" y="790288"/>
                  <a:pt x="634084" y="777085"/>
                  <a:pt x="632198" y="773942"/>
                </a:cubicBezTo>
                <a:cubicBezTo>
                  <a:pt x="630312" y="770798"/>
                  <a:pt x="616480" y="750680"/>
                  <a:pt x="613337" y="745650"/>
                </a:cubicBezTo>
                <a:cubicBezTo>
                  <a:pt x="610193" y="740620"/>
                  <a:pt x="589446" y="704783"/>
                  <a:pt x="585045" y="698496"/>
                </a:cubicBezTo>
                <a:cubicBezTo>
                  <a:pt x="580644" y="692209"/>
                  <a:pt x="551094" y="657002"/>
                  <a:pt x="547322" y="651343"/>
                </a:cubicBezTo>
                <a:cubicBezTo>
                  <a:pt x="543549" y="645685"/>
                  <a:pt x="530975" y="618021"/>
                  <a:pt x="528460" y="613620"/>
                </a:cubicBezTo>
                <a:cubicBezTo>
                  <a:pt x="525946" y="609219"/>
                  <a:pt x="511485" y="588471"/>
                  <a:pt x="509599" y="585328"/>
                </a:cubicBezTo>
                <a:cubicBezTo>
                  <a:pt x="507713" y="582184"/>
                  <a:pt x="501426" y="569610"/>
                  <a:pt x="500168" y="566467"/>
                </a:cubicBezTo>
                <a:cubicBezTo>
                  <a:pt x="498911" y="563323"/>
                  <a:pt x="491366" y="540689"/>
                  <a:pt x="490738" y="538175"/>
                </a:cubicBezTo>
                <a:cubicBezTo>
                  <a:pt x="490109" y="535660"/>
                  <a:pt x="491366" y="531259"/>
                  <a:pt x="490738" y="528744"/>
                </a:cubicBezTo>
                <a:cubicBezTo>
                  <a:pt x="490109" y="526229"/>
                  <a:pt x="481936" y="502966"/>
                  <a:pt x="481307" y="500452"/>
                </a:cubicBezTo>
                <a:cubicBezTo>
                  <a:pt x="480678" y="497937"/>
                  <a:pt x="481936" y="492907"/>
                  <a:pt x="481307" y="491021"/>
                </a:cubicBezTo>
                <a:cubicBezTo>
                  <a:pt x="480678" y="489135"/>
                  <a:pt x="471248" y="480333"/>
                  <a:pt x="471876" y="472160"/>
                </a:cubicBezTo>
                <a:cubicBezTo>
                  <a:pt x="472505" y="463987"/>
                  <a:pt x="488223" y="376595"/>
                  <a:pt x="490738" y="368422"/>
                </a:cubicBezTo>
                <a:cubicBezTo>
                  <a:pt x="493253" y="360249"/>
                  <a:pt x="507713" y="352075"/>
                  <a:pt x="509599" y="349561"/>
                </a:cubicBezTo>
                <a:cubicBezTo>
                  <a:pt x="511485" y="347046"/>
                  <a:pt x="517772" y="332585"/>
                  <a:pt x="519030" y="330699"/>
                </a:cubicBezTo>
                <a:cubicBezTo>
                  <a:pt x="520287" y="328813"/>
                  <a:pt x="527832" y="323155"/>
                  <a:pt x="528460" y="321269"/>
                </a:cubicBezTo>
                <a:cubicBezTo>
                  <a:pt x="529089" y="319383"/>
                  <a:pt x="527203" y="304293"/>
                  <a:pt x="528460" y="302407"/>
                </a:cubicBezTo>
                <a:cubicBezTo>
                  <a:pt x="529718" y="300521"/>
                  <a:pt x="544807" y="294863"/>
                  <a:pt x="547322" y="292977"/>
                </a:cubicBezTo>
                <a:cubicBezTo>
                  <a:pt x="549837" y="291090"/>
                  <a:pt x="563040" y="276630"/>
                  <a:pt x="566183" y="274115"/>
                </a:cubicBezTo>
                <a:cubicBezTo>
                  <a:pt x="569327" y="271600"/>
                  <a:pt x="591960" y="257140"/>
                  <a:pt x="594475" y="255254"/>
                </a:cubicBezTo>
                <a:cubicBezTo>
                  <a:pt x="596990" y="253368"/>
                  <a:pt x="602020" y="247081"/>
                  <a:pt x="603906" y="245823"/>
                </a:cubicBezTo>
                <a:cubicBezTo>
                  <a:pt x="605792" y="244566"/>
                  <a:pt x="620252" y="238279"/>
                  <a:pt x="622767" y="236393"/>
                </a:cubicBezTo>
                <a:cubicBezTo>
                  <a:pt x="625282" y="234506"/>
                  <a:pt x="639114" y="219417"/>
                  <a:pt x="641629" y="217531"/>
                </a:cubicBezTo>
                <a:cubicBezTo>
                  <a:pt x="644144" y="215645"/>
                  <a:pt x="656089" y="209986"/>
                  <a:pt x="660490" y="208100"/>
                </a:cubicBezTo>
                <a:cubicBezTo>
                  <a:pt x="664891" y="206214"/>
                  <a:pt x="704500" y="191754"/>
                  <a:pt x="707644" y="189239"/>
                </a:cubicBezTo>
                <a:cubicBezTo>
                  <a:pt x="710787" y="186724"/>
                  <a:pt x="705758" y="172892"/>
                  <a:pt x="707644" y="170378"/>
                </a:cubicBezTo>
                <a:cubicBezTo>
                  <a:pt x="709530" y="167863"/>
                  <a:pt x="732163" y="153402"/>
                  <a:pt x="735936" y="151516"/>
                </a:cubicBezTo>
                <a:cubicBezTo>
                  <a:pt x="739708" y="149630"/>
                  <a:pt x="761084" y="143343"/>
                  <a:pt x="764228" y="142086"/>
                </a:cubicBezTo>
                <a:cubicBezTo>
                  <a:pt x="767371" y="140828"/>
                  <a:pt x="779946" y="133283"/>
                  <a:pt x="783089" y="132655"/>
                </a:cubicBezTo>
                <a:cubicBezTo>
                  <a:pt x="786233" y="132026"/>
                  <a:pt x="808238" y="133912"/>
                  <a:pt x="811381" y="132655"/>
                </a:cubicBezTo>
                <a:cubicBezTo>
                  <a:pt x="814525" y="131397"/>
                  <a:pt x="825213" y="115679"/>
                  <a:pt x="830243" y="113793"/>
                </a:cubicBezTo>
                <a:cubicBezTo>
                  <a:pt x="835272" y="111907"/>
                  <a:pt x="880540" y="105620"/>
                  <a:pt x="886827" y="104363"/>
                </a:cubicBezTo>
                <a:cubicBezTo>
                  <a:pt x="893114" y="103105"/>
                  <a:pt x="918891" y="96189"/>
                  <a:pt x="924550" y="94932"/>
                </a:cubicBezTo>
                <a:cubicBezTo>
                  <a:pt x="930208" y="93675"/>
                  <a:pt x="967302" y="86759"/>
                  <a:pt x="971703" y="85502"/>
                </a:cubicBezTo>
                <a:cubicBezTo>
                  <a:pt x="976104" y="84244"/>
                  <a:pt x="985535" y="77328"/>
                  <a:pt x="990564" y="76071"/>
                </a:cubicBezTo>
                <a:cubicBezTo>
                  <a:pt x="995594" y="74813"/>
                  <a:pt x="1040233" y="67268"/>
                  <a:pt x="1047149" y="66640"/>
                </a:cubicBezTo>
                <a:cubicBezTo>
                  <a:pt x="1054064" y="66011"/>
                  <a:pt x="1088015" y="67897"/>
                  <a:pt x="1094302" y="66640"/>
                </a:cubicBezTo>
                <a:cubicBezTo>
                  <a:pt x="1100589" y="65382"/>
                  <a:pt x="1130139" y="49036"/>
                  <a:pt x="1141456" y="47779"/>
                </a:cubicBezTo>
                <a:cubicBezTo>
                  <a:pt x="1152772" y="46521"/>
                  <a:pt x="1254624" y="48407"/>
                  <a:pt x="1264055" y="47779"/>
                </a:cubicBezTo>
                <a:cubicBezTo>
                  <a:pt x="1273485" y="47150"/>
                  <a:pt x="1262168" y="38976"/>
                  <a:pt x="1282916" y="38348"/>
                </a:cubicBezTo>
                <a:cubicBezTo>
                  <a:pt x="1303663" y="37719"/>
                  <a:pt x="1555149" y="37719"/>
                  <a:pt x="1575268" y="38348"/>
                </a:cubicBezTo>
                <a:cubicBezTo>
                  <a:pt x="1595386" y="38976"/>
                  <a:pt x="1583441" y="47150"/>
                  <a:pt x="1584698" y="47779"/>
                </a:cubicBezTo>
                <a:cubicBezTo>
                  <a:pt x="1585955" y="48407"/>
                  <a:pt x="1592871" y="47150"/>
                  <a:pt x="1594129" y="47779"/>
                </a:cubicBezTo>
                <a:cubicBezTo>
                  <a:pt x="1595386" y="48407"/>
                  <a:pt x="1602302" y="56581"/>
                  <a:pt x="1603559" y="57209"/>
                </a:cubicBezTo>
                <a:cubicBezTo>
                  <a:pt x="1604817" y="57838"/>
                  <a:pt x="1611733" y="56581"/>
                  <a:pt x="1612990" y="57209"/>
                </a:cubicBezTo>
                <a:cubicBezTo>
                  <a:pt x="1614248" y="57838"/>
                  <a:pt x="1620535" y="64125"/>
                  <a:pt x="1622421" y="66640"/>
                </a:cubicBezTo>
                <a:cubicBezTo>
                  <a:pt x="1624307" y="69155"/>
                  <a:pt x="1639396" y="91788"/>
                  <a:pt x="1641282" y="94932"/>
                </a:cubicBezTo>
                <a:cubicBezTo>
                  <a:pt x="1643169" y="98075"/>
                  <a:pt x="1649455" y="111907"/>
                  <a:pt x="1650713" y="113793"/>
                </a:cubicBezTo>
                <a:cubicBezTo>
                  <a:pt x="1651970" y="115679"/>
                  <a:pt x="1657629" y="119452"/>
                  <a:pt x="1660144" y="123224"/>
                </a:cubicBezTo>
                <a:cubicBezTo>
                  <a:pt x="1662659" y="126996"/>
                  <a:pt x="1685921" y="165977"/>
                  <a:pt x="1688436" y="170378"/>
                </a:cubicBezTo>
                <a:cubicBezTo>
                  <a:pt x="1690951" y="174779"/>
                  <a:pt x="1697238" y="187353"/>
                  <a:pt x="1697866" y="189239"/>
                </a:cubicBezTo>
                <a:cubicBezTo>
                  <a:pt x="1698495" y="191125"/>
                  <a:pt x="1697238" y="197412"/>
                  <a:pt x="1697866" y="198670"/>
                </a:cubicBezTo>
                <a:cubicBezTo>
                  <a:pt x="1698495" y="199927"/>
                  <a:pt x="1706669" y="206214"/>
                  <a:pt x="1707297" y="208100"/>
                </a:cubicBezTo>
                <a:cubicBezTo>
                  <a:pt x="1707926" y="209986"/>
                  <a:pt x="1706040" y="224447"/>
                  <a:pt x="1707297" y="226962"/>
                </a:cubicBezTo>
                <a:cubicBezTo>
                  <a:pt x="1708555" y="229476"/>
                  <a:pt x="1724272" y="243308"/>
                  <a:pt x="1726159" y="245823"/>
                </a:cubicBezTo>
                <a:cubicBezTo>
                  <a:pt x="1728045" y="248338"/>
                  <a:pt x="1734332" y="261540"/>
                  <a:pt x="1735589" y="264684"/>
                </a:cubicBezTo>
                <a:cubicBezTo>
                  <a:pt x="1736847" y="267827"/>
                  <a:pt x="1743763" y="289833"/>
                  <a:pt x="1745020" y="292977"/>
                </a:cubicBezTo>
                <a:cubicBezTo>
                  <a:pt x="1746277" y="296120"/>
                  <a:pt x="1753193" y="308694"/>
                  <a:pt x="1754451" y="311838"/>
                </a:cubicBezTo>
                <a:cubicBezTo>
                  <a:pt x="1755708" y="314981"/>
                  <a:pt x="1763253" y="331328"/>
                  <a:pt x="1763881" y="340130"/>
                </a:cubicBezTo>
                <a:cubicBezTo>
                  <a:pt x="1764510" y="348932"/>
                  <a:pt x="1765139" y="435694"/>
                  <a:pt x="1763881" y="443868"/>
                </a:cubicBezTo>
                <a:cubicBezTo>
                  <a:pt x="1762624" y="452041"/>
                  <a:pt x="1746906" y="460214"/>
                  <a:pt x="1745020" y="462729"/>
                </a:cubicBezTo>
                <a:cubicBezTo>
                  <a:pt x="1743134" y="465244"/>
                  <a:pt x="1738104" y="478446"/>
                  <a:pt x="1735589" y="481590"/>
                </a:cubicBezTo>
                <a:cubicBezTo>
                  <a:pt x="1733074" y="484734"/>
                  <a:pt x="1711698" y="506739"/>
                  <a:pt x="1707297" y="509883"/>
                </a:cubicBezTo>
                <a:cubicBezTo>
                  <a:pt x="1702896" y="513026"/>
                  <a:pt x="1675861" y="525600"/>
                  <a:pt x="1669574" y="528744"/>
                </a:cubicBezTo>
                <a:cubicBezTo>
                  <a:pt x="1663287" y="531887"/>
                  <a:pt x="1618649" y="553892"/>
                  <a:pt x="1612990" y="557036"/>
                </a:cubicBezTo>
                <a:cubicBezTo>
                  <a:pt x="1607332" y="560180"/>
                  <a:pt x="1589728" y="573382"/>
                  <a:pt x="1584698" y="575897"/>
                </a:cubicBezTo>
                <a:cubicBezTo>
                  <a:pt x="1579668" y="578412"/>
                  <a:pt x="1543832" y="592244"/>
                  <a:pt x="1537545" y="594759"/>
                </a:cubicBezTo>
                <a:cubicBezTo>
                  <a:pt x="1531258" y="597273"/>
                  <a:pt x="1496678" y="611105"/>
                  <a:pt x="1490391" y="613620"/>
                </a:cubicBezTo>
                <a:cubicBezTo>
                  <a:pt x="1484104" y="616135"/>
                  <a:pt x="1451411" y="629966"/>
                  <a:pt x="1443238" y="632481"/>
                </a:cubicBezTo>
                <a:cubicBezTo>
                  <a:pt x="1435065" y="634996"/>
                  <a:pt x="1376594" y="649457"/>
                  <a:pt x="1367792" y="651343"/>
                </a:cubicBezTo>
                <a:cubicBezTo>
                  <a:pt x="1358990" y="653229"/>
                  <a:pt x="1320010" y="658259"/>
                  <a:pt x="1311208" y="660774"/>
                </a:cubicBezTo>
                <a:cubicBezTo>
                  <a:pt x="1302406" y="663288"/>
                  <a:pt x="1244564" y="687179"/>
                  <a:pt x="1235762" y="689066"/>
                </a:cubicBezTo>
                <a:cubicBezTo>
                  <a:pt x="1226960" y="690951"/>
                  <a:pt x="1188609" y="688437"/>
                  <a:pt x="1179178" y="689066"/>
                </a:cubicBezTo>
                <a:cubicBezTo>
                  <a:pt x="1169748" y="689694"/>
                  <a:pt x="1107505" y="697239"/>
                  <a:pt x="1094302" y="698496"/>
                </a:cubicBezTo>
                <a:cubicBezTo>
                  <a:pt x="1081099" y="699753"/>
                  <a:pt x="1016970" y="707298"/>
                  <a:pt x="981134" y="707927"/>
                </a:cubicBezTo>
                <a:cubicBezTo>
                  <a:pt x="945297" y="708556"/>
                  <a:pt x="589446" y="708556"/>
                  <a:pt x="556753" y="707927"/>
                </a:cubicBezTo>
                <a:cubicBezTo>
                  <a:pt x="524060" y="707298"/>
                  <a:pt x="503312" y="699125"/>
                  <a:pt x="490738" y="698496"/>
                </a:cubicBezTo>
                <a:cubicBezTo>
                  <a:pt x="478163" y="697867"/>
                  <a:pt x="378827" y="699125"/>
                  <a:pt x="368139" y="698496"/>
                </a:cubicBezTo>
                <a:cubicBezTo>
                  <a:pt x="357451" y="697867"/>
                  <a:pt x="336074" y="690323"/>
                  <a:pt x="330416" y="689066"/>
                </a:cubicBezTo>
                <a:cubicBezTo>
                  <a:pt x="324757" y="687808"/>
                  <a:pt x="289550" y="680892"/>
                  <a:pt x="283262" y="679635"/>
                </a:cubicBezTo>
                <a:cubicBezTo>
                  <a:pt x="276975" y="678378"/>
                  <a:pt x="245540" y="672090"/>
                  <a:pt x="236109" y="670204"/>
                </a:cubicBezTo>
                <a:cubicBezTo>
                  <a:pt x="226678" y="668318"/>
                  <a:pt x="149975" y="652601"/>
                  <a:pt x="141802" y="651343"/>
                </a:cubicBezTo>
                <a:cubicBezTo>
                  <a:pt x="133629" y="650086"/>
                  <a:pt x="117282" y="651972"/>
                  <a:pt x="113510" y="651343"/>
                </a:cubicBezTo>
                <a:cubicBezTo>
                  <a:pt x="109738" y="650714"/>
                  <a:pt x="88361" y="643169"/>
                  <a:pt x="85218" y="641912"/>
                </a:cubicBezTo>
                <a:cubicBezTo>
                  <a:pt x="82074" y="640655"/>
                  <a:pt x="68243" y="633110"/>
                  <a:pt x="66357" y="632481"/>
                </a:cubicBezTo>
                <a:cubicBezTo>
                  <a:pt x="64470" y="631852"/>
                  <a:pt x="58183" y="633110"/>
                  <a:pt x="56926" y="632481"/>
                </a:cubicBezTo>
                <a:cubicBezTo>
                  <a:pt x="55668" y="631852"/>
                  <a:pt x="48124" y="625566"/>
                  <a:pt x="47495" y="623051"/>
                </a:cubicBezTo>
                <a:cubicBezTo>
                  <a:pt x="46866" y="620536"/>
                  <a:pt x="46866" y="597902"/>
                  <a:pt x="47495" y="594759"/>
                </a:cubicBezTo>
                <a:cubicBezTo>
                  <a:pt x="48124" y="591615"/>
                  <a:pt x="55668" y="579041"/>
                  <a:pt x="56926" y="575897"/>
                </a:cubicBezTo>
                <a:cubicBezTo>
                  <a:pt x="58183" y="572754"/>
                  <a:pt x="65099" y="550749"/>
                  <a:pt x="66357" y="547605"/>
                </a:cubicBezTo>
                <a:cubicBezTo>
                  <a:pt x="67614" y="544462"/>
                  <a:pt x="73272" y="531259"/>
                  <a:pt x="75787" y="528744"/>
                </a:cubicBezTo>
                <a:cubicBezTo>
                  <a:pt x="78302" y="526229"/>
                  <a:pt x="100936" y="512397"/>
                  <a:pt x="104079" y="509883"/>
                </a:cubicBezTo>
                <a:cubicBezTo>
                  <a:pt x="107223" y="507368"/>
                  <a:pt x="119797" y="493536"/>
                  <a:pt x="122941" y="491021"/>
                </a:cubicBezTo>
                <a:cubicBezTo>
                  <a:pt x="126084" y="488506"/>
                  <a:pt x="146832" y="474675"/>
                  <a:pt x="151233" y="472160"/>
                </a:cubicBezTo>
                <a:cubicBezTo>
                  <a:pt x="155634" y="469645"/>
                  <a:pt x="182668" y="455813"/>
                  <a:pt x="188956" y="453299"/>
                </a:cubicBezTo>
                <a:cubicBezTo>
                  <a:pt x="195243" y="450784"/>
                  <a:pt x="239252" y="436323"/>
                  <a:pt x="245540" y="434437"/>
                </a:cubicBezTo>
                <a:cubicBezTo>
                  <a:pt x="251827" y="432551"/>
                  <a:pt x="278233" y="426892"/>
                  <a:pt x="283262" y="425006"/>
                </a:cubicBezTo>
                <a:cubicBezTo>
                  <a:pt x="288292" y="423120"/>
                  <a:pt x="314069" y="408031"/>
                  <a:pt x="320985" y="406145"/>
                </a:cubicBezTo>
                <a:cubicBezTo>
                  <a:pt x="327901" y="404259"/>
                  <a:pt x="376312" y="399229"/>
                  <a:pt x="387000" y="396714"/>
                </a:cubicBezTo>
                <a:cubicBezTo>
                  <a:pt x="397688" y="394199"/>
                  <a:pt x="468733" y="370937"/>
                  <a:pt x="481307" y="368422"/>
                </a:cubicBezTo>
                <a:cubicBezTo>
                  <a:pt x="493881" y="365907"/>
                  <a:pt x="563668" y="360249"/>
                  <a:pt x="575614" y="358992"/>
                </a:cubicBezTo>
                <a:cubicBezTo>
                  <a:pt x="587560" y="357734"/>
                  <a:pt x="641629" y="350189"/>
                  <a:pt x="660490" y="349561"/>
                </a:cubicBezTo>
                <a:cubicBezTo>
                  <a:pt x="679352" y="348932"/>
                  <a:pt x="838416" y="350189"/>
                  <a:pt x="858535" y="349561"/>
                </a:cubicBezTo>
                <a:cubicBezTo>
                  <a:pt x="878653" y="348932"/>
                  <a:pt x="889970" y="340758"/>
                  <a:pt x="962272" y="340130"/>
                </a:cubicBezTo>
                <a:cubicBezTo>
                  <a:pt x="1034574" y="339501"/>
                  <a:pt x="1874535" y="339501"/>
                  <a:pt x="1943065" y="340130"/>
                </a:cubicBezTo>
                <a:cubicBezTo>
                  <a:pt x="2011594" y="340758"/>
                  <a:pt x="1983302" y="348303"/>
                  <a:pt x="1990218" y="349561"/>
                </a:cubicBezTo>
                <a:cubicBezTo>
                  <a:pt x="1997134" y="350818"/>
                  <a:pt x="2038000" y="358363"/>
                  <a:pt x="2046802" y="358992"/>
                </a:cubicBezTo>
                <a:cubicBezTo>
                  <a:pt x="2055604" y="359620"/>
                  <a:pt x="2115961" y="358363"/>
                  <a:pt x="2122248" y="358992"/>
                </a:cubicBezTo>
                <a:cubicBezTo>
                  <a:pt x="2128535" y="359620"/>
                  <a:pt x="2138594" y="367165"/>
                  <a:pt x="2141109" y="368422"/>
                </a:cubicBezTo>
                <a:cubicBezTo>
                  <a:pt x="2143624" y="369679"/>
                  <a:pt x="2157456" y="376596"/>
                  <a:pt x="2159971" y="377853"/>
                </a:cubicBezTo>
                <a:cubicBezTo>
                  <a:pt x="2162486" y="379111"/>
                  <a:pt x="2176946" y="386655"/>
                  <a:pt x="2178832" y="387284"/>
                </a:cubicBezTo>
                <a:cubicBezTo>
                  <a:pt x="2180718" y="387912"/>
                  <a:pt x="2187005" y="386655"/>
                  <a:pt x="2188263" y="387284"/>
                </a:cubicBezTo>
                <a:cubicBezTo>
                  <a:pt x="2189520" y="387912"/>
                  <a:pt x="2197065" y="393570"/>
                  <a:pt x="2197693" y="396714"/>
                </a:cubicBezTo>
                <a:cubicBezTo>
                  <a:pt x="2198322" y="399857"/>
                  <a:pt x="2198322" y="430665"/>
                  <a:pt x="2197693" y="434437"/>
                </a:cubicBezTo>
                <a:cubicBezTo>
                  <a:pt x="2197065" y="438210"/>
                  <a:pt x="2189520" y="451412"/>
                  <a:pt x="2188263" y="453299"/>
                </a:cubicBezTo>
                <a:cubicBezTo>
                  <a:pt x="2187005" y="455184"/>
                  <a:pt x="2180089" y="461472"/>
                  <a:pt x="2178832" y="462729"/>
                </a:cubicBezTo>
                <a:cubicBezTo>
                  <a:pt x="2177575" y="463987"/>
                  <a:pt x="2171916" y="470274"/>
                  <a:pt x="2169401" y="472160"/>
                </a:cubicBezTo>
                <a:cubicBezTo>
                  <a:pt x="2166886" y="474046"/>
                  <a:pt x="2143624" y="489764"/>
                  <a:pt x="2141109" y="491021"/>
                </a:cubicBezTo>
                <a:cubicBezTo>
                  <a:pt x="2138594" y="492278"/>
                  <a:pt x="2134822" y="487878"/>
                  <a:pt x="2131679" y="491021"/>
                </a:cubicBezTo>
                <a:cubicBezTo>
                  <a:pt x="2128535" y="494165"/>
                  <a:pt x="2097728" y="534402"/>
                  <a:pt x="2093956" y="538175"/>
                </a:cubicBezTo>
                <a:cubicBezTo>
                  <a:pt x="2090183" y="541947"/>
                  <a:pt x="2078866" y="545090"/>
                  <a:pt x="2075094" y="547605"/>
                </a:cubicBezTo>
                <a:cubicBezTo>
                  <a:pt x="2071322" y="550120"/>
                  <a:pt x="2041772" y="573382"/>
                  <a:pt x="2037371" y="575897"/>
                </a:cubicBezTo>
                <a:cubicBezTo>
                  <a:pt x="2032970" y="578412"/>
                  <a:pt x="2014738" y="582813"/>
                  <a:pt x="2009079" y="585328"/>
                </a:cubicBezTo>
                <a:cubicBezTo>
                  <a:pt x="2003421" y="587843"/>
                  <a:pt x="1958154" y="610476"/>
                  <a:pt x="1952495" y="613620"/>
                </a:cubicBezTo>
                <a:cubicBezTo>
                  <a:pt x="1946837" y="616764"/>
                  <a:pt x="1930490" y="629966"/>
                  <a:pt x="1924203" y="632481"/>
                </a:cubicBezTo>
                <a:cubicBezTo>
                  <a:pt x="1917916" y="634996"/>
                  <a:pt x="1865733" y="649457"/>
                  <a:pt x="1858188" y="651343"/>
                </a:cubicBezTo>
                <a:cubicBezTo>
                  <a:pt x="1850644" y="653229"/>
                  <a:pt x="1819208" y="658259"/>
                  <a:pt x="1811035" y="660774"/>
                </a:cubicBezTo>
                <a:cubicBezTo>
                  <a:pt x="1802862" y="663288"/>
                  <a:pt x="1748792" y="685293"/>
                  <a:pt x="1735589" y="689066"/>
                </a:cubicBezTo>
                <a:cubicBezTo>
                  <a:pt x="1722386" y="692838"/>
                  <a:pt x="1624936" y="714214"/>
                  <a:pt x="1612990" y="717358"/>
                </a:cubicBezTo>
                <a:cubicBezTo>
                  <a:pt x="1601045" y="720501"/>
                  <a:pt x="1567094" y="734333"/>
                  <a:pt x="1556406" y="736219"/>
                </a:cubicBezTo>
                <a:cubicBezTo>
                  <a:pt x="1545718" y="738105"/>
                  <a:pt x="1505480" y="745021"/>
                  <a:pt x="1452668" y="745650"/>
                </a:cubicBezTo>
                <a:cubicBezTo>
                  <a:pt x="1399856" y="746278"/>
                  <a:pt x="817668" y="746907"/>
                  <a:pt x="764228" y="745650"/>
                </a:cubicBezTo>
                <a:cubicBezTo>
                  <a:pt x="710787" y="744392"/>
                  <a:pt x="668035" y="729932"/>
                  <a:pt x="651059" y="726789"/>
                </a:cubicBezTo>
                <a:cubicBezTo>
                  <a:pt x="634084" y="723645"/>
                  <a:pt x="522802" y="701011"/>
                  <a:pt x="509599" y="698496"/>
                </a:cubicBezTo>
                <a:cubicBezTo>
                  <a:pt x="496396" y="695981"/>
                  <a:pt x="461188" y="690323"/>
                  <a:pt x="453015" y="689066"/>
                </a:cubicBezTo>
                <a:cubicBezTo>
                  <a:pt x="444842" y="687808"/>
                  <a:pt x="395802" y="680892"/>
                  <a:pt x="387000" y="679635"/>
                </a:cubicBezTo>
                <a:cubicBezTo>
                  <a:pt x="378198" y="678378"/>
                  <a:pt x="328530" y="671461"/>
                  <a:pt x="320985" y="670204"/>
                </a:cubicBezTo>
                <a:cubicBezTo>
                  <a:pt x="313441" y="668946"/>
                  <a:pt x="280748" y="663288"/>
                  <a:pt x="273832" y="660774"/>
                </a:cubicBezTo>
                <a:cubicBezTo>
                  <a:pt x="266916" y="658259"/>
                  <a:pt x="222277" y="634367"/>
                  <a:pt x="217248" y="632481"/>
                </a:cubicBezTo>
                <a:cubicBezTo>
                  <a:pt x="212218" y="630595"/>
                  <a:pt x="202159" y="633738"/>
                  <a:pt x="198386" y="632481"/>
                </a:cubicBezTo>
                <a:cubicBezTo>
                  <a:pt x="194614" y="631224"/>
                  <a:pt x="165693" y="616135"/>
                  <a:pt x="160663" y="613620"/>
                </a:cubicBezTo>
                <a:cubicBezTo>
                  <a:pt x="155634" y="611105"/>
                  <a:pt x="126084" y="596645"/>
                  <a:pt x="122941" y="594759"/>
                </a:cubicBezTo>
                <a:cubicBezTo>
                  <a:pt x="119797" y="592873"/>
                  <a:pt x="115396" y="587214"/>
                  <a:pt x="113510" y="585328"/>
                </a:cubicBezTo>
                <a:cubicBezTo>
                  <a:pt x="111624" y="583442"/>
                  <a:pt x="96535" y="568353"/>
                  <a:pt x="94649" y="566467"/>
                </a:cubicBezTo>
                <a:cubicBezTo>
                  <a:pt x="92762" y="564580"/>
                  <a:pt x="85847" y="560808"/>
                  <a:pt x="85218" y="557036"/>
                </a:cubicBezTo>
                <a:cubicBezTo>
                  <a:pt x="84589" y="553264"/>
                  <a:pt x="84589" y="514912"/>
                  <a:pt x="85218" y="509883"/>
                </a:cubicBezTo>
                <a:cubicBezTo>
                  <a:pt x="85847" y="504853"/>
                  <a:pt x="93391" y="485362"/>
                  <a:pt x="94649" y="481590"/>
                </a:cubicBezTo>
                <a:cubicBezTo>
                  <a:pt x="95906" y="477818"/>
                  <a:pt x="102193" y="456442"/>
                  <a:pt x="104079" y="453299"/>
                </a:cubicBezTo>
                <a:cubicBezTo>
                  <a:pt x="105965" y="450155"/>
                  <a:pt x="120426" y="436323"/>
                  <a:pt x="122941" y="434437"/>
                </a:cubicBezTo>
                <a:cubicBezTo>
                  <a:pt x="125456" y="432551"/>
                  <a:pt x="138658" y="427521"/>
                  <a:pt x="141802" y="425006"/>
                </a:cubicBezTo>
                <a:cubicBezTo>
                  <a:pt x="144946" y="422491"/>
                  <a:pt x="163178" y="399857"/>
                  <a:pt x="170094" y="396714"/>
                </a:cubicBezTo>
                <a:cubicBezTo>
                  <a:pt x="177010" y="393570"/>
                  <a:pt x="235480" y="380997"/>
                  <a:pt x="245540" y="377853"/>
                </a:cubicBezTo>
                <a:cubicBezTo>
                  <a:pt x="255599" y="374710"/>
                  <a:pt x="307782" y="355219"/>
                  <a:pt x="320985" y="349561"/>
                </a:cubicBezTo>
                <a:cubicBezTo>
                  <a:pt x="334188" y="343902"/>
                  <a:pt x="431010" y="298635"/>
                  <a:pt x="443584" y="292977"/>
                </a:cubicBezTo>
                <a:cubicBezTo>
                  <a:pt x="456158" y="287318"/>
                  <a:pt x="501426" y="267827"/>
                  <a:pt x="509599" y="264684"/>
                </a:cubicBezTo>
                <a:cubicBezTo>
                  <a:pt x="517772" y="261540"/>
                  <a:pt x="557381" y="248967"/>
                  <a:pt x="566183" y="245823"/>
                </a:cubicBezTo>
                <a:cubicBezTo>
                  <a:pt x="574985" y="242680"/>
                  <a:pt x="632827" y="220674"/>
                  <a:pt x="641629" y="217531"/>
                </a:cubicBezTo>
                <a:cubicBezTo>
                  <a:pt x="650431" y="214387"/>
                  <a:pt x="688782" y="201184"/>
                  <a:pt x="698213" y="198670"/>
                </a:cubicBezTo>
                <a:cubicBezTo>
                  <a:pt x="707644" y="196155"/>
                  <a:pt x="773658" y="181694"/>
                  <a:pt x="783089" y="179808"/>
                </a:cubicBezTo>
                <a:cubicBezTo>
                  <a:pt x="792520" y="177922"/>
                  <a:pt x="831500" y="171635"/>
                  <a:pt x="839673" y="170378"/>
                </a:cubicBezTo>
                <a:cubicBezTo>
                  <a:pt x="847846" y="169120"/>
                  <a:pt x="895629" y="162204"/>
                  <a:pt x="905688" y="160947"/>
                </a:cubicBezTo>
                <a:cubicBezTo>
                  <a:pt x="915748" y="159689"/>
                  <a:pt x="977361" y="152773"/>
                  <a:pt x="990564" y="151516"/>
                </a:cubicBezTo>
                <a:cubicBezTo>
                  <a:pt x="1003767" y="150259"/>
                  <a:pt x="1073555" y="142714"/>
                  <a:pt x="1103733" y="142086"/>
                </a:cubicBezTo>
                <a:cubicBezTo>
                  <a:pt x="1133911" y="141457"/>
                  <a:pt x="1414946" y="141457"/>
                  <a:pt x="1443238" y="142086"/>
                </a:cubicBezTo>
                <a:cubicBezTo>
                  <a:pt x="1471530" y="142714"/>
                  <a:pt x="1514911" y="150887"/>
                  <a:pt x="1528114" y="151516"/>
                </a:cubicBezTo>
                <a:cubicBezTo>
                  <a:pt x="1541317" y="152145"/>
                  <a:pt x="1628708" y="150887"/>
                  <a:pt x="1641282" y="151516"/>
                </a:cubicBezTo>
                <a:cubicBezTo>
                  <a:pt x="1653857" y="152145"/>
                  <a:pt x="1708554" y="160318"/>
                  <a:pt x="1716728" y="160947"/>
                </a:cubicBezTo>
                <a:cubicBezTo>
                  <a:pt x="1724901" y="161575"/>
                  <a:pt x="1756965" y="160318"/>
                  <a:pt x="1763881" y="160947"/>
                </a:cubicBezTo>
                <a:cubicBezTo>
                  <a:pt x="1770797" y="161575"/>
                  <a:pt x="1814178" y="169749"/>
                  <a:pt x="1820465" y="170378"/>
                </a:cubicBezTo>
                <a:cubicBezTo>
                  <a:pt x="1826753" y="171006"/>
                  <a:pt x="1853159" y="169749"/>
                  <a:pt x="1858188" y="170378"/>
                </a:cubicBezTo>
                <a:cubicBezTo>
                  <a:pt x="1863218" y="171006"/>
                  <a:pt x="1892139" y="179180"/>
                  <a:pt x="1895911" y="179808"/>
                </a:cubicBezTo>
                <a:cubicBezTo>
                  <a:pt x="1899683" y="180437"/>
                  <a:pt x="1911629" y="179180"/>
                  <a:pt x="1914772" y="179808"/>
                </a:cubicBezTo>
                <a:cubicBezTo>
                  <a:pt x="1917916" y="180437"/>
                  <a:pt x="1939921" y="187982"/>
                  <a:pt x="1943065" y="189239"/>
                </a:cubicBezTo>
                <a:cubicBezTo>
                  <a:pt x="1946208" y="190496"/>
                  <a:pt x="1960040" y="197412"/>
                  <a:pt x="1961926" y="198670"/>
                </a:cubicBezTo>
                <a:cubicBezTo>
                  <a:pt x="1963812" y="199927"/>
                  <a:pt x="1970728" y="206214"/>
                  <a:pt x="1971356" y="208100"/>
                </a:cubicBezTo>
                <a:cubicBezTo>
                  <a:pt x="1971985" y="209986"/>
                  <a:pt x="1971985" y="225076"/>
                  <a:pt x="1971356" y="226962"/>
                </a:cubicBezTo>
                <a:cubicBezTo>
                  <a:pt x="1970728" y="228848"/>
                  <a:pt x="1963183" y="234506"/>
                  <a:pt x="1961926" y="236393"/>
                </a:cubicBezTo>
                <a:cubicBezTo>
                  <a:pt x="1960668" y="238279"/>
                  <a:pt x="1955010" y="253368"/>
                  <a:pt x="1952495" y="255254"/>
                </a:cubicBezTo>
                <a:cubicBezTo>
                  <a:pt x="1949980" y="257140"/>
                  <a:pt x="1927975" y="262169"/>
                  <a:pt x="1924203" y="264684"/>
                </a:cubicBezTo>
                <a:cubicBezTo>
                  <a:pt x="1920431" y="267199"/>
                  <a:pt x="1899055" y="288575"/>
                  <a:pt x="1895911" y="292977"/>
                </a:cubicBezTo>
                <a:cubicBezTo>
                  <a:pt x="1892767" y="297378"/>
                  <a:pt x="1880193" y="326927"/>
                  <a:pt x="1877050" y="330699"/>
                </a:cubicBezTo>
                <a:cubicBezTo>
                  <a:pt x="1873906" y="334471"/>
                  <a:pt x="1853787" y="347046"/>
                  <a:pt x="1848758" y="349561"/>
                </a:cubicBezTo>
                <a:cubicBezTo>
                  <a:pt x="1843728" y="352075"/>
                  <a:pt x="1807891" y="365907"/>
                  <a:pt x="1801604" y="368422"/>
                </a:cubicBezTo>
                <a:cubicBezTo>
                  <a:pt x="1795317" y="370937"/>
                  <a:pt x="1760738" y="384140"/>
                  <a:pt x="1754451" y="387284"/>
                </a:cubicBezTo>
                <a:cubicBezTo>
                  <a:pt x="1748164" y="390427"/>
                  <a:pt x="1712327" y="412432"/>
                  <a:pt x="1707297" y="415576"/>
                </a:cubicBezTo>
                <a:cubicBezTo>
                  <a:pt x="1702268" y="418719"/>
                  <a:pt x="1684664" y="431923"/>
                  <a:pt x="1679005" y="434437"/>
                </a:cubicBezTo>
                <a:cubicBezTo>
                  <a:pt x="1673347" y="436952"/>
                  <a:pt x="1628708" y="450784"/>
                  <a:pt x="1622421" y="453299"/>
                </a:cubicBezTo>
                <a:cubicBezTo>
                  <a:pt x="1616134" y="455813"/>
                  <a:pt x="1590356" y="469645"/>
                  <a:pt x="1584698" y="472160"/>
                </a:cubicBezTo>
                <a:cubicBezTo>
                  <a:pt x="1579040" y="474675"/>
                  <a:pt x="1545089" y="488506"/>
                  <a:pt x="1537545" y="491021"/>
                </a:cubicBezTo>
                <a:cubicBezTo>
                  <a:pt x="1530000" y="493536"/>
                  <a:pt x="1482847" y="506739"/>
                  <a:pt x="1471530" y="509883"/>
                </a:cubicBezTo>
                <a:cubicBezTo>
                  <a:pt x="1460213" y="513026"/>
                  <a:pt x="1378480" y="535031"/>
                  <a:pt x="1367792" y="538175"/>
                </a:cubicBezTo>
                <a:cubicBezTo>
                  <a:pt x="1357104" y="541318"/>
                  <a:pt x="1319381" y="555150"/>
                  <a:pt x="1311208" y="557036"/>
                </a:cubicBezTo>
                <a:cubicBezTo>
                  <a:pt x="1303035" y="558922"/>
                  <a:pt x="1253995" y="565838"/>
                  <a:pt x="1245193" y="566467"/>
                </a:cubicBezTo>
                <a:cubicBezTo>
                  <a:pt x="1236391" y="567095"/>
                  <a:pt x="1187352" y="565838"/>
                  <a:pt x="1179178" y="566467"/>
                </a:cubicBezTo>
                <a:cubicBezTo>
                  <a:pt x="1171005" y="567095"/>
                  <a:pt x="1144599" y="575269"/>
                  <a:pt x="1122594" y="575897"/>
                </a:cubicBezTo>
                <a:cubicBezTo>
                  <a:pt x="1100589" y="576526"/>
                  <a:pt x="871109" y="577155"/>
                  <a:pt x="849104" y="575897"/>
                </a:cubicBezTo>
                <a:cubicBezTo>
                  <a:pt x="827099" y="574640"/>
                  <a:pt x="795663" y="557036"/>
                  <a:pt x="792520" y="557036"/>
                </a:cubicBezTo>
                <a:cubicBezTo>
                  <a:pt x="789376" y="557036"/>
                  <a:pt x="803208" y="575269"/>
                  <a:pt x="801951" y="575897"/>
                </a:cubicBezTo>
                <a:cubicBezTo>
                  <a:pt x="800693" y="576526"/>
                  <a:pt x="776802" y="567095"/>
                  <a:pt x="773659" y="566467"/>
                </a:cubicBezTo>
                <a:cubicBezTo>
                  <a:pt x="770515" y="565838"/>
                  <a:pt x="756683" y="567095"/>
                  <a:pt x="754797" y="566467"/>
                </a:cubicBezTo>
                <a:cubicBezTo>
                  <a:pt x="752911" y="565838"/>
                  <a:pt x="745995" y="560180"/>
                  <a:pt x="745366" y="557036"/>
                </a:cubicBezTo>
                <a:cubicBezTo>
                  <a:pt x="744738" y="553892"/>
                  <a:pt x="744109" y="523086"/>
                  <a:pt x="745366" y="519313"/>
                </a:cubicBezTo>
                <a:cubicBezTo>
                  <a:pt x="746624" y="515541"/>
                  <a:pt x="761713" y="502966"/>
                  <a:pt x="764228" y="500452"/>
                </a:cubicBezTo>
                <a:cubicBezTo>
                  <a:pt x="766743" y="497937"/>
                  <a:pt x="779946" y="484105"/>
                  <a:pt x="783089" y="481590"/>
                </a:cubicBezTo>
                <a:cubicBezTo>
                  <a:pt x="786233" y="479075"/>
                  <a:pt x="807609" y="465244"/>
                  <a:pt x="811381" y="462729"/>
                </a:cubicBezTo>
                <a:cubicBezTo>
                  <a:pt x="815153" y="460214"/>
                  <a:pt x="835272" y="446382"/>
                  <a:pt x="839673" y="443868"/>
                </a:cubicBezTo>
                <a:cubicBezTo>
                  <a:pt x="844074" y="441353"/>
                  <a:pt x="872995" y="427521"/>
                  <a:pt x="877396" y="425006"/>
                </a:cubicBezTo>
                <a:cubicBezTo>
                  <a:pt x="881797" y="422491"/>
                  <a:pt x="902544" y="406145"/>
                  <a:pt x="905688" y="406145"/>
                </a:cubicBezTo>
                <a:cubicBezTo>
                  <a:pt x="908832" y="406145"/>
                  <a:pt x="919520" y="425006"/>
                  <a:pt x="924550" y="425006"/>
                </a:cubicBezTo>
                <a:cubicBezTo>
                  <a:pt x="929579" y="425006"/>
                  <a:pt x="974847" y="408031"/>
                  <a:pt x="981134" y="406145"/>
                </a:cubicBezTo>
                <a:cubicBezTo>
                  <a:pt x="987421" y="404259"/>
                  <a:pt x="1012569" y="398600"/>
                  <a:pt x="1018856" y="396714"/>
                </a:cubicBezTo>
                <a:cubicBezTo>
                  <a:pt x="1025143" y="394828"/>
                  <a:pt x="1068525" y="379739"/>
                  <a:pt x="1075441" y="377853"/>
                </a:cubicBezTo>
                <a:cubicBezTo>
                  <a:pt x="1082357" y="375967"/>
                  <a:pt x="1111906" y="371565"/>
                  <a:pt x="1122594" y="368422"/>
                </a:cubicBezTo>
                <a:cubicBezTo>
                  <a:pt x="1133282" y="365278"/>
                  <a:pt x="1223817" y="334471"/>
                  <a:pt x="1235762" y="330699"/>
                </a:cubicBezTo>
                <a:cubicBezTo>
                  <a:pt x="1247708" y="326927"/>
                  <a:pt x="1293604" y="314353"/>
                  <a:pt x="1301777" y="311838"/>
                </a:cubicBezTo>
                <a:cubicBezTo>
                  <a:pt x="1309950" y="309323"/>
                  <a:pt x="1350188" y="294863"/>
                  <a:pt x="1358362" y="292977"/>
                </a:cubicBezTo>
                <a:cubicBezTo>
                  <a:pt x="1366535" y="291090"/>
                  <a:pt x="1415574" y="285431"/>
                  <a:pt x="1424376" y="283546"/>
                </a:cubicBezTo>
                <a:cubicBezTo>
                  <a:pt x="1433178" y="281659"/>
                  <a:pt x="1482218" y="267199"/>
                  <a:pt x="1490391" y="264684"/>
                </a:cubicBezTo>
                <a:cubicBezTo>
                  <a:pt x="1498565" y="262169"/>
                  <a:pt x="1539431" y="247709"/>
                  <a:pt x="1546975" y="245823"/>
                </a:cubicBezTo>
                <a:cubicBezTo>
                  <a:pt x="1554520" y="243937"/>
                  <a:pt x="1596644" y="237650"/>
                  <a:pt x="1603559" y="236393"/>
                </a:cubicBezTo>
                <a:cubicBezTo>
                  <a:pt x="1610475" y="235135"/>
                  <a:pt x="1644426" y="228219"/>
                  <a:pt x="1650713" y="226962"/>
                </a:cubicBezTo>
                <a:cubicBezTo>
                  <a:pt x="1657000" y="225704"/>
                  <a:pt x="1690951" y="216902"/>
                  <a:pt x="1697866" y="217531"/>
                </a:cubicBezTo>
                <a:cubicBezTo>
                  <a:pt x="1704782" y="218159"/>
                  <a:pt x="1732446" y="235135"/>
                  <a:pt x="1754451" y="236393"/>
                </a:cubicBezTo>
                <a:cubicBezTo>
                  <a:pt x="1776456" y="237650"/>
                  <a:pt x="2008451" y="235764"/>
                  <a:pt x="2027941" y="236393"/>
                </a:cubicBezTo>
                <a:cubicBezTo>
                  <a:pt x="2047431" y="237021"/>
                  <a:pt x="2044287" y="245195"/>
                  <a:pt x="2046802" y="245823"/>
                </a:cubicBezTo>
                <a:cubicBezTo>
                  <a:pt x="2049317" y="246452"/>
                  <a:pt x="2063777" y="245195"/>
                  <a:pt x="2065664" y="245823"/>
                </a:cubicBezTo>
                <a:cubicBezTo>
                  <a:pt x="2067550" y="246452"/>
                  <a:pt x="2073837" y="253996"/>
                  <a:pt x="2075094" y="255254"/>
                </a:cubicBezTo>
                <a:cubicBezTo>
                  <a:pt x="2076352" y="256511"/>
                  <a:pt x="2083896" y="259025"/>
                  <a:pt x="2084525" y="264684"/>
                </a:cubicBezTo>
                <a:cubicBezTo>
                  <a:pt x="2085153" y="270342"/>
                  <a:pt x="2085782" y="333842"/>
                  <a:pt x="2084525" y="340130"/>
                </a:cubicBezTo>
                <a:cubicBezTo>
                  <a:pt x="2083267" y="346417"/>
                  <a:pt x="2067550" y="355848"/>
                  <a:pt x="2065664" y="358992"/>
                </a:cubicBezTo>
                <a:cubicBezTo>
                  <a:pt x="2063777" y="362135"/>
                  <a:pt x="2058119" y="383511"/>
                  <a:pt x="2056233" y="387284"/>
                </a:cubicBezTo>
                <a:cubicBezTo>
                  <a:pt x="2054347" y="391056"/>
                  <a:pt x="2039886" y="411803"/>
                  <a:pt x="2037371" y="415576"/>
                </a:cubicBezTo>
                <a:cubicBezTo>
                  <a:pt x="2034857" y="419348"/>
                  <a:pt x="2020396" y="440095"/>
                  <a:pt x="2018510" y="443868"/>
                </a:cubicBezTo>
                <a:cubicBezTo>
                  <a:pt x="2016624" y="447640"/>
                  <a:pt x="2010966" y="467759"/>
                  <a:pt x="2009079" y="472160"/>
                </a:cubicBezTo>
                <a:cubicBezTo>
                  <a:pt x="2007193" y="476561"/>
                  <a:pt x="1993362" y="504853"/>
                  <a:pt x="1990218" y="509883"/>
                </a:cubicBezTo>
                <a:cubicBezTo>
                  <a:pt x="1987074" y="514912"/>
                  <a:pt x="1964441" y="543204"/>
                  <a:pt x="1961926" y="547605"/>
                </a:cubicBezTo>
                <a:cubicBezTo>
                  <a:pt x="1959411" y="552006"/>
                  <a:pt x="1954381" y="572125"/>
                  <a:pt x="1952495" y="575897"/>
                </a:cubicBezTo>
                <a:cubicBezTo>
                  <a:pt x="1950609" y="579670"/>
                  <a:pt x="1935520" y="601046"/>
                  <a:pt x="1933634" y="604190"/>
                </a:cubicBezTo>
                <a:cubicBezTo>
                  <a:pt x="1931748" y="607333"/>
                  <a:pt x="1926089" y="619908"/>
                  <a:pt x="1924203" y="623051"/>
                </a:cubicBezTo>
                <a:cubicBezTo>
                  <a:pt x="1922317" y="626195"/>
                  <a:pt x="1907857" y="648200"/>
                  <a:pt x="1905342" y="651343"/>
                </a:cubicBezTo>
                <a:cubicBezTo>
                  <a:pt x="1902827" y="654487"/>
                  <a:pt x="1889624" y="667060"/>
                  <a:pt x="1886480" y="670204"/>
                </a:cubicBezTo>
                <a:cubicBezTo>
                  <a:pt x="1883337" y="673347"/>
                  <a:pt x="1861961" y="694724"/>
                  <a:pt x="1858188" y="698496"/>
                </a:cubicBezTo>
                <a:cubicBezTo>
                  <a:pt x="1854416" y="702268"/>
                  <a:pt x="1833040" y="724274"/>
                  <a:pt x="1829896" y="726789"/>
                </a:cubicBezTo>
                <a:cubicBezTo>
                  <a:pt x="1826753" y="729303"/>
                  <a:pt x="1813550" y="734333"/>
                  <a:pt x="1811035" y="736219"/>
                </a:cubicBezTo>
                <a:cubicBezTo>
                  <a:pt x="1808520" y="738105"/>
                  <a:pt x="1794688" y="753194"/>
                  <a:pt x="1792174" y="755081"/>
                </a:cubicBezTo>
                <a:cubicBezTo>
                  <a:pt x="1789659" y="756967"/>
                  <a:pt x="1775198" y="763883"/>
                  <a:pt x="1773312" y="764512"/>
                </a:cubicBezTo>
                <a:cubicBezTo>
                  <a:pt x="1771426" y="765140"/>
                  <a:pt x="1765139" y="763883"/>
                  <a:pt x="1763881" y="764512"/>
                </a:cubicBezTo>
                <a:cubicBezTo>
                  <a:pt x="1762624" y="765140"/>
                  <a:pt x="1756337" y="772684"/>
                  <a:pt x="1754451" y="773942"/>
                </a:cubicBezTo>
                <a:cubicBezTo>
                  <a:pt x="1752565" y="775199"/>
                  <a:pt x="1737475" y="782115"/>
                  <a:pt x="1735589" y="783373"/>
                </a:cubicBezTo>
                <a:cubicBezTo>
                  <a:pt x="1733703" y="784630"/>
                  <a:pt x="1728045" y="792803"/>
                  <a:pt x="1726159" y="792803"/>
                </a:cubicBezTo>
                <a:cubicBezTo>
                  <a:pt x="1724272" y="792803"/>
                  <a:pt x="1708555" y="790917"/>
                  <a:pt x="1707297" y="783373"/>
                </a:cubicBezTo>
                <a:cubicBezTo>
                  <a:pt x="1706040" y="775828"/>
                  <a:pt x="1706669" y="687808"/>
                  <a:pt x="1707297" y="679635"/>
                </a:cubicBezTo>
                <a:cubicBezTo>
                  <a:pt x="1707926" y="671462"/>
                  <a:pt x="1714841" y="662660"/>
                  <a:pt x="1716728" y="660774"/>
                </a:cubicBezTo>
                <a:cubicBezTo>
                  <a:pt x="1718614" y="658887"/>
                  <a:pt x="1733703" y="653858"/>
                  <a:pt x="1735589" y="651343"/>
                </a:cubicBezTo>
                <a:cubicBezTo>
                  <a:pt x="1737475" y="648828"/>
                  <a:pt x="1743763" y="626823"/>
                  <a:pt x="1745020" y="623051"/>
                </a:cubicBezTo>
                <a:cubicBezTo>
                  <a:pt x="1746277" y="619279"/>
                  <a:pt x="1752565" y="598531"/>
                  <a:pt x="1754451" y="594759"/>
                </a:cubicBezTo>
                <a:cubicBezTo>
                  <a:pt x="1756337" y="590986"/>
                  <a:pt x="1771426" y="568981"/>
                  <a:pt x="1773312" y="566467"/>
                </a:cubicBezTo>
                <a:cubicBezTo>
                  <a:pt x="1775198" y="563952"/>
                  <a:pt x="1781485" y="558922"/>
                  <a:pt x="1782743" y="557036"/>
                </a:cubicBezTo>
                <a:cubicBezTo>
                  <a:pt x="1784000" y="555150"/>
                  <a:pt x="1790287" y="541318"/>
                  <a:pt x="1792174" y="538175"/>
                </a:cubicBezTo>
                <a:cubicBezTo>
                  <a:pt x="1794060" y="535031"/>
                  <a:pt x="1808520" y="513026"/>
                  <a:pt x="1811035" y="509883"/>
                </a:cubicBezTo>
                <a:cubicBezTo>
                  <a:pt x="1813550" y="506739"/>
                  <a:pt x="1828639" y="492907"/>
                  <a:pt x="1829896" y="491021"/>
                </a:cubicBezTo>
                <a:cubicBezTo>
                  <a:pt x="1831154" y="489135"/>
                  <a:pt x="1828010" y="482847"/>
                  <a:pt x="1829896" y="481590"/>
                </a:cubicBezTo>
                <a:cubicBezTo>
                  <a:pt x="1831782" y="480333"/>
                  <a:pt x="1856302" y="474675"/>
                  <a:pt x="1858188" y="472160"/>
                </a:cubicBezTo>
                <a:cubicBezTo>
                  <a:pt x="1860074" y="469645"/>
                  <a:pt x="1856931" y="446382"/>
                  <a:pt x="1858188" y="443868"/>
                </a:cubicBezTo>
                <a:cubicBezTo>
                  <a:pt x="1859446" y="441353"/>
                  <a:pt x="1875164" y="436323"/>
                  <a:pt x="1877050" y="434437"/>
                </a:cubicBezTo>
                <a:cubicBezTo>
                  <a:pt x="1878936" y="432551"/>
                  <a:pt x="1884594" y="417461"/>
                  <a:pt x="1886480" y="415576"/>
                </a:cubicBezTo>
                <a:cubicBezTo>
                  <a:pt x="1888366" y="413689"/>
                  <a:pt x="1902198" y="406145"/>
                  <a:pt x="1905342" y="406145"/>
                </a:cubicBezTo>
                <a:cubicBezTo>
                  <a:pt x="1908485" y="406145"/>
                  <a:pt x="1931119" y="413689"/>
                  <a:pt x="1933634" y="415576"/>
                </a:cubicBezTo>
                <a:cubicBezTo>
                  <a:pt x="1936149" y="417461"/>
                  <a:pt x="1942436" y="430665"/>
                  <a:pt x="1943065" y="434437"/>
                </a:cubicBezTo>
                <a:cubicBezTo>
                  <a:pt x="1943693" y="438210"/>
                  <a:pt x="1943693" y="467759"/>
                  <a:pt x="1943065" y="472160"/>
                </a:cubicBezTo>
                <a:cubicBezTo>
                  <a:pt x="1942436" y="476561"/>
                  <a:pt x="1934891" y="497308"/>
                  <a:pt x="1933634" y="500452"/>
                </a:cubicBezTo>
                <a:cubicBezTo>
                  <a:pt x="1932376" y="503595"/>
                  <a:pt x="1926089" y="516170"/>
                  <a:pt x="1924203" y="519313"/>
                </a:cubicBezTo>
                <a:cubicBezTo>
                  <a:pt x="1922317" y="522457"/>
                  <a:pt x="1907857" y="543204"/>
                  <a:pt x="1905342" y="547605"/>
                </a:cubicBezTo>
                <a:cubicBezTo>
                  <a:pt x="1902827" y="552006"/>
                  <a:pt x="1890252" y="578412"/>
                  <a:pt x="1886480" y="585328"/>
                </a:cubicBezTo>
                <a:cubicBezTo>
                  <a:pt x="1882708" y="592244"/>
                  <a:pt x="1854416" y="642541"/>
                  <a:pt x="1848758" y="651343"/>
                </a:cubicBezTo>
                <a:cubicBezTo>
                  <a:pt x="1843099" y="660145"/>
                  <a:pt x="1807262" y="710442"/>
                  <a:pt x="1801604" y="717358"/>
                </a:cubicBezTo>
                <a:cubicBezTo>
                  <a:pt x="1795946" y="724273"/>
                  <a:pt x="1768282" y="750051"/>
                  <a:pt x="1763881" y="755081"/>
                </a:cubicBezTo>
                <a:cubicBezTo>
                  <a:pt x="1759480" y="760110"/>
                  <a:pt x="1739990" y="788402"/>
                  <a:pt x="1735589" y="792803"/>
                </a:cubicBezTo>
                <a:cubicBezTo>
                  <a:pt x="1731188" y="797204"/>
                  <a:pt x="1701639" y="816694"/>
                  <a:pt x="1697866" y="821095"/>
                </a:cubicBezTo>
                <a:cubicBezTo>
                  <a:pt x="1694094" y="825496"/>
                  <a:pt x="1681520" y="854417"/>
                  <a:pt x="1679005" y="858818"/>
                </a:cubicBezTo>
                <a:cubicBezTo>
                  <a:pt x="1676490" y="863219"/>
                  <a:pt x="1663916" y="882709"/>
                  <a:pt x="1660144" y="887110"/>
                </a:cubicBezTo>
                <a:cubicBezTo>
                  <a:pt x="1656371" y="891511"/>
                  <a:pt x="1627451" y="919803"/>
                  <a:pt x="1622421" y="924833"/>
                </a:cubicBezTo>
                <a:cubicBezTo>
                  <a:pt x="1617391" y="929862"/>
                  <a:pt x="1589728" y="957526"/>
                  <a:pt x="1584698" y="962556"/>
                </a:cubicBezTo>
                <a:cubicBezTo>
                  <a:pt x="1579668" y="967585"/>
                  <a:pt x="1552634" y="995249"/>
                  <a:pt x="1546975" y="1000279"/>
                </a:cubicBezTo>
                <a:cubicBezTo>
                  <a:pt x="1541317" y="1005308"/>
                  <a:pt x="1506738" y="1033600"/>
                  <a:pt x="1499822" y="1038001"/>
                </a:cubicBezTo>
                <a:cubicBezTo>
                  <a:pt x="1492906" y="1042402"/>
                  <a:pt x="1448896" y="1063150"/>
                  <a:pt x="1443238" y="1066294"/>
                </a:cubicBezTo>
                <a:cubicBezTo>
                  <a:pt x="1437579" y="1069437"/>
                  <a:pt x="1419347" y="1082640"/>
                  <a:pt x="1414946" y="1085155"/>
                </a:cubicBezTo>
                <a:cubicBezTo>
                  <a:pt x="1410545" y="1087669"/>
                  <a:pt x="1382253" y="1101501"/>
                  <a:pt x="1377223" y="1104016"/>
                </a:cubicBezTo>
                <a:cubicBezTo>
                  <a:pt x="1372193" y="1106530"/>
                  <a:pt x="1344530" y="1120362"/>
                  <a:pt x="1339500" y="1122877"/>
                </a:cubicBezTo>
                <a:cubicBezTo>
                  <a:pt x="1334470" y="1125392"/>
                  <a:pt x="1306178" y="1139853"/>
                  <a:pt x="1301777" y="1141739"/>
                </a:cubicBezTo>
                <a:cubicBezTo>
                  <a:pt x="1297376" y="1143625"/>
                  <a:pt x="1278515" y="1149283"/>
                  <a:pt x="1273485" y="1151170"/>
                </a:cubicBezTo>
                <a:cubicBezTo>
                  <a:pt x="1268456" y="1153056"/>
                  <a:pt x="1231361" y="1168774"/>
                  <a:pt x="1226332" y="1170032"/>
                </a:cubicBezTo>
                <a:cubicBezTo>
                  <a:pt x="1221302" y="1171288"/>
                  <a:pt x="1201812" y="1169402"/>
                  <a:pt x="1198040" y="1170032"/>
                </a:cubicBezTo>
                <a:cubicBezTo>
                  <a:pt x="1194267" y="1170660"/>
                  <a:pt x="1183579" y="1178833"/>
                  <a:pt x="1169748" y="1179462"/>
                </a:cubicBezTo>
                <a:cubicBezTo>
                  <a:pt x="1155916" y="1180090"/>
                  <a:pt x="1004396" y="1180090"/>
                  <a:pt x="990564" y="1179462"/>
                </a:cubicBezTo>
                <a:cubicBezTo>
                  <a:pt x="976733" y="1178833"/>
                  <a:pt x="965416" y="1171288"/>
                  <a:pt x="962272" y="1170032"/>
                </a:cubicBezTo>
                <a:cubicBezTo>
                  <a:pt x="959129" y="1168774"/>
                  <a:pt x="945926" y="1161857"/>
                  <a:pt x="943411" y="1160600"/>
                </a:cubicBezTo>
                <a:cubicBezTo>
                  <a:pt x="940896" y="1159343"/>
                  <a:pt x="927064" y="1152427"/>
                  <a:pt x="924550" y="1151170"/>
                </a:cubicBezTo>
                <a:cubicBezTo>
                  <a:pt x="922035" y="1149912"/>
                  <a:pt x="907574" y="1142996"/>
                  <a:pt x="905688" y="1141739"/>
                </a:cubicBezTo>
                <a:cubicBezTo>
                  <a:pt x="903802" y="1140482"/>
                  <a:pt x="898144" y="1134194"/>
                  <a:pt x="896257" y="1132308"/>
                </a:cubicBezTo>
                <a:cubicBezTo>
                  <a:pt x="894371" y="1130422"/>
                  <a:pt x="879911" y="1116591"/>
                  <a:pt x="877396" y="1113447"/>
                </a:cubicBezTo>
                <a:cubicBezTo>
                  <a:pt x="874881" y="1110303"/>
                  <a:pt x="859792" y="1087669"/>
                  <a:pt x="858535" y="1085155"/>
                </a:cubicBezTo>
                <a:cubicBezTo>
                  <a:pt x="857277" y="1082640"/>
                  <a:pt x="859163" y="1076981"/>
                  <a:pt x="858535" y="1075724"/>
                </a:cubicBezTo>
                <a:cubicBezTo>
                  <a:pt x="857906" y="1074466"/>
                  <a:pt x="850990" y="1068808"/>
                  <a:pt x="849104" y="1066294"/>
                </a:cubicBezTo>
                <a:cubicBezTo>
                  <a:pt x="847218" y="1063779"/>
                  <a:pt x="831500" y="1043660"/>
                  <a:pt x="830243" y="1038001"/>
                </a:cubicBezTo>
                <a:cubicBezTo>
                  <a:pt x="828985" y="1032342"/>
                  <a:pt x="828985" y="987075"/>
                  <a:pt x="830243" y="981417"/>
                </a:cubicBezTo>
                <a:cubicBezTo>
                  <a:pt x="831500" y="975759"/>
                  <a:pt x="847847" y="956269"/>
                  <a:pt x="849104" y="953126"/>
                </a:cubicBezTo>
                <a:cubicBezTo>
                  <a:pt x="850361" y="949982"/>
                  <a:pt x="847218" y="937407"/>
                  <a:pt x="849104" y="934264"/>
                </a:cubicBezTo>
                <a:cubicBezTo>
                  <a:pt x="850990" y="931120"/>
                  <a:pt x="874253" y="909115"/>
                  <a:pt x="877396" y="905971"/>
                </a:cubicBezTo>
                <a:cubicBezTo>
                  <a:pt x="880540" y="902827"/>
                  <a:pt x="893114" y="889625"/>
                  <a:pt x="896257" y="887110"/>
                </a:cubicBezTo>
                <a:cubicBezTo>
                  <a:pt x="899401" y="884595"/>
                  <a:pt x="919520" y="870763"/>
                  <a:pt x="924550" y="868249"/>
                </a:cubicBezTo>
                <a:cubicBezTo>
                  <a:pt x="929579" y="865734"/>
                  <a:pt x="966673" y="851902"/>
                  <a:pt x="971703" y="849388"/>
                </a:cubicBezTo>
                <a:cubicBezTo>
                  <a:pt x="976733" y="846873"/>
                  <a:pt x="994965" y="833041"/>
                  <a:pt x="999995" y="830526"/>
                </a:cubicBezTo>
                <a:cubicBezTo>
                  <a:pt x="1005025" y="828011"/>
                  <a:pt x="1040861" y="812923"/>
                  <a:pt x="1047149" y="811665"/>
                </a:cubicBezTo>
                <a:cubicBezTo>
                  <a:pt x="1053436" y="810408"/>
                  <a:pt x="1088015" y="812923"/>
                  <a:pt x="1094302" y="811665"/>
                </a:cubicBezTo>
                <a:cubicBezTo>
                  <a:pt x="1100589" y="810408"/>
                  <a:pt x="1135797" y="794689"/>
                  <a:pt x="1141456" y="792803"/>
                </a:cubicBezTo>
                <a:cubicBezTo>
                  <a:pt x="1147114" y="790917"/>
                  <a:pt x="1174149" y="784630"/>
                  <a:pt x="1179178" y="783373"/>
                </a:cubicBezTo>
                <a:cubicBezTo>
                  <a:pt x="1184208" y="782115"/>
                  <a:pt x="1196782" y="774570"/>
                  <a:pt x="1216901" y="773942"/>
                </a:cubicBezTo>
                <a:cubicBezTo>
                  <a:pt x="1237020" y="773313"/>
                  <a:pt x="1462728" y="773313"/>
                  <a:pt x="1480961" y="773942"/>
                </a:cubicBezTo>
                <a:cubicBezTo>
                  <a:pt x="1499193" y="774570"/>
                  <a:pt x="1489134" y="782115"/>
                  <a:pt x="1490391" y="783373"/>
                </a:cubicBezTo>
                <a:cubicBezTo>
                  <a:pt x="1491649" y="784630"/>
                  <a:pt x="1499193" y="789660"/>
                  <a:pt x="1499822" y="792803"/>
                </a:cubicBezTo>
                <a:cubicBezTo>
                  <a:pt x="1500450" y="795947"/>
                  <a:pt x="1501079" y="826754"/>
                  <a:pt x="1499822" y="830526"/>
                </a:cubicBezTo>
                <a:cubicBezTo>
                  <a:pt x="1498564" y="834298"/>
                  <a:pt x="1484733" y="846244"/>
                  <a:pt x="1480961" y="849388"/>
                </a:cubicBezTo>
                <a:cubicBezTo>
                  <a:pt x="1477188" y="852531"/>
                  <a:pt x="1448268" y="874536"/>
                  <a:pt x="1443238" y="877680"/>
                </a:cubicBezTo>
                <a:cubicBezTo>
                  <a:pt x="1438208" y="880823"/>
                  <a:pt x="1408659" y="894026"/>
                  <a:pt x="1405515" y="896541"/>
                </a:cubicBezTo>
                <a:cubicBezTo>
                  <a:pt x="1402371" y="899056"/>
                  <a:pt x="1398599" y="912887"/>
                  <a:pt x="1396084" y="915402"/>
                </a:cubicBezTo>
                <a:cubicBezTo>
                  <a:pt x="1393569" y="917917"/>
                  <a:pt x="1371564" y="931749"/>
                  <a:pt x="1367792" y="934264"/>
                </a:cubicBezTo>
                <a:cubicBezTo>
                  <a:pt x="1364020" y="936778"/>
                  <a:pt x="1343272" y="950611"/>
                  <a:pt x="1339500" y="953126"/>
                </a:cubicBezTo>
                <a:cubicBezTo>
                  <a:pt x="1335728" y="955640"/>
                  <a:pt x="1314352" y="970100"/>
                  <a:pt x="1311208" y="971987"/>
                </a:cubicBezTo>
                <a:cubicBezTo>
                  <a:pt x="1308064" y="973873"/>
                  <a:pt x="1294862" y="979531"/>
                  <a:pt x="1292347" y="981417"/>
                </a:cubicBezTo>
                <a:cubicBezTo>
                  <a:pt x="1289832" y="983303"/>
                  <a:pt x="1276629" y="997764"/>
                  <a:pt x="1273485" y="1000279"/>
                </a:cubicBezTo>
                <a:cubicBezTo>
                  <a:pt x="1270342" y="1002793"/>
                  <a:pt x="1249594" y="1016625"/>
                  <a:pt x="1245193" y="1019140"/>
                </a:cubicBezTo>
                <a:cubicBezTo>
                  <a:pt x="1240792" y="1021655"/>
                  <a:pt x="1211243" y="1036115"/>
                  <a:pt x="1207471" y="1038001"/>
                </a:cubicBezTo>
                <a:cubicBezTo>
                  <a:pt x="1203698" y="1039887"/>
                  <a:pt x="1190495" y="1046803"/>
                  <a:pt x="1188609" y="1047432"/>
                </a:cubicBezTo>
                <a:cubicBezTo>
                  <a:pt x="1186723" y="1048060"/>
                  <a:pt x="1181064" y="1046803"/>
                  <a:pt x="1179178" y="1047432"/>
                </a:cubicBezTo>
                <a:cubicBezTo>
                  <a:pt x="1177292" y="1048060"/>
                  <a:pt x="1170376" y="1056234"/>
                  <a:pt x="1160317" y="1056863"/>
                </a:cubicBezTo>
                <a:cubicBezTo>
                  <a:pt x="1150258" y="1057492"/>
                  <a:pt x="1038975" y="1058120"/>
                  <a:pt x="1028287" y="1056863"/>
                </a:cubicBezTo>
                <a:cubicBezTo>
                  <a:pt x="1017599" y="1055606"/>
                  <a:pt x="1003139" y="1039258"/>
                  <a:pt x="999995" y="1038001"/>
                </a:cubicBezTo>
                <a:cubicBezTo>
                  <a:pt x="996851" y="1036744"/>
                  <a:pt x="981762" y="1037372"/>
                  <a:pt x="981134" y="1038001"/>
                </a:cubicBezTo>
                <a:cubicBezTo>
                  <a:pt x="980505" y="1038630"/>
                  <a:pt x="990564" y="1046175"/>
                  <a:pt x="990564" y="1047432"/>
                </a:cubicBezTo>
                <a:cubicBezTo>
                  <a:pt x="990564" y="1048689"/>
                  <a:pt x="981762" y="1056863"/>
                  <a:pt x="981134" y="1056863"/>
                </a:cubicBezTo>
                <a:cubicBezTo>
                  <a:pt x="980505" y="1056863"/>
                  <a:pt x="981762" y="1048689"/>
                  <a:pt x="981134" y="1047432"/>
                </a:cubicBezTo>
                <a:cubicBezTo>
                  <a:pt x="980505" y="1046175"/>
                  <a:pt x="972961" y="1039258"/>
                  <a:pt x="971703" y="1038001"/>
                </a:cubicBezTo>
                <a:cubicBezTo>
                  <a:pt x="970446" y="1036744"/>
                  <a:pt x="962901" y="1032971"/>
                  <a:pt x="962272" y="1028570"/>
                </a:cubicBezTo>
                <a:cubicBezTo>
                  <a:pt x="961644" y="1024168"/>
                  <a:pt x="961644" y="977644"/>
                  <a:pt x="962272" y="971987"/>
                </a:cubicBezTo>
                <a:cubicBezTo>
                  <a:pt x="962901" y="966328"/>
                  <a:pt x="969817" y="946838"/>
                  <a:pt x="971703" y="943694"/>
                </a:cubicBezTo>
                <a:cubicBezTo>
                  <a:pt x="973589" y="940550"/>
                  <a:pt x="988050" y="927348"/>
                  <a:pt x="990564" y="924833"/>
                </a:cubicBezTo>
                <a:cubicBezTo>
                  <a:pt x="993079" y="922318"/>
                  <a:pt x="1006911" y="907857"/>
                  <a:pt x="1009426" y="905971"/>
                </a:cubicBezTo>
                <a:cubicBezTo>
                  <a:pt x="1011941" y="904085"/>
                  <a:pt x="1025144" y="897798"/>
                  <a:pt x="1028287" y="896541"/>
                </a:cubicBezTo>
                <a:cubicBezTo>
                  <a:pt x="1031431" y="895284"/>
                  <a:pt x="1052178" y="888367"/>
                  <a:pt x="1056579" y="887110"/>
                </a:cubicBezTo>
                <a:cubicBezTo>
                  <a:pt x="1060980" y="885853"/>
                  <a:pt x="1090530" y="879566"/>
                  <a:pt x="1094302" y="877680"/>
                </a:cubicBezTo>
                <a:cubicBezTo>
                  <a:pt x="1098074" y="875793"/>
                  <a:pt x="1108134" y="860075"/>
                  <a:pt x="1113163" y="858818"/>
                </a:cubicBezTo>
                <a:cubicBezTo>
                  <a:pt x="1118193" y="857560"/>
                  <a:pt x="1162832" y="860075"/>
                  <a:pt x="1169748" y="858818"/>
                </a:cubicBezTo>
                <a:cubicBezTo>
                  <a:pt x="1176663" y="857560"/>
                  <a:pt x="1209356" y="842472"/>
                  <a:pt x="1216901" y="839957"/>
                </a:cubicBezTo>
                <a:cubicBezTo>
                  <a:pt x="1224446" y="837442"/>
                  <a:pt x="1275371" y="823610"/>
                  <a:pt x="1282916" y="821095"/>
                </a:cubicBezTo>
                <a:cubicBezTo>
                  <a:pt x="1290460" y="818580"/>
                  <a:pt x="1306178" y="802862"/>
                  <a:pt x="1330069" y="802234"/>
                </a:cubicBezTo>
                <a:cubicBezTo>
                  <a:pt x="1353960" y="801605"/>
                  <a:pt x="1620535" y="809779"/>
                  <a:pt x="1641282" y="811665"/>
                </a:cubicBezTo>
                <a:cubicBezTo>
                  <a:pt x="1662030" y="813551"/>
                  <a:pt x="1641911" y="828011"/>
                  <a:pt x="1641282" y="830526"/>
                </a:cubicBezTo>
                <a:cubicBezTo>
                  <a:pt x="1640654" y="833041"/>
                  <a:pt x="1633738" y="846873"/>
                  <a:pt x="1631852" y="849388"/>
                </a:cubicBezTo>
                <a:cubicBezTo>
                  <a:pt x="1629965" y="851902"/>
                  <a:pt x="1614876" y="866363"/>
                  <a:pt x="1612990" y="868249"/>
                </a:cubicBezTo>
                <a:cubicBezTo>
                  <a:pt x="1611104" y="870135"/>
                  <a:pt x="1605446" y="875793"/>
                  <a:pt x="1603559" y="877680"/>
                </a:cubicBezTo>
                <a:cubicBezTo>
                  <a:pt x="1601673" y="879566"/>
                  <a:pt x="1586584" y="894655"/>
                  <a:pt x="1584698" y="896541"/>
                </a:cubicBezTo>
                <a:cubicBezTo>
                  <a:pt x="1582812" y="898427"/>
                  <a:pt x="1579040" y="903456"/>
                  <a:pt x="1575268" y="905971"/>
                </a:cubicBezTo>
                <a:cubicBezTo>
                  <a:pt x="1571495" y="908486"/>
                  <a:pt x="1534401" y="931120"/>
                  <a:pt x="1528114" y="934264"/>
                </a:cubicBezTo>
                <a:cubicBezTo>
                  <a:pt x="1521827" y="937407"/>
                  <a:pt x="1487248" y="949982"/>
                  <a:pt x="1480961" y="953126"/>
                </a:cubicBezTo>
                <a:cubicBezTo>
                  <a:pt x="1474673" y="956269"/>
                  <a:pt x="1439465" y="978273"/>
                  <a:pt x="1433807" y="981417"/>
                </a:cubicBezTo>
                <a:cubicBezTo>
                  <a:pt x="1428148" y="984561"/>
                  <a:pt x="1402371" y="997135"/>
                  <a:pt x="1396084" y="1000279"/>
                </a:cubicBezTo>
                <a:cubicBezTo>
                  <a:pt x="1389797" y="1003422"/>
                  <a:pt x="1346416" y="1026055"/>
                  <a:pt x="1339500" y="1028570"/>
                </a:cubicBezTo>
                <a:cubicBezTo>
                  <a:pt x="1332584" y="1031084"/>
                  <a:pt x="1298634" y="1036744"/>
                  <a:pt x="1292347" y="1038001"/>
                </a:cubicBezTo>
                <a:cubicBezTo>
                  <a:pt x="1286059" y="1039258"/>
                  <a:pt x="1252109" y="1046175"/>
                  <a:pt x="1245193" y="1047432"/>
                </a:cubicBezTo>
                <a:cubicBezTo>
                  <a:pt x="1238277" y="1048689"/>
                  <a:pt x="1196154" y="1055606"/>
                  <a:pt x="1188609" y="1056863"/>
                </a:cubicBezTo>
                <a:cubicBezTo>
                  <a:pt x="1181064" y="1058120"/>
                  <a:pt x="1143970" y="1065665"/>
                  <a:pt x="1132025" y="1066294"/>
                </a:cubicBezTo>
                <a:cubicBezTo>
                  <a:pt x="1120079" y="1066922"/>
                  <a:pt x="1020114" y="1065036"/>
                  <a:pt x="1009426" y="1066294"/>
                </a:cubicBezTo>
                <a:cubicBezTo>
                  <a:pt x="998738" y="1067551"/>
                  <a:pt x="976104" y="1083268"/>
                  <a:pt x="971703" y="1085155"/>
                </a:cubicBezTo>
                <a:cubicBezTo>
                  <a:pt x="967302" y="1087041"/>
                  <a:pt x="947183" y="1094586"/>
                  <a:pt x="943411" y="1094586"/>
                </a:cubicBezTo>
                <a:cubicBezTo>
                  <a:pt x="939639" y="1094586"/>
                  <a:pt x="920148" y="1086412"/>
                  <a:pt x="915119" y="1085155"/>
                </a:cubicBezTo>
                <a:cubicBezTo>
                  <a:pt x="910089" y="1083897"/>
                  <a:pt x="873624" y="1077610"/>
                  <a:pt x="867965" y="1075724"/>
                </a:cubicBezTo>
                <a:cubicBezTo>
                  <a:pt x="862307" y="1073837"/>
                  <a:pt x="835272" y="1059378"/>
                  <a:pt x="830243" y="1056863"/>
                </a:cubicBezTo>
                <a:cubicBezTo>
                  <a:pt x="825213" y="1054348"/>
                  <a:pt x="798178" y="1040516"/>
                  <a:pt x="792520" y="1038001"/>
                </a:cubicBezTo>
                <a:cubicBezTo>
                  <a:pt x="786861" y="1035486"/>
                  <a:pt x="752282" y="1022912"/>
                  <a:pt x="745366" y="1019140"/>
                </a:cubicBezTo>
                <a:cubicBezTo>
                  <a:pt x="738451" y="1015368"/>
                  <a:pt x="696327" y="987076"/>
                  <a:pt x="688782" y="981417"/>
                </a:cubicBezTo>
                <a:cubicBezTo>
                  <a:pt x="681238" y="975759"/>
                  <a:pt x="637857" y="938665"/>
                  <a:pt x="632198" y="934264"/>
                </a:cubicBezTo>
                <a:cubicBezTo>
                  <a:pt x="626540" y="929862"/>
                  <a:pt x="608936" y="919174"/>
                  <a:pt x="603906" y="915402"/>
                </a:cubicBezTo>
                <a:cubicBezTo>
                  <a:pt x="598876" y="911630"/>
                  <a:pt x="561154" y="882081"/>
                  <a:pt x="556753" y="877680"/>
                </a:cubicBezTo>
                <a:cubicBezTo>
                  <a:pt x="552352" y="873278"/>
                  <a:pt x="539148" y="852531"/>
                  <a:pt x="537891" y="849388"/>
                </a:cubicBezTo>
                <a:cubicBezTo>
                  <a:pt x="536634" y="846244"/>
                  <a:pt x="538520" y="833041"/>
                  <a:pt x="537891" y="830526"/>
                </a:cubicBezTo>
                <a:cubicBezTo>
                  <a:pt x="537262" y="828011"/>
                  <a:pt x="529089" y="816066"/>
                  <a:pt x="528460" y="811665"/>
                </a:cubicBezTo>
                <a:cubicBezTo>
                  <a:pt x="527832" y="807264"/>
                  <a:pt x="527832" y="769541"/>
                  <a:pt x="528460" y="764512"/>
                </a:cubicBezTo>
                <a:cubicBezTo>
                  <a:pt x="529089" y="759482"/>
                  <a:pt x="536005" y="741249"/>
                  <a:pt x="537891" y="736219"/>
                </a:cubicBezTo>
                <a:cubicBezTo>
                  <a:pt x="539777" y="731189"/>
                  <a:pt x="554238" y="694724"/>
                  <a:pt x="556753" y="689066"/>
                </a:cubicBezTo>
                <a:cubicBezTo>
                  <a:pt x="559267" y="683407"/>
                  <a:pt x="573099" y="655116"/>
                  <a:pt x="575614" y="651343"/>
                </a:cubicBezTo>
                <a:cubicBezTo>
                  <a:pt x="578129" y="647571"/>
                  <a:pt x="591960" y="635625"/>
                  <a:pt x="594475" y="632481"/>
                </a:cubicBezTo>
                <a:cubicBezTo>
                  <a:pt x="596990" y="629337"/>
                  <a:pt x="610193" y="607962"/>
                  <a:pt x="613337" y="604190"/>
                </a:cubicBezTo>
                <a:cubicBezTo>
                  <a:pt x="616480" y="600417"/>
                  <a:pt x="638485" y="579041"/>
                  <a:pt x="641629" y="575897"/>
                </a:cubicBezTo>
                <a:cubicBezTo>
                  <a:pt x="644772" y="572754"/>
                  <a:pt x="657347" y="559551"/>
                  <a:pt x="660490" y="557036"/>
                </a:cubicBezTo>
                <a:cubicBezTo>
                  <a:pt x="663634" y="554521"/>
                  <a:pt x="683124" y="541318"/>
                  <a:pt x="688782" y="538175"/>
                </a:cubicBezTo>
                <a:cubicBezTo>
                  <a:pt x="694441" y="535031"/>
                  <a:pt x="737193" y="514283"/>
                  <a:pt x="745366" y="509883"/>
                </a:cubicBezTo>
                <a:cubicBezTo>
                  <a:pt x="753540" y="505481"/>
                  <a:pt x="803208" y="475932"/>
                  <a:pt x="811381" y="472160"/>
                </a:cubicBezTo>
                <a:cubicBezTo>
                  <a:pt x="819554" y="468387"/>
                  <a:pt x="829614" y="454556"/>
                  <a:pt x="867965" y="453299"/>
                </a:cubicBezTo>
                <a:cubicBezTo>
                  <a:pt x="906317" y="452041"/>
                  <a:pt x="1348302" y="453927"/>
                  <a:pt x="1386653" y="453299"/>
                </a:cubicBezTo>
                <a:cubicBezTo>
                  <a:pt x="1425005" y="452670"/>
                  <a:pt x="1432550" y="444496"/>
                  <a:pt x="1443238" y="443868"/>
                </a:cubicBezTo>
                <a:cubicBezTo>
                  <a:pt x="1453926" y="443239"/>
                  <a:pt x="1538802" y="443239"/>
                  <a:pt x="1546975" y="443868"/>
                </a:cubicBezTo>
                <a:cubicBezTo>
                  <a:pt x="1555149" y="444496"/>
                  <a:pt x="1565208" y="451412"/>
                  <a:pt x="1565837" y="453299"/>
                </a:cubicBezTo>
                <a:cubicBezTo>
                  <a:pt x="1566465" y="455184"/>
                  <a:pt x="1555777" y="469645"/>
                  <a:pt x="1556406" y="472160"/>
                </a:cubicBezTo>
                <a:cubicBezTo>
                  <a:pt x="1557035" y="474675"/>
                  <a:pt x="1572753" y="489135"/>
                  <a:pt x="1575268" y="491021"/>
                </a:cubicBezTo>
                <a:cubicBezTo>
                  <a:pt x="1577782" y="492907"/>
                  <a:pt x="1588470" y="499194"/>
                  <a:pt x="1594129" y="500452"/>
                </a:cubicBezTo>
                <a:cubicBezTo>
                  <a:pt x="1599787" y="501709"/>
                  <a:pt x="1658886" y="509254"/>
                  <a:pt x="1660144" y="509883"/>
                </a:cubicBezTo>
                <a:cubicBezTo>
                  <a:pt x="1661401" y="510511"/>
                  <a:pt x="1618020" y="509254"/>
                  <a:pt x="1612990" y="509883"/>
                </a:cubicBezTo>
                <a:cubicBezTo>
                  <a:pt x="1607960" y="510511"/>
                  <a:pt x="1588470" y="518056"/>
                  <a:pt x="1584698" y="519313"/>
                </a:cubicBezTo>
                <a:cubicBezTo>
                  <a:pt x="1580926" y="520571"/>
                  <a:pt x="1560178" y="527486"/>
                  <a:pt x="1556406" y="528744"/>
                </a:cubicBezTo>
                <a:cubicBezTo>
                  <a:pt x="1552634" y="530001"/>
                  <a:pt x="1531886" y="536917"/>
                  <a:pt x="1528114" y="538175"/>
                </a:cubicBezTo>
                <a:cubicBezTo>
                  <a:pt x="1524342" y="539432"/>
                  <a:pt x="1504223" y="546977"/>
                  <a:pt x="1499822" y="547605"/>
                </a:cubicBezTo>
                <a:cubicBezTo>
                  <a:pt x="1495421" y="548234"/>
                  <a:pt x="1467129" y="546977"/>
                  <a:pt x="1462099" y="547605"/>
                </a:cubicBezTo>
                <a:cubicBezTo>
                  <a:pt x="1457069" y="548234"/>
                  <a:pt x="1433807" y="556407"/>
                  <a:pt x="1424376" y="557036"/>
                </a:cubicBezTo>
                <a:cubicBezTo>
                  <a:pt x="1414946" y="557665"/>
                  <a:pt x="1333213" y="556407"/>
                  <a:pt x="1320639" y="557036"/>
                </a:cubicBezTo>
                <a:cubicBezTo>
                  <a:pt x="1308065" y="557665"/>
                  <a:pt x="1255881" y="565838"/>
                  <a:pt x="1235762" y="566467"/>
                </a:cubicBezTo>
                <a:cubicBezTo>
                  <a:pt x="1215644" y="567095"/>
                  <a:pt x="1038975" y="567724"/>
                  <a:pt x="1018856" y="566467"/>
                </a:cubicBezTo>
                <a:cubicBezTo>
                  <a:pt x="998738" y="565209"/>
                  <a:pt x="947183" y="550120"/>
                  <a:pt x="933980" y="547605"/>
                </a:cubicBezTo>
                <a:cubicBezTo>
                  <a:pt x="920777" y="545090"/>
                  <a:pt x="834015" y="530630"/>
                  <a:pt x="820812" y="528744"/>
                </a:cubicBezTo>
                <a:cubicBezTo>
                  <a:pt x="807609" y="526858"/>
                  <a:pt x="745366" y="519942"/>
                  <a:pt x="735936" y="519313"/>
                </a:cubicBezTo>
                <a:cubicBezTo>
                  <a:pt x="726505" y="518685"/>
                  <a:pt x="688153" y="519942"/>
                  <a:pt x="679352" y="519313"/>
                </a:cubicBezTo>
                <a:cubicBezTo>
                  <a:pt x="670550" y="518685"/>
                  <a:pt x="614594" y="510511"/>
                  <a:pt x="603906" y="509883"/>
                </a:cubicBezTo>
                <a:cubicBezTo>
                  <a:pt x="593218" y="509254"/>
                  <a:pt x="530347" y="511140"/>
                  <a:pt x="519030" y="509883"/>
                </a:cubicBezTo>
                <a:cubicBezTo>
                  <a:pt x="507713" y="508625"/>
                  <a:pt x="447985" y="494793"/>
                  <a:pt x="434154" y="491021"/>
                </a:cubicBezTo>
                <a:cubicBezTo>
                  <a:pt x="420322" y="487249"/>
                  <a:pt x="325386" y="457071"/>
                  <a:pt x="311554" y="453299"/>
                </a:cubicBezTo>
                <a:cubicBezTo>
                  <a:pt x="297723" y="449526"/>
                  <a:pt x="236109" y="437581"/>
                  <a:pt x="226678" y="434437"/>
                </a:cubicBezTo>
                <a:cubicBezTo>
                  <a:pt x="217248" y="431294"/>
                  <a:pt x="177010" y="409289"/>
                  <a:pt x="170094" y="406145"/>
                </a:cubicBezTo>
                <a:cubicBezTo>
                  <a:pt x="163178" y="403002"/>
                  <a:pt x="127970" y="389170"/>
                  <a:pt x="122941" y="387284"/>
                </a:cubicBezTo>
                <a:cubicBezTo>
                  <a:pt x="117911" y="385397"/>
                  <a:pt x="98421" y="379111"/>
                  <a:pt x="94649" y="377853"/>
                </a:cubicBezTo>
                <a:cubicBezTo>
                  <a:pt x="90876" y="376596"/>
                  <a:pt x="69500" y="369679"/>
                  <a:pt x="66357" y="368422"/>
                </a:cubicBezTo>
                <a:cubicBezTo>
                  <a:pt x="63213" y="367165"/>
                  <a:pt x="50010" y="360249"/>
                  <a:pt x="47495" y="358992"/>
                </a:cubicBezTo>
                <a:cubicBezTo>
                  <a:pt x="44980" y="357734"/>
                  <a:pt x="30520" y="350818"/>
                  <a:pt x="28634" y="349561"/>
                </a:cubicBezTo>
                <a:cubicBezTo>
                  <a:pt x="26748" y="348303"/>
                  <a:pt x="20460" y="340758"/>
                  <a:pt x="19203" y="340130"/>
                </a:cubicBezTo>
                <a:cubicBezTo>
                  <a:pt x="17946" y="339501"/>
                  <a:pt x="11030" y="340758"/>
                  <a:pt x="9772" y="340130"/>
                </a:cubicBezTo>
                <a:cubicBezTo>
                  <a:pt x="8515" y="339501"/>
                  <a:pt x="970" y="335100"/>
                  <a:pt x="342" y="330699"/>
                </a:cubicBezTo>
                <a:cubicBezTo>
                  <a:pt x="-286" y="326298"/>
                  <a:pt x="-915" y="278516"/>
                  <a:pt x="342" y="274115"/>
                </a:cubicBezTo>
                <a:cubicBezTo>
                  <a:pt x="1599" y="269714"/>
                  <a:pt x="17946" y="266570"/>
                  <a:pt x="19203" y="264684"/>
                </a:cubicBezTo>
                <a:cubicBezTo>
                  <a:pt x="20460" y="262798"/>
                  <a:pt x="17946" y="247709"/>
                  <a:pt x="19203" y="245823"/>
                </a:cubicBezTo>
                <a:cubicBezTo>
                  <a:pt x="20460" y="243937"/>
                  <a:pt x="35549" y="237650"/>
                  <a:pt x="38064" y="236393"/>
                </a:cubicBezTo>
                <a:cubicBezTo>
                  <a:pt x="40579" y="235135"/>
                  <a:pt x="53154" y="229476"/>
                  <a:pt x="56926" y="226962"/>
                </a:cubicBezTo>
                <a:cubicBezTo>
                  <a:pt x="60698" y="224447"/>
                  <a:pt x="89619" y="202442"/>
                  <a:pt x="94649" y="198670"/>
                </a:cubicBezTo>
                <a:cubicBezTo>
                  <a:pt x="99678" y="194897"/>
                  <a:pt x="127970" y="172264"/>
                  <a:pt x="132371" y="170378"/>
                </a:cubicBezTo>
                <a:cubicBezTo>
                  <a:pt x="136772" y="168492"/>
                  <a:pt x="158149" y="171006"/>
                  <a:pt x="160663" y="170378"/>
                </a:cubicBezTo>
                <a:cubicBezTo>
                  <a:pt x="163178" y="169749"/>
                  <a:pt x="167579" y="162204"/>
                  <a:pt x="170094" y="160947"/>
                </a:cubicBezTo>
                <a:cubicBezTo>
                  <a:pt x="172609" y="159689"/>
                  <a:pt x="194614" y="152773"/>
                  <a:pt x="198386" y="151516"/>
                </a:cubicBezTo>
                <a:cubicBezTo>
                  <a:pt x="202159" y="150259"/>
                  <a:pt x="222906" y="143343"/>
                  <a:pt x="226678" y="142086"/>
                </a:cubicBezTo>
                <a:cubicBezTo>
                  <a:pt x="230451" y="140828"/>
                  <a:pt x="249312" y="133283"/>
                  <a:pt x="254970" y="132655"/>
                </a:cubicBezTo>
                <a:cubicBezTo>
                  <a:pt x="260629" y="132026"/>
                  <a:pt x="304639" y="133283"/>
                  <a:pt x="311554" y="132655"/>
                </a:cubicBezTo>
                <a:cubicBezTo>
                  <a:pt x="318470" y="132026"/>
                  <a:pt x="350535" y="123224"/>
                  <a:pt x="358708" y="123224"/>
                </a:cubicBezTo>
                <a:cubicBezTo>
                  <a:pt x="366881" y="123224"/>
                  <a:pt x="429753" y="132026"/>
                  <a:pt x="434154" y="132655"/>
                </a:cubicBezTo>
                <a:cubicBezTo>
                  <a:pt x="438555" y="133283"/>
                  <a:pt x="425980" y="133283"/>
                  <a:pt x="424723" y="132655"/>
                </a:cubicBezTo>
                <a:cubicBezTo>
                  <a:pt x="423465" y="132026"/>
                  <a:pt x="414663" y="123853"/>
                  <a:pt x="415292" y="123224"/>
                </a:cubicBezTo>
                <a:cubicBezTo>
                  <a:pt x="415921" y="122595"/>
                  <a:pt x="431010" y="123853"/>
                  <a:pt x="434154" y="123224"/>
                </a:cubicBezTo>
                <a:cubicBezTo>
                  <a:pt x="437297" y="122595"/>
                  <a:pt x="459302" y="115679"/>
                  <a:pt x="462446" y="113793"/>
                </a:cubicBezTo>
                <a:cubicBezTo>
                  <a:pt x="465589" y="111907"/>
                  <a:pt x="479421" y="96818"/>
                  <a:pt x="481307" y="94932"/>
                </a:cubicBezTo>
                <a:cubicBezTo>
                  <a:pt x="483193" y="93046"/>
                  <a:pt x="480050" y="86130"/>
                  <a:pt x="490738" y="85502"/>
                </a:cubicBezTo>
                <a:cubicBezTo>
                  <a:pt x="501426" y="84873"/>
                  <a:pt x="630941" y="84873"/>
                  <a:pt x="641629" y="85502"/>
                </a:cubicBezTo>
                <a:cubicBezTo>
                  <a:pt x="652317" y="86130"/>
                  <a:pt x="649802" y="93675"/>
                  <a:pt x="651059" y="94932"/>
                </a:cubicBezTo>
                <a:cubicBezTo>
                  <a:pt x="652317" y="96189"/>
                  <a:pt x="652317" y="103734"/>
                  <a:pt x="660490" y="104363"/>
                </a:cubicBezTo>
                <a:cubicBezTo>
                  <a:pt x="668663" y="104991"/>
                  <a:pt x="761713" y="103734"/>
                  <a:pt x="773659" y="104363"/>
                </a:cubicBezTo>
                <a:cubicBezTo>
                  <a:pt x="785604" y="104991"/>
                  <a:pt x="833386" y="112536"/>
                  <a:pt x="839673" y="113793"/>
                </a:cubicBezTo>
                <a:cubicBezTo>
                  <a:pt x="845960" y="115051"/>
                  <a:pt x="864193" y="122595"/>
                  <a:pt x="867965" y="123224"/>
                </a:cubicBezTo>
                <a:cubicBezTo>
                  <a:pt x="871738" y="123853"/>
                  <a:pt x="891856" y="122595"/>
                  <a:pt x="896257" y="123224"/>
                </a:cubicBezTo>
                <a:cubicBezTo>
                  <a:pt x="900658" y="123853"/>
                  <a:pt x="898143" y="132026"/>
                  <a:pt x="933980" y="132655"/>
                </a:cubicBezTo>
                <a:cubicBezTo>
                  <a:pt x="969817" y="133283"/>
                  <a:pt x="1396084" y="133283"/>
                  <a:pt x="1433807" y="132655"/>
                </a:cubicBezTo>
                <a:cubicBezTo>
                  <a:pt x="1471530" y="132026"/>
                  <a:pt x="1491649" y="124481"/>
                  <a:pt x="1499822" y="123224"/>
                </a:cubicBezTo>
                <a:cubicBezTo>
                  <a:pt x="1507995" y="121967"/>
                  <a:pt x="1547604" y="115051"/>
                  <a:pt x="1556406" y="113793"/>
                </a:cubicBezTo>
                <a:cubicBezTo>
                  <a:pt x="1565208" y="112536"/>
                  <a:pt x="1623678" y="104991"/>
                  <a:pt x="1631852" y="104363"/>
                </a:cubicBezTo>
                <a:cubicBezTo>
                  <a:pt x="1640025" y="103734"/>
                  <a:pt x="1672089" y="104991"/>
                  <a:pt x="1679005" y="104363"/>
                </a:cubicBezTo>
                <a:cubicBezTo>
                  <a:pt x="1685921" y="103734"/>
                  <a:pt x="1727416" y="95560"/>
                  <a:pt x="1735589" y="94932"/>
                </a:cubicBezTo>
                <a:cubicBezTo>
                  <a:pt x="1743762" y="94303"/>
                  <a:pt x="1794059" y="95560"/>
                  <a:pt x="1801604" y="94932"/>
                </a:cubicBezTo>
                <a:cubicBezTo>
                  <a:pt x="1809148" y="94303"/>
                  <a:pt x="1841213" y="87388"/>
                  <a:pt x="1848758" y="85502"/>
                </a:cubicBezTo>
                <a:cubicBezTo>
                  <a:pt x="1856302" y="83616"/>
                  <a:pt x="1904713" y="67897"/>
                  <a:pt x="1914772" y="66640"/>
                </a:cubicBezTo>
                <a:cubicBezTo>
                  <a:pt x="1924832" y="65382"/>
                  <a:pt x="1990218" y="67897"/>
                  <a:pt x="1999649" y="66640"/>
                </a:cubicBezTo>
                <a:cubicBezTo>
                  <a:pt x="2009079" y="65382"/>
                  <a:pt x="2049317" y="49036"/>
                  <a:pt x="2056233" y="47779"/>
                </a:cubicBezTo>
                <a:cubicBezTo>
                  <a:pt x="2063149" y="46521"/>
                  <a:pt x="2097728" y="48407"/>
                  <a:pt x="2103386" y="47779"/>
                </a:cubicBezTo>
                <a:cubicBezTo>
                  <a:pt x="2109045" y="47150"/>
                  <a:pt x="2136708" y="39605"/>
                  <a:pt x="2141109" y="38348"/>
                </a:cubicBezTo>
                <a:cubicBezTo>
                  <a:pt x="2145510" y="37091"/>
                  <a:pt x="2164371" y="29546"/>
                  <a:pt x="2169401" y="28917"/>
                </a:cubicBezTo>
                <a:cubicBezTo>
                  <a:pt x="2174431" y="28289"/>
                  <a:pt x="2210896" y="29546"/>
                  <a:pt x="2216555" y="28917"/>
                </a:cubicBezTo>
                <a:cubicBezTo>
                  <a:pt x="2222213" y="28289"/>
                  <a:pt x="2251134" y="20744"/>
                  <a:pt x="2254277" y="19487"/>
                </a:cubicBezTo>
                <a:cubicBezTo>
                  <a:pt x="2257421" y="18229"/>
                  <a:pt x="2262451" y="10056"/>
                  <a:pt x="2263708" y="10056"/>
                </a:cubicBezTo>
                <a:cubicBezTo>
                  <a:pt x="2264965" y="10056"/>
                  <a:pt x="2271882" y="18229"/>
                  <a:pt x="2273139" y="19487"/>
                </a:cubicBezTo>
                <a:cubicBezTo>
                  <a:pt x="2274396" y="20744"/>
                  <a:pt x="2281312" y="28917"/>
                  <a:pt x="2282570" y="28917"/>
                </a:cubicBezTo>
                <a:cubicBezTo>
                  <a:pt x="2283827" y="28917"/>
                  <a:pt x="2290743" y="20744"/>
                  <a:pt x="2292000" y="19487"/>
                </a:cubicBezTo>
                <a:cubicBezTo>
                  <a:pt x="2293258" y="18229"/>
                  <a:pt x="2301431" y="10684"/>
                  <a:pt x="2301431" y="10056"/>
                </a:cubicBezTo>
                <a:cubicBezTo>
                  <a:pt x="2301431" y="9427"/>
                  <a:pt x="2293258" y="9427"/>
                  <a:pt x="2292000" y="10056"/>
                </a:cubicBezTo>
                <a:cubicBezTo>
                  <a:pt x="2290743" y="10684"/>
                  <a:pt x="2283198" y="18229"/>
                  <a:pt x="2282570" y="19487"/>
                </a:cubicBezTo>
                <a:cubicBezTo>
                  <a:pt x="2281941" y="20744"/>
                  <a:pt x="2283198" y="27660"/>
                  <a:pt x="2282570" y="28917"/>
                </a:cubicBezTo>
                <a:cubicBezTo>
                  <a:pt x="2281941" y="30175"/>
                  <a:pt x="2273768" y="36462"/>
                  <a:pt x="2273139" y="38348"/>
                </a:cubicBezTo>
                <a:cubicBezTo>
                  <a:pt x="2272510" y="40234"/>
                  <a:pt x="2273768" y="55323"/>
                  <a:pt x="2273139" y="57209"/>
                </a:cubicBezTo>
                <a:cubicBezTo>
                  <a:pt x="2272510" y="59095"/>
                  <a:pt x="2264965" y="65382"/>
                  <a:pt x="2263708" y="66640"/>
                </a:cubicBezTo>
                <a:cubicBezTo>
                  <a:pt x="2262451" y="67897"/>
                  <a:pt x="2255535" y="74813"/>
                  <a:pt x="2254277" y="76071"/>
                </a:cubicBezTo>
                <a:cubicBezTo>
                  <a:pt x="2253020" y="77328"/>
                  <a:pt x="2246104" y="82987"/>
                  <a:pt x="2244847" y="85502"/>
                </a:cubicBezTo>
                <a:cubicBezTo>
                  <a:pt x="2243589" y="88016"/>
                  <a:pt x="2236673" y="111278"/>
                  <a:pt x="2235416" y="113793"/>
                </a:cubicBezTo>
                <a:cubicBezTo>
                  <a:pt x="2234159" y="116308"/>
                  <a:pt x="2227243" y="121338"/>
                  <a:pt x="2225986" y="123224"/>
                </a:cubicBezTo>
                <a:cubicBezTo>
                  <a:pt x="2224728" y="125110"/>
                  <a:pt x="2217812" y="140199"/>
                  <a:pt x="2216555" y="142086"/>
                </a:cubicBezTo>
                <a:cubicBezTo>
                  <a:pt x="2215297" y="143971"/>
                  <a:pt x="2207753" y="149001"/>
                  <a:pt x="2207124" y="151516"/>
                </a:cubicBezTo>
                <a:cubicBezTo>
                  <a:pt x="2206495" y="154031"/>
                  <a:pt x="2207753" y="176665"/>
                  <a:pt x="2207124" y="179808"/>
                </a:cubicBezTo>
                <a:cubicBezTo>
                  <a:pt x="2206495" y="182952"/>
                  <a:pt x="2198951" y="196155"/>
                  <a:pt x="2197693" y="198670"/>
                </a:cubicBezTo>
                <a:cubicBezTo>
                  <a:pt x="2196436" y="201184"/>
                  <a:pt x="2189520" y="215645"/>
                  <a:pt x="2188263" y="217531"/>
                </a:cubicBezTo>
                <a:cubicBezTo>
                  <a:pt x="2187005" y="219417"/>
                  <a:pt x="2180089" y="225076"/>
                  <a:pt x="2178832" y="226962"/>
                </a:cubicBezTo>
                <a:cubicBezTo>
                  <a:pt x="2177575" y="228848"/>
                  <a:pt x="2170030" y="242680"/>
                  <a:pt x="2169401" y="245823"/>
                </a:cubicBezTo>
                <a:cubicBezTo>
                  <a:pt x="2168772" y="248967"/>
                  <a:pt x="2170030" y="271600"/>
                  <a:pt x="2169401" y="274115"/>
                </a:cubicBezTo>
                <a:cubicBezTo>
                  <a:pt x="2168772" y="276630"/>
                  <a:pt x="2160599" y="282288"/>
                  <a:pt x="2159971" y="283546"/>
                </a:cubicBezTo>
                <a:cubicBezTo>
                  <a:pt x="2159342" y="284803"/>
                  <a:pt x="2160599" y="291719"/>
                  <a:pt x="2159971" y="292977"/>
                </a:cubicBezTo>
                <a:cubicBezTo>
                  <a:pt x="2159342" y="294234"/>
                  <a:pt x="2151168" y="301150"/>
                  <a:pt x="2150540" y="302407"/>
                </a:cubicBezTo>
                <a:cubicBezTo>
                  <a:pt x="2149911" y="303665"/>
                  <a:pt x="2151168" y="310581"/>
                  <a:pt x="2150540" y="311838"/>
                </a:cubicBezTo>
                <a:cubicBezTo>
                  <a:pt x="2149911" y="313095"/>
                  <a:pt x="2142367" y="320011"/>
                  <a:pt x="2141109" y="321269"/>
                </a:cubicBezTo>
                <a:cubicBezTo>
                  <a:pt x="2139852" y="322526"/>
                  <a:pt x="2131679" y="328813"/>
                  <a:pt x="2131679" y="330699"/>
                </a:cubicBezTo>
                <a:cubicBezTo>
                  <a:pt x="2131679" y="332585"/>
                  <a:pt x="2140481" y="347674"/>
                  <a:pt x="2141109" y="349561"/>
                </a:cubicBezTo>
                <a:cubicBezTo>
                  <a:pt x="2141738" y="351447"/>
                  <a:pt x="2142367" y="357734"/>
                  <a:pt x="2141109" y="358992"/>
                </a:cubicBezTo>
                <a:cubicBezTo>
                  <a:pt x="2139852" y="360249"/>
                  <a:pt x="2124134" y="366536"/>
                  <a:pt x="2122248" y="368422"/>
                </a:cubicBezTo>
                <a:cubicBezTo>
                  <a:pt x="2120362" y="370308"/>
                  <a:pt x="2113446" y="384769"/>
                  <a:pt x="2112817" y="387284"/>
                </a:cubicBezTo>
                <a:cubicBezTo>
                  <a:pt x="2112188" y="389798"/>
                  <a:pt x="2113446" y="404259"/>
                  <a:pt x="2112817" y="406145"/>
                </a:cubicBezTo>
                <a:cubicBezTo>
                  <a:pt x="2112188" y="408031"/>
                  <a:pt x="2104644" y="414318"/>
                  <a:pt x="2103386" y="415576"/>
                </a:cubicBezTo>
                <a:cubicBezTo>
                  <a:pt x="2102129" y="416833"/>
                  <a:pt x="2095213" y="423120"/>
                  <a:pt x="2093956" y="425006"/>
                </a:cubicBezTo>
                <a:cubicBezTo>
                  <a:pt x="2092698" y="426892"/>
                  <a:pt x="2085153" y="441981"/>
                  <a:pt x="2084525" y="443868"/>
                </a:cubicBezTo>
                <a:cubicBezTo>
                  <a:pt x="2083896" y="445754"/>
                  <a:pt x="2085153" y="451412"/>
                  <a:pt x="2084525" y="453299"/>
                </a:cubicBezTo>
                <a:cubicBezTo>
                  <a:pt x="2083896" y="455184"/>
                  <a:pt x="2075723" y="469645"/>
                  <a:pt x="2075094" y="472160"/>
                </a:cubicBezTo>
                <a:cubicBezTo>
                  <a:pt x="2074465" y="474675"/>
                  <a:pt x="2075723" y="489135"/>
                  <a:pt x="2075094" y="491021"/>
                </a:cubicBezTo>
                <a:cubicBezTo>
                  <a:pt x="2074465" y="492907"/>
                  <a:pt x="2066292" y="498566"/>
                  <a:pt x="2065664" y="500452"/>
                </a:cubicBezTo>
                <a:cubicBezTo>
                  <a:pt x="2065035" y="502338"/>
                  <a:pt x="2066292" y="517427"/>
                  <a:pt x="2065664" y="519313"/>
                </a:cubicBezTo>
                <a:cubicBezTo>
                  <a:pt x="2065035" y="521199"/>
                  <a:pt x="2056862" y="527486"/>
                  <a:pt x="2056233" y="528744"/>
                </a:cubicBezTo>
                <a:cubicBezTo>
                  <a:pt x="2055604" y="530001"/>
                  <a:pt x="2056862" y="536289"/>
                  <a:pt x="2056233" y="538175"/>
                </a:cubicBezTo>
                <a:cubicBezTo>
                  <a:pt x="2055604" y="540061"/>
                  <a:pt x="2048688" y="551377"/>
                  <a:pt x="2046802" y="557036"/>
                </a:cubicBezTo>
                <a:cubicBezTo>
                  <a:pt x="2044916" y="562694"/>
                  <a:pt x="2029827" y="617393"/>
                  <a:pt x="2027941" y="623051"/>
                </a:cubicBezTo>
                <a:cubicBezTo>
                  <a:pt x="2026055" y="628710"/>
                  <a:pt x="2019138" y="640026"/>
                  <a:pt x="2018510" y="641912"/>
                </a:cubicBezTo>
                <a:cubicBezTo>
                  <a:pt x="2017881" y="643798"/>
                  <a:pt x="2019138" y="648828"/>
                  <a:pt x="2018510" y="651343"/>
                </a:cubicBezTo>
                <a:cubicBezTo>
                  <a:pt x="2017881" y="653858"/>
                  <a:pt x="2009708" y="662660"/>
                  <a:pt x="2009079" y="679635"/>
                </a:cubicBezTo>
                <a:cubicBezTo>
                  <a:pt x="2008451" y="696610"/>
                  <a:pt x="2008451" y="888367"/>
                  <a:pt x="2009079" y="905971"/>
                </a:cubicBezTo>
                <a:cubicBezTo>
                  <a:pt x="2009708" y="923575"/>
                  <a:pt x="2017881" y="937407"/>
                  <a:pt x="2018510" y="943694"/>
                </a:cubicBezTo>
                <a:cubicBezTo>
                  <a:pt x="2019138" y="949981"/>
                  <a:pt x="2017881" y="995249"/>
                  <a:pt x="2018510" y="1000279"/>
                </a:cubicBezTo>
                <a:cubicBezTo>
                  <a:pt x="2019138" y="1005308"/>
                  <a:pt x="2027312" y="1012224"/>
                  <a:pt x="2027941" y="1019140"/>
                </a:cubicBezTo>
                <a:cubicBezTo>
                  <a:pt x="2028569" y="1026055"/>
                  <a:pt x="2029198" y="1097728"/>
                  <a:pt x="2027941" y="1104016"/>
                </a:cubicBezTo>
                <a:cubicBezTo>
                  <a:pt x="2026683" y="1110303"/>
                  <a:pt x="2010337" y="1112190"/>
                  <a:pt x="2009079" y="1113447"/>
                </a:cubicBezTo>
                <a:cubicBezTo>
                  <a:pt x="2007822" y="1114704"/>
                  <a:pt x="2010337" y="1121620"/>
                  <a:pt x="2009079" y="1122877"/>
                </a:cubicBezTo>
                <a:cubicBezTo>
                  <a:pt x="2007822" y="1124134"/>
                  <a:pt x="1992104" y="1131051"/>
                  <a:pt x="1990218" y="1132308"/>
                </a:cubicBezTo>
                <a:cubicBezTo>
                  <a:pt x="1988332" y="1133565"/>
                  <a:pt x="1982673" y="1140482"/>
                  <a:pt x="1980787" y="1141739"/>
                </a:cubicBezTo>
                <a:cubicBezTo>
                  <a:pt x="1978901" y="1142996"/>
                  <a:pt x="1964441" y="1149912"/>
                  <a:pt x="1961926" y="1151170"/>
                </a:cubicBezTo>
                <a:cubicBezTo>
                  <a:pt x="1959411" y="1152427"/>
                  <a:pt x="1946837" y="1159343"/>
                  <a:pt x="1943065" y="1160600"/>
                </a:cubicBezTo>
                <a:cubicBezTo>
                  <a:pt x="1939292" y="1161857"/>
                  <a:pt x="1908485" y="1169402"/>
                  <a:pt x="1905342" y="1170032"/>
                </a:cubicBezTo>
                <a:cubicBezTo>
                  <a:pt x="1902198" y="1170660"/>
                  <a:pt x="1899055" y="1168774"/>
                  <a:pt x="1895911" y="1170032"/>
                </a:cubicBezTo>
                <a:cubicBezTo>
                  <a:pt x="1892767" y="1171288"/>
                  <a:pt x="1861961" y="1187006"/>
                  <a:pt x="1858188" y="1188893"/>
                </a:cubicBezTo>
                <a:cubicBezTo>
                  <a:pt x="1854416" y="1190779"/>
                  <a:pt x="1843728" y="1197066"/>
                  <a:pt x="1839327" y="1198323"/>
                </a:cubicBezTo>
                <a:cubicBezTo>
                  <a:pt x="1834926" y="1199580"/>
                  <a:pt x="1797203" y="1207125"/>
                  <a:pt x="1792174" y="1207754"/>
                </a:cubicBezTo>
                <a:cubicBezTo>
                  <a:pt x="1787144" y="1208382"/>
                  <a:pt x="1767654" y="1206496"/>
                  <a:pt x="1763881" y="1207754"/>
                </a:cubicBezTo>
                <a:cubicBezTo>
                  <a:pt x="1760109" y="1209011"/>
                  <a:pt x="1738104" y="1225358"/>
                  <a:pt x="1735589" y="1226615"/>
                </a:cubicBezTo>
                <a:cubicBezTo>
                  <a:pt x="1733074" y="1227872"/>
                  <a:pt x="1728673" y="1225986"/>
                  <a:pt x="1726159" y="1226615"/>
                </a:cubicBezTo>
                <a:cubicBezTo>
                  <a:pt x="1723644" y="1227244"/>
                  <a:pt x="1701010" y="1235417"/>
                  <a:pt x="1697866" y="1236046"/>
                </a:cubicBezTo>
                <a:cubicBezTo>
                  <a:pt x="1694723" y="1236675"/>
                  <a:pt x="1681520" y="1235417"/>
                  <a:pt x="1679005" y="1236046"/>
                </a:cubicBezTo>
                <a:cubicBezTo>
                  <a:pt x="1676490" y="1236675"/>
                  <a:pt x="1662659" y="1244847"/>
                  <a:pt x="1660144" y="1245476"/>
                </a:cubicBezTo>
                <a:cubicBezTo>
                  <a:pt x="1657629" y="1246104"/>
                  <a:pt x="1643797" y="1244847"/>
                  <a:pt x="1641282" y="1245476"/>
                </a:cubicBezTo>
                <a:cubicBezTo>
                  <a:pt x="1638767" y="1246104"/>
                  <a:pt x="1625565" y="1253650"/>
                  <a:pt x="1622421" y="1254907"/>
                </a:cubicBezTo>
                <a:cubicBezTo>
                  <a:pt x="1619277" y="1256164"/>
                  <a:pt x="1597901" y="1263081"/>
                  <a:pt x="1594129" y="1264338"/>
                </a:cubicBezTo>
                <a:cubicBezTo>
                  <a:pt x="1590357" y="1265595"/>
                  <a:pt x="1569609" y="1272511"/>
                  <a:pt x="1565837" y="1273769"/>
                </a:cubicBezTo>
                <a:cubicBezTo>
                  <a:pt x="1562064" y="1275026"/>
                  <a:pt x="1540688" y="1282571"/>
                  <a:pt x="1537545" y="1283200"/>
                </a:cubicBezTo>
                <a:cubicBezTo>
                  <a:pt x="1534401" y="1283828"/>
                  <a:pt x="1521827" y="1282571"/>
                  <a:pt x="1518683" y="1283200"/>
                </a:cubicBezTo>
                <a:cubicBezTo>
                  <a:pt x="1515540" y="1283828"/>
                  <a:pt x="1493535" y="1292001"/>
                  <a:pt x="1490391" y="1292630"/>
                </a:cubicBezTo>
                <a:cubicBezTo>
                  <a:pt x="1487248" y="1293258"/>
                  <a:pt x="1474045" y="1292001"/>
                  <a:pt x="1471530" y="1292630"/>
                </a:cubicBezTo>
                <a:cubicBezTo>
                  <a:pt x="1469015" y="1293258"/>
                  <a:pt x="1458955" y="1301432"/>
                  <a:pt x="1452668" y="1302061"/>
                </a:cubicBezTo>
                <a:cubicBezTo>
                  <a:pt x="1446381" y="1302689"/>
                  <a:pt x="1386654" y="1301432"/>
                  <a:pt x="1377223" y="1302061"/>
                </a:cubicBezTo>
                <a:cubicBezTo>
                  <a:pt x="1367792" y="1302689"/>
                  <a:pt x="1332584" y="1310862"/>
                  <a:pt x="1311208" y="1311492"/>
                </a:cubicBezTo>
                <a:cubicBezTo>
                  <a:pt x="1289832" y="1312120"/>
                  <a:pt x="1077327" y="1310862"/>
                  <a:pt x="1056579" y="1311492"/>
                </a:cubicBezTo>
                <a:cubicBezTo>
                  <a:pt x="1035832" y="1312120"/>
                  <a:pt x="1008797" y="1320293"/>
                  <a:pt x="999995" y="1320922"/>
                </a:cubicBezTo>
                <a:cubicBezTo>
                  <a:pt x="991193" y="1321550"/>
                  <a:pt x="932723" y="1321550"/>
                  <a:pt x="924550" y="1320922"/>
                </a:cubicBezTo>
                <a:cubicBezTo>
                  <a:pt x="916376" y="1320293"/>
                  <a:pt x="882426" y="1312120"/>
                  <a:pt x="877396" y="1311492"/>
                </a:cubicBezTo>
                <a:cubicBezTo>
                  <a:pt x="872366" y="1310862"/>
                  <a:pt x="853505" y="1312120"/>
                  <a:pt x="849104" y="1311492"/>
                </a:cubicBezTo>
                <a:cubicBezTo>
                  <a:pt x="844703" y="1310862"/>
                  <a:pt x="815782" y="1303318"/>
                  <a:pt x="811381" y="1302061"/>
                </a:cubicBezTo>
                <a:cubicBezTo>
                  <a:pt x="806980" y="1300803"/>
                  <a:pt x="787490" y="1293258"/>
                  <a:pt x="783089" y="1292630"/>
                </a:cubicBezTo>
                <a:cubicBezTo>
                  <a:pt x="778688" y="1292001"/>
                  <a:pt x="748510" y="1293258"/>
                  <a:pt x="745366" y="1292630"/>
                </a:cubicBezTo>
                <a:cubicBezTo>
                  <a:pt x="742223" y="1292001"/>
                  <a:pt x="740337" y="1283828"/>
                  <a:pt x="735936" y="1283200"/>
                </a:cubicBezTo>
                <a:cubicBezTo>
                  <a:pt x="731535" y="1282571"/>
                  <a:pt x="685010" y="1283828"/>
                  <a:pt x="679352" y="1283200"/>
                </a:cubicBezTo>
                <a:cubicBezTo>
                  <a:pt x="673693" y="1282571"/>
                  <a:pt x="656089" y="1274397"/>
                  <a:pt x="651059" y="1273769"/>
                </a:cubicBezTo>
                <a:cubicBezTo>
                  <a:pt x="646030" y="1273140"/>
                  <a:pt x="607678" y="1274397"/>
                  <a:pt x="603906" y="1273769"/>
                </a:cubicBezTo>
                <a:cubicBezTo>
                  <a:pt x="600134" y="1273140"/>
                  <a:pt x="596361" y="1264966"/>
                  <a:pt x="594475" y="1264338"/>
                </a:cubicBezTo>
                <a:cubicBezTo>
                  <a:pt x="592589" y="1263709"/>
                  <a:pt x="577500" y="1264966"/>
                  <a:pt x="575614" y="1264338"/>
                </a:cubicBezTo>
                <a:cubicBezTo>
                  <a:pt x="573728" y="1263709"/>
                  <a:pt x="567441" y="1255536"/>
                  <a:pt x="566183" y="1254907"/>
                </a:cubicBezTo>
                <a:cubicBezTo>
                  <a:pt x="564926" y="1254278"/>
                  <a:pt x="558639" y="1255536"/>
                  <a:pt x="556753" y="1254907"/>
                </a:cubicBezTo>
                <a:cubicBezTo>
                  <a:pt x="554866" y="1254278"/>
                  <a:pt x="539777" y="1246104"/>
                  <a:pt x="537891" y="1245476"/>
                </a:cubicBezTo>
                <a:cubicBezTo>
                  <a:pt x="536005" y="1244847"/>
                  <a:pt x="529718" y="1246104"/>
                  <a:pt x="528460" y="1245476"/>
                </a:cubicBezTo>
                <a:cubicBezTo>
                  <a:pt x="527203" y="1244847"/>
                  <a:pt x="519658" y="1237303"/>
                  <a:pt x="519030" y="1236046"/>
                </a:cubicBezTo>
                <a:cubicBezTo>
                  <a:pt x="518401" y="1234789"/>
                  <a:pt x="520287" y="1227872"/>
                  <a:pt x="519030" y="1226615"/>
                </a:cubicBezTo>
                <a:cubicBezTo>
                  <a:pt x="517772" y="1225358"/>
                  <a:pt x="502055" y="1217812"/>
                  <a:pt x="500168" y="1217184"/>
                </a:cubicBezTo>
                <a:cubicBezTo>
                  <a:pt x="498282" y="1216555"/>
                  <a:pt x="491995" y="1218441"/>
                  <a:pt x="490738" y="1217184"/>
                </a:cubicBezTo>
                <a:cubicBezTo>
                  <a:pt x="489480" y="1215926"/>
                  <a:pt x="483193" y="1199580"/>
                  <a:pt x="481307" y="1198323"/>
                </a:cubicBezTo>
                <a:cubicBezTo>
                  <a:pt x="479421" y="1197066"/>
                  <a:pt x="464332" y="1198952"/>
                  <a:pt x="462446" y="1198323"/>
                </a:cubicBezTo>
                <a:cubicBezTo>
                  <a:pt x="460559" y="1197694"/>
                  <a:pt x="454272" y="1190149"/>
                  <a:pt x="453015" y="1188893"/>
                </a:cubicBezTo>
                <a:cubicBezTo>
                  <a:pt x="451757" y="1187635"/>
                  <a:pt x="445470" y="1180719"/>
                  <a:pt x="443584" y="1179462"/>
                </a:cubicBezTo>
                <a:cubicBezTo>
                  <a:pt x="441698" y="1178204"/>
                  <a:pt x="426609" y="1170032"/>
                  <a:pt x="424723" y="1170032"/>
                </a:cubicBezTo>
                <a:cubicBezTo>
                  <a:pt x="422837" y="1170032"/>
                  <a:pt x="417807" y="1178833"/>
                  <a:pt x="415292" y="1179462"/>
                </a:cubicBezTo>
                <a:cubicBezTo>
                  <a:pt x="412777" y="1180090"/>
                  <a:pt x="389515" y="1180090"/>
                  <a:pt x="387000" y="1179462"/>
                </a:cubicBezTo>
                <a:cubicBezTo>
                  <a:pt x="384485" y="1178833"/>
                  <a:pt x="378827" y="1171917"/>
                  <a:pt x="377569" y="1170032"/>
                </a:cubicBezTo>
                <a:cubicBezTo>
                  <a:pt x="376312" y="1168145"/>
                  <a:pt x="370025" y="1152427"/>
                  <a:pt x="368139" y="1151170"/>
                </a:cubicBezTo>
                <a:cubicBezTo>
                  <a:pt x="366253" y="1149912"/>
                  <a:pt x="351163" y="1151798"/>
                  <a:pt x="349277" y="1151170"/>
                </a:cubicBezTo>
                <a:cubicBezTo>
                  <a:pt x="347391" y="1150541"/>
                  <a:pt x="341733" y="1142996"/>
                  <a:pt x="339847" y="1141739"/>
                </a:cubicBezTo>
                <a:cubicBezTo>
                  <a:pt x="337960" y="1140482"/>
                  <a:pt x="323500" y="1134194"/>
                  <a:pt x="320985" y="1132308"/>
                </a:cubicBezTo>
                <a:cubicBezTo>
                  <a:pt x="318470" y="1130422"/>
                  <a:pt x="304010" y="1115962"/>
                  <a:pt x="302124" y="1113447"/>
                </a:cubicBezTo>
                <a:cubicBezTo>
                  <a:pt x="300238" y="1110932"/>
                  <a:pt x="294579" y="1095842"/>
                  <a:pt x="292693" y="1094586"/>
                </a:cubicBezTo>
                <a:cubicBezTo>
                  <a:pt x="290807" y="1093328"/>
                  <a:pt x="275718" y="1095842"/>
                  <a:pt x="273832" y="1094586"/>
                </a:cubicBezTo>
                <a:cubicBezTo>
                  <a:pt x="271946" y="1093328"/>
                  <a:pt x="265659" y="1077610"/>
                  <a:pt x="264401" y="1075724"/>
                </a:cubicBezTo>
                <a:cubicBezTo>
                  <a:pt x="263144" y="1073837"/>
                  <a:pt x="256856" y="1068808"/>
                  <a:pt x="254970" y="1066294"/>
                </a:cubicBezTo>
                <a:cubicBezTo>
                  <a:pt x="253084" y="1063779"/>
                  <a:pt x="237995" y="1040516"/>
                  <a:pt x="236109" y="1038001"/>
                </a:cubicBezTo>
                <a:cubicBezTo>
                  <a:pt x="234223" y="1035486"/>
                  <a:pt x="227307" y="1031713"/>
                  <a:pt x="226678" y="1028570"/>
                </a:cubicBezTo>
                <a:cubicBezTo>
                  <a:pt x="226050" y="1025426"/>
                  <a:pt x="227936" y="995249"/>
                  <a:pt x="226678" y="990848"/>
                </a:cubicBezTo>
                <a:cubicBezTo>
                  <a:pt x="225421" y="986446"/>
                  <a:pt x="210332" y="965699"/>
                  <a:pt x="207817" y="962556"/>
                </a:cubicBezTo>
                <a:cubicBezTo>
                  <a:pt x="205302" y="959412"/>
                  <a:pt x="190213" y="946209"/>
                  <a:pt x="188956" y="943694"/>
                </a:cubicBezTo>
                <a:cubicBezTo>
                  <a:pt x="187698" y="941179"/>
                  <a:pt x="189584" y="926719"/>
                  <a:pt x="188956" y="924833"/>
                </a:cubicBezTo>
                <a:cubicBezTo>
                  <a:pt x="188327" y="922947"/>
                  <a:pt x="179525" y="917288"/>
                  <a:pt x="179525" y="915402"/>
                </a:cubicBezTo>
                <a:cubicBezTo>
                  <a:pt x="179525" y="913516"/>
                  <a:pt x="187698" y="898427"/>
                  <a:pt x="188956" y="896541"/>
                </a:cubicBezTo>
                <a:cubicBezTo>
                  <a:pt x="190213" y="894655"/>
                  <a:pt x="199015" y="888367"/>
                  <a:pt x="198386" y="887110"/>
                </a:cubicBezTo>
                <a:cubicBezTo>
                  <a:pt x="197758" y="885853"/>
                  <a:pt x="181411" y="878937"/>
                  <a:pt x="179525" y="877680"/>
                </a:cubicBezTo>
                <a:cubicBezTo>
                  <a:pt x="177639" y="876422"/>
                  <a:pt x="170094" y="873907"/>
                  <a:pt x="170094" y="868249"/>
                </a:cubicBezTo>
                <a:cubicBezTo>
                  <a:pt x="170094" y="862590"/>
                  <a:pt x="178267" y="798462"/>
                  <a:pt x="179525" y="792803"/>
                </a:cubicBezTo>
                <a:cubicBezTo>
                  <a:pt x="180782" y="787145"/>
                  <a:pt x="188327" y="789031"/>
                  <a:pt x="188956" y="783373"/>
                </a:cubicBezTo>
                <a:cubicBezTo>
                  <a:pt x="189584" y="777714"/>
                  <a:pt x="188327" y="714843"/>
                  <a:pt x="188956" y="707927"/>
                </a:cubicBezTo>
                <a:cubicBezTo>
                  <a:pt x="189584" y="701012"/>
                  <a:pt x="197758" y="684036"/>
                  <a:pt x="198386" y="679635"/>
                </a:cubicBezTo>
                <a:cubicBezTo>
                  <a:pt x="199015" y="675234"/>
                  <a:pt x="197758" y="645684"/>
                  <a:pt x="198386" y="641912"/>
                </a:cubicBezTo>
                <a:cubicBezTo>
                  <a:pt x="199015" y="638140"/>
                  <a:pt x="206559" y="625566"/>
                  <a:pt x="207817" y="623051"/>
                </a:cubicBezTo>
                <a:cubicBezTo>
                  <a:pt x="209074" y="620536"/>
                  <a:pt x="216619" y="606704"/>
                  <a:pt x="217248" y="604190"/>
                </a:cubicBezTo>
                <a:cubicBezTo>
                  <a:pt x="217876" y="601675"/>
                  <a:pt x="215990" y="588471"/>
                  <a:pt x="217248" y="585328"/>
                </a:cubicBezTo>
                <a:cubicBezTo>
                  <a:pt x="218505" y="582184"/>
                  <a:pt x="234223" y="560180"/>
                  <a:pt x="236109" y="557036"/>
                </a:cubicBezTo>
                <a:cubicBezTo>
                  <a:pt x="237995" y="553892"/>
                  <a:pt x="244282" y="540689"/>
                  <a:pt x="245540" y="538175"/>
                </a:cubicBezTo>
                <a:cubicBezTo>
                  <a:pt x="246797" y="535660"/>
                  <a:pt x="254342" y="521199"/>
                  <a:pt x="254970" y="519313"/>
                </a:cubicBezTo>
                <a:cubicBezTo>
                  <a:pt x="255599" y="517427"/>
                  <a:pt x="254342" y="511769"/>
                  <a:pt x="254970" y="509883"/>
                </a:cubicBezTo>
                <a:cubicBezTo>
                  <a:pt x="255599" y="507996"/>
                  <a:pt x="263144" y="492907"/>
                  <a:pt x="264401" y="491021"/>
                </a:cubicBezTo>
                <a:cubicBezTo>
                  <a:pt x="265659" y="489135"/>
                  <a:pt x="273203" y="482847"/>
                  <a:pt x="273832" y="481590"/>
                </a:cubicBezTo>
                <a:cubicBezTo>
                  <a:pt x="274461" y="480333"/>
                  <a:pt x="272574" y="474046"/>
                  <a:pt x="273832" y="472160"/>
                </a:cubicBezTo>
                <a:cubicBezTo>
                  <a:pt x="275089" y="470274"/>
                  <a:pt x="290178" y="455813"/>
                  <a:pt x="292693" y="453299"/>
                </a:cubicBezTo>
                <a:cubicBezTo>
                  <a:pt x="295208" y="450784"/>
                  <a:pt x="309668" y="436952"/>
                  <a:pt x="311554" y="434437"/>
                </a:cubicBezTo>
                <a:cubicBezTo>
                  <a:pt x="313441" y="431923"/>
                  <a:pt x="319728" y="417461"/>
                  <a:pt x="320985" y="415576"/>
                </a:cubicBezTo>
                <a:cubicBezTo>
                  <a:pt x="322243" y="413689"/>
                  <a:pt x="329158" y="407402"/>
                  <a:pt x="330416" y="406145"/>
                </a:cubicBezTo>
                <a:cubicBezTo>
                  <a:pt x="331673" y="404888"/>
                  <a:pt x="339218" y="398600"/>
                  <a:pt x="339847" y="396714"/>
                </a:cubicBezTo>
                <a:cubicBezTo>
                  <a:pt x="340475" y="394828"/>
                  <a:pt x="338589" y="379739"/>
                  <a:pt x="339847" y="377853"/>
                </a:cubicBezTo>
                <a:cubicBezTo>
                  <a:pt x="341104" y="375967"/>
                  <a:pt x="356822" y="369679"/>
                  <a:pt x="358708" y="368422"/>
                </a:cubicBezTo>
                <a:cubicBezTo>
                  <a:pt x="360594" y="367165"/>
                  <a:pt x="366881" y="360878"/>
                  <a:pt x="368139" y="358992"/>
                </a:cubicBezTo>
                <a:cubicBezTo>
                  <a:pt x="369396" y="357106"/>
                  <a:pt x="376312" y="342016"/>
                  <a:pt x="377569" y="340130"/>
                </a:cubicBezTo>
                <a:cubicBezTo>
                  <a:pt x="378827" y="338244"/>
                  <a:pt x="384485" y="332585"/>
                  <a:pt x="387000" y="330699"/>
                </a:cubicBezTo>
                <a:cubicBezTo>
                  <a:pt x="389515" y="328813"/>
                  <a:pt x="412777" y="313724"/>
                  <a:pt x="415292" y="311838"/>
                </a:cubicBezTo>
                <a:cubicBezTo>
                  <a:pt x="417807" y="309952"/>
                  <a:pt x="423465" y="302407"/>
                  <a:pt x="424723" y="302407"/>
                </a:cubicBezTo>
                <a:cubicBezTo>
                  <a:pt x="425980" y="302407"/>
                  <a:pt x="432896" y="311209"/>
                  <a:pt x="434154" y="311838"/>
                </a:cubicBezTo>
                <a:cubicBezTo>
                  <a:pt x="435411" y="312466"/>
                  <a:pt x="441698" y="312466"/>
                  <a:pt x="443584" y="311838"/>
                </a:cubicBezTo>
                <a:cubicBezTo>
                  <a:pt x="445470" y="311209"/>
                  <a:pt x="459931" y="304293"/>
                  <a:pt x="462446" y="302407"/>
                </a:cubicBezTo>
                <a:cubicBezTo>
                  <a:pt x="464960" y="300521"/>
                  <a:pt x="479421" y="286060"/>
                  <a:pt x="481307" y="283546"/>
                </a:cubicBezTo>
                <a:cubicBezTo>
                  <a:pt x="483193" y="281031"/>
                  <a:pt x="489480" y="266570"/>
                  <a:pt x="490738" y="264684"/>
                </a:cubicBezTo>
                <a:cubicBezTo>
                  <a:pt x="491995" y="262798"/>
                  <a:pt x="498282" y="255882"/>
                  <a:pt x="500168" y="255254"/>
                </a:cubicBezTo>
                <a:cubicBezTo>
                  <a:pt x="502055" y="254625"/>
                  <a:pt x="517144" y="255882"/>
                  <a:pt x="519030" y="255254"/>
                </a:cubicBezTo>
                <a:cubicBezTo>
                  <a:pt x="520916" y="254625"/>
                  <a:pt x="527203" y="247081"/>
                  <a:pt x="528460" y="245823"/>
                </a:cubicBezTo>
                <a:cubicBezTo>
                  <a:pt x="529718" y="244566"/>
                  <a:pt x="536005" y="237650"/>
                  <a:pt x="537891" y="236393"/>
                </a:cubicBezTo>
                <a:cubicBezTo>
                  <a:pt x="539777" y="235135"/>
                  <a:pt x="554238" y="228219"/>
                  <a:pt x="556753" y="226962"/>
                </a:cubicBezTo>
                <a:cubicBezTo>
                  <a:pt x="559267" y="225704"/>
                  <a:pt x="573099" y="218159"/>
                  <a:pt x="575614" y="217531"/>
                </a:cubicBezTo>
                <a:cubicBezTo>
                  <a:pt x="578129" y="216902"/>
                  <a:pt x="592589" y="218159"/>
                  <a:pt x="594475" y="217531"/>
                </a:cubicBezTo>
                <a:cubicBezTo>
                  <a:pt x="596361" y="216902"/>
                  <a:pt x="602649" y="208729"/>
                  <a:pt x="603906" y="208100"/>
                </a:cubicBezTo>
                <a:cubicBezTo>
                  <a:pt x="605163" y="207472"/>
                  <a:pt x="611450" y="209358"/>
                  <a:pt x="613337" y="208100"/>
                </a:cubicBezTo>
                <a:cubicBezTo>
                  <a:pt x="615223" y="206843"/>
                  <a:pt x="630312" y="190496"/>
                  <a:pt x="632198" y="189239"/>
                </a:cubicBezTo>
                <a:cubicBezTo>
                  <a:pt x="634084" y="187982"/>
                  <a:pt x="639743" y="189868"/>
                  <a:pt x="641629" y="189239"/>
                </a:cubicBezTo>
                <a:cubicBezTo>
                  <a:pt x="643515" y="188610"/>
                  <a:pt x="658604" y="180437"/>
                  <a:pt x="660490" y="179808"/>
                </a:cubicBezTo>
                <a:cubicBezTo>
                  <a:pt x="662376" y="179180"/>
                  <a:pt x="667406" y="180437"/>
                  <a:pt x="669921" y="179808"/>
                </a:cubicBezTo>
                <a:cubicBezTo>
                  <a:pt x="672436" y="179180"/>
                  <a:pt x="695698" y="171635"/>
                  <a:pt x="698213" y="170378"/>
                </a:cubicBezTo>
                <a:cubicBezTo>
                  <a:pt x="700728" y="169120"/>
                  <a:pt x="703871" y="162204"/>
                  <a:pt x="707644" y="160947"/>
                </a:cubicBezTo>
                <a:cubicBezTo>
                  <a:pt x="711416" y="159689"/>
                  <a:pt x="751025" y="152145"/>
                  <a:pt x="754797" y="151516"/>
                </a:cubicBezTo>
                <a:cubicBezTo>
                  <a:pt x="758569" y="150887"/>
                  <a:pt x="762970" y="152773"/>
                  <a:pt x="764228" y="151516"/>
                </a:cubicBezTo>
                <a:cubicBezTo>
                  <a:pt x="765485" y="150259"/>
                  <a:pt x="771772" y="133912"/>
                  <a:pt x="773659" y="132655"/>
                </a:cubicBezTo>
                <a:cubicBezTo>
                  <a:pt x="775545" y="131397"/>
                  <a:pt x="790634" y="133283"/>
                  <a:pt x="792520" y="132655"/>
                </a:cubicBezTo>
                <a:cubicBezTo>
                  <a:pt x="794406" y="132026"/>
                  <a:pt x="800064" y="123853"/>
                  <a:pt x="801951" y="123224"/>
                </a:cubicBezTo>
                <a:cubicBezTo>
                  <a:pt x="803837" y="122595"/>
                  <a:pt x="818297" y="123853"/>
                  <a:pt x="820812" y="123224"/>
                </a:cubicBezTo>
                <a:cubicBezTo>
                  <a:pt x="823327" y="122595"/>
                  <a:pt x="836530" y="115051"/>
                  <a:pt x="839673" y="113793"/>
                </a:cubicBezTo>
                <a:cubicBezTo>
                  <a:pt x="842817" y="112536"/>
                  <a:pt x="864193" y="106249"/>
                  <a:pt x="867965" y="104363"/>
                </a:cubicBezTo>
                <a:cubicBezTo>
                  <a:pt x="871738" y="102477"/>
                  <a:pt x="893114" y="88016"/>
                  <a:pt x="896257" y="85502"/>
                </a:cubicBezTo>
                <a:cubicBezTo>
                  <a:pt x="899401" y="82987"/>
                  <a:pt x="912604" y="67897"/>
                  <a:pt x="915119" y="66640"/>
                </a:cubicBezTo>
                <a:cubicBezTo>
                  <a:pt x="917634" y="65382"/>
                  <a:pt x="931465" y="67268"/>
                  <a:pt x="933980" y="66640"/>
                </a:cubicBezTo>
                <a:cubicBezTo>
                  <a:pt x="936495" y="66011"/>
                  <a:pt x="950327" y="58467"/>
                  <a:pt x="952842" y="57209"/>
                </a:cubicBezTo>
                <a:cubicBezTo>
                  <a:pt x="955357" y="55952"/>
                  <a:pt x="968560" y="49036"/>
                  <a:pt x="971703" y="47779"/>
                </a:cubicBezTo>
                <a:cubicBezTo>
                  <a:pt x="974847" y="46521"/>
                  <a:pt x="996852" y="39605"/>
                  <a:pt x="999995" y="38348"/>
                </a:cubicBezTo>
                <a:cubicBezTo>
                  <a:pt x="1003139" y="37091"/>
                  <a:pt x="1016341" y="30175"/>
                  <a:pt x="1018856" y="28917"/>
                </a:cubicBezTo>
                <a:cubicBezTo>
                  <a:pt x="1021371" y="27660"/>
                  <a:pt x="1034574" y="20115"/>
                  <a:pt x="1037718" y="19487"/>
                </a:cubicBezTo>
                <a:cubicBezTo>
                  <a:pt x="1040862" y="18858"/>
                  <a:pt x="1062238" y="20744"/>
                  <a:pt x="1066010" y="19487"/>
                </a:cubicBezTo>
                <a:cubicBezTo>
                  <a:pt x="1069782" y="18229"/>
                  <a:pt x="1089272" y="1882"/>
                  <a:pt x="1094302" y="625"/>
                </a:cubicBezTo>
                <a:cubicBezTo>
                  <a:pt x="1099332" y="-632"/>
                  <a:pt x="1135797" y="-3"/>
                  <a:pt x="1141456" y="625"/>
                </a:cubicBezTo>
                <a:cubicBezTo>
                  <a:pt x="1147114" y="1253"/>
                  <a:pt x="1175406" y="8798"/>
                  <a:pt x="1179178" y="10056"/>
                </a:cubicBezTo>
                <a:cubicBezTo>
                  <a:pt x="1182951" y="11313"/>
                  <a:pt x="1194267" y="18858"/>
                  <a:pt x="1198040" y="19487"/>
                </a:cubicBezTo>
                <a:cubicBezTo>
                  <a:pt x="1201812" y="20115"/>
                  <a:pt x="1231361" y="18858"/>
                  <a:pt x="1235762" y="19487"/>
                </a:cubicBezTo>
                <a:cubicBezTo>
                  <a:pt x="1240163" y="20115"/>
                  <a:pt x="1259654" y="28289"/>
                  <a:pt x="1264055" y="28917"/>
                </a:cubicBezTo>
                <a:cubicBezTo>
                  <a:pt x="1268455" y="29546"/>
                  <a:pt x="1296119" y="28289"/>
                  <a:pt x="1301777" y="28917"/>
                </a:cubicBezTo>
                <a:cubicBezTo>
                  <a:pt x="1307436" y="29546"/>
                  <a:pt x="1343272" y="37091"/>
                  <a:pt x="1348931" y="38348"/>
                </a:cubicBezTo>
                <a:cubicBezTo>
                  <a:pt x="1354589" y="39605"/>
                  <a:pt x="1382881" y="46521"/>
                  <a:pt x="1386653" y="47779"/>
                </a:cubicBezTo>
                <a:cubicBezTo>
                  <a:pt x="1390426" y="49036"/>
                  <a:pt x="1403000" y="57209"/>
                  <a:pt x="1405515" y="57209"/>
                </a:cubicBezTo>
                <a:cubicBezTo>
                  <a:pt x="1408030" y="57209"/>
                  <a:pt x="1419975" y="48407"/>
                  <a:pt x="1424376" y="47779"/>
                </a:cubicBezTo>
                <a:cubicBezTo>
                  <a:pt x="1428777" y="47150"/>
                  <a:pt x="1467129" y="47150"/>
                  <a:pt x="1471530" y="47779"/>
                </a:cubicBezTo>
                <a:cubicBezTo>
                  <a:pt x="1475931" y="48407"/>
                  <a:pt x="1487248" y="55952"/>
                  <a:pt x="1490391" y="57209"/>
                </a:cubicBezTo>
                <a:cubicBezTo>
                  <a:pt x="1493535" y="58467"/>
                  <a:pt x="1514911" y="64754"/>
                  <a:pt x="1518683" y="66640"/>
                </a:cubicBezTo>
                <a:cubicBezTo>
                  <a:pt x="1522455" y="68526"/>
                  <a:pt x="1542574" y="83616"/>
                  <a:pt x="1546975" y="85502"/>
                </a:cubicBezTo>
                <a:cubicBezTo>
                  <a:pt x="1551376" y="87388"/>
                  <a:pt x="1580297" y="93675"/>
                  <a:pt x="1584698" y="94932"/>
                </a:cubicBezTo>
                <a:cubicBezTo>
                  <a:pt x="1589099" y="96189"/>
                  <a:pt x="1609847" y="103105"/>
                  <a:pt x="1612990" y="104363"/>
                </a:cubicBezTo>
                <a:cubicBezTo>
                  <a:pt x="1616134" y="105620"/>
                  <a:pt x="1629337" y="112536"/>
                  <a:pt x="1631852" y="113793"/>
                </a:cubicBezTo>
                <a:cubicBezTo>
                  <a:pt x="1634366" y="115051"/>
                  <a:pt x="1648198" y="121967"/>
                  <a:pt x="1650713" y="123224"/>
                </a:cubicBezTo>
                <a:cubicBezTo>
                  <a:pt x="1653228" y="124481"/>
                  <a:pt x="1666431" y="130769"/>
                  <a:pt x="1669574" y="132655"/>
                </a:cubicBezTo>
                <a:cubicBezTo>
                  <a:pt x="1672718" y="134541"/>
                  <a:pt x="1695352" y="149630"/>
                  <a:pt x="1697866" y="151516"/>
                </a:cubicBezTo>
                <a:cubicBezTo>
                  <a:pt x="1700381" y="153402"/>
                  <a:pt x="1705411" y="159689"/>
                  <a:pt x="1707297" y="160947"/>
                </a:cubicBezTo>
                <a:cubicBezTo>
                  <a:pt x="1709183" y="162204"/>
                  <a:pt x="1723644" y="168492"/>
                  <a:pt x="1726159" y="170378"/>
                </a:cubicBezTo>
                <a:cubicBezTo>
                  <a:pt x="1728673" y="172264"/>
                  <a:pt x="1741876" y="186724"/>
                  <a:pt x="1745020" y="189239"/>
                </a:cubicBezTo>
                <a:cubicBezTo>
                  <a:pt x="1748164" y="191754"/>
                  <a:pt x="1771426" y="205585"/>
                  <a:pt x="1773312" y="208100"/>
                </a:cubicBezTo>
                <a:cubicBezTo>
                  <a:pt x="1775198" y="210615"/>
                  <a:pt x="1772055" y="225076"/>
                  <a:pt x="1773312" y="226962"/>
                </a:cubicBezTo>
                <a:cubicBezTo>
                  <a:pt x="1774570" y="228848"/>
                  <a:pt x="1790287" y="233878"/>
                  <a:pt x="1792174" y="236393"/>
                </a:cubicBezTo>
                <a:cubicBezTo>
                  <a:pt x="1794060" y="238907"/>
                  <a:pt x="1800975" y="262169"/>
                  <a:pt x="1801604" y="264684"/>
                </a:cubicBezTo>
                <a:cubicBezTo>
                  <a:pt x="1802233" y="267199"/>
                  <a:pt x="1800975" y="271600"/>
                  <a:pt x="1801604" y="274115"/>
                </a:cubicBezTo>
                <a:cubicBezTo>
                  <a:pt x="1802233" y="276630"/>
                  <a:pt x="1809149" y="298635"/>
                  <a:pt x="1811035" y="302407"/>
                </a:cubicBezTo>
                <a:cubicBezTo>
                  <a:pt x="1812921" y="306180"/>
                  <a:pt x="1828639" y="328184"/>
                  <a:pt x="1829896" y="330699"/>
                </a:cubicBezTo>
                <a:cubicBezTo>
                  <a:pt x="1831154" y="333214"/>
                  <a:pt x="1829267" y="336357"/>
                  <a:pt x="1829896" y="340130"/>
                </a:cubicBezTo>
                <a:cubicBezTo>
                  <a:pt x="1830525" y="343902"/>
                  <a:pt x="1838698" y="382254"/>
                  <a:pt x="1839327" y="387284"/>
                </a:cubicBezTo>
                <a:cubicBezTo>
                  <a:pt x="1839956" y="392313"/>
                  <a:pt x="1838698" y="412432"/>
                  <a:pt x="1839327" y="415576"/>
                </a:cubicBezTo>
                <a:cubicBezTo>
                  <a:pt x="1839956" y="418719"/>
                  <a:pt x="1848129" y="423120"/>
                  <a:pt x="1848758" y="434437"/>
                </a:cubicBezTo>
                <a:cubicBezTo>
                  <a:pt x="1849386" y="445754"/>
                  <a:pt x="1849386" y="573382"/>
                  <a:pt x="1848758" y="585328"/>
                </a:cubicBezTo>
                <a:cubicBezTo>
                  <a:pt x="1848129" y="597273"/>
                  <a:pt x="1840584" y="611105"/>
                  <a:pt x="1839327" y="613620"/>
                </a:cubicBezTo>
                <a:cubicBezTo>
                  <a:pt x="1838070" y="616135"/>
                  <a:pt x="1831154" y="621165"/>
                  <a:pt x="1829896" y="623051"/>
                </a:cubicBezTo>
                <a:cubicBezTo>
                  <a:pt x="1828639" y="624937"/>
                  <a:pt x="1821723" y="639397"/>
                  <a:pt x="1820465" y="641912"/>
                </a:cubicBezTo>
                <a:cubicBezTo>
                  <a:pt x="1819208" y="644427"/>
                  <a:pt x="1812292" y="658259"/>
                  <a:pt x="1811035" y="660774"/>
                </a:cubicBezTo>
                <a:cubicBezTo>
                  <a:pt x="1809777" y="663288"/>
                  <a:pt x="1803490" y="676492"/>
                  <a:pt x="1801604" y="679635"/>
                </a:cubicBezTo>
                <a:cubicBezTo>
                  <a:pt x="1799718" y="682779"/>
                  <a:pt x="1787144" y="703526"/>
                  <a:pt x="1782743" y="707927"/>
                </a:cubicBezTo>
                <a:cubicBezTo>
                  <a:pt x="1778342" y="712328"/>
                  <a:pt x="1740619" y="742506"/>
                  <a:pt x="1735589" y="745650"/>
                </a:cubicBezTo>
                <a:cubicBezTo>
                  <a:pt x="1730559" y="748793"/>
                  <a:pt x="1711069" y="753194"/>
                  <a:pt x="1707297" y="755081"/>
                </a:cubicBezTo>
                <a:cubicBezTo>
                  <a:pt x="1703525" y="756967"/>
                  <a:pt x="1682777" y="772684"/>
                  <a:pt x="1679005" y="773942"/>
                </a:cubicBezTo>
                <a:cubicBezTo>
                  <a:pt x="1675233" y="775199"/>
                  <a:pt x="1653857" y="773313"/>
                  <a:pt x="1650713" y="773942"/>
                </a:cubicBezTo>
                <a:cubicBezTo>
                  <a:pt x="1647569" y="774570"/>
                  <a:pt x="1636881" y="781486"/>
                  <a:pt x="1631852" y="783373"/>
                </a:cubicBezTo>
                <a:cubicBezTo>
                  <a:pt x="1626822" y="785259"/>
                  <a:pt x="1579668" y="800348"/>
                  <a:pt x="1575268" y="802234"/>
                </a:cubicBezTo>
                <a:cubicBezTo>
                  <a:pt x="1570867" y="804120"/>
                  <a:pt x="1572124" y="811036"/>
                  <a:pt x="1565837" y="811665"/>
                </a:cubicBezTo>
                <a:cubicBezTo>
                  <a:pt x="1559549" y="812294"/>
                  <a:pt x="1492277" y="812294"/>
                  <a:pt x="1480961" y="811665"/>
                </a:cubicBezTo>
                <a:cubicBezTo>
                  <a:pt x="1469644" y="811036"/>
                  <a:pt x="1405515" y="803491"/>
                  <a:pt x="1396084" y="802234"/>
                </a:cubicBezTo>
                <a:cubicBezTo>
                  <a:pt x="1386654" y="800976"/>
                  <a:pt x="1345787" y="794061"/>
                  <a:pt x="1339500" y="792803"/>
                </a:cubicBezTo>
                <a:cubicBezTo>
                  <a:pt x="1333213" y="791546"/>
                  <a:pt x="1309322" y="785259"/>
                  <a:pt x="1301777" y="783373"/>
                </a:cubicBezTo>
                <a:cubicBezTo>
                  <a:pt x="1294233" y="781486"/>
                  <a:pt x="1236391" y="767655"/>
                  <a:pt x="1226332" y="764512"/>
                </a:cubicBezTo>
                <a:cubicBezTo>
                  <a:pt x="1216272" y="761368"/>
                  <a:pt x="1160317" y="739992"/>
                  <a:pt x="1150886" y="736219"/>
                </a:cubicBezTo>
                <a:cubicBezTo>
                  <a:pt x="1141455" y="732447"/>
                  <a:pt x="1093673" y="711071"/>
                  <a:pt x="1084871" y="707927"/>
                </a:cubicBezTo>
                <a:cubicBezTo>
                  <a:pt x="1076069" y="704784"/>
                  <a:pt x="1029544" y="692209"/>
                  <a:pt x="1018856" y="689066"/>
                </a:cubicBezTo>
                <a:cubicBezTo>
                  <a:pt x="1008168" y="685922"/>
                  <a:pt x="933980" y="662660"/>
                  <a:pt x="924550" y="660774"/>
                </a:cubicBezTo>
                <a:cubicBezTo>
                  <a:pt x="915119" y="658887"/>
                  <a:pt x="881168" y="661402"/>
                  <a:pt x="877396" y="660774"/>
                </a:cubicBezTo>
                <a:cubicBezTo>
                  <a:pt x="873624" y="660145"/>
                  <a:pt x="870480" y="652601"/>
                  <a:pt x="867965" y="651343"/>
                </a:cubicBezTo>
                <a:cubicBezTo>
                  <a:pt x="865450" y="650086"/>
                  <a:pt x="842817" y="643798"/>
                  <a:pt x="839673" y="641912"/>
                </a:cubicBezTo>
                <a:cubicBezTo>
                  <a:pt x="836530" y="640026"/>
                  <a:pt x="822698" y="624937"/>
                  <a:pt x="820812" y="623051"/>
                </a:cubicBezTo>
                <a:cubicBezTo>
                  <a:pt x="818926" y="621165"/>
                  <a:pt x="812010" y="616135"/>
                  <a:pt x="811381" y="613620"/>
                </a:cubicBezTo>
                <a:cubicBezTo>
                  <a:pt x="810752" y="611105"/>
                  <a:pt x="810124" y="588471"/>
                  <a:pt x="811381" y="585328"/>
                </a:cubicBezTo>
                <a:cubicBezTo>
                  <a:pt x="812639" y="582184"/>
                  <a:pt x="828356" y="568353"/>
                  <a:pt x="830243" y="566467"/>
                </a:cubicBezTo>
                <a:cubicBezTo>
                  <a:pt x="832129" y="564580"/>
                  <a:pt x="837158" y="558922"/>
                  <a:pt x="839673" y="557036"/>
                </a:cubicBezTo>
                <a:cubicBezTo>
                  <a:pt x="842188" y="555150"/>
                  <a:pt x="862307" y="541318"/>
                  <a:pt x="867965" y="538175"/>
                </a:cubicBezTo>
                <a:cubicBezTo>
                  <a:pt x="873624" y="535031"/>
                  <a:pt x="915748" y="513026"/>
                  <a:pt x="924550" y="509883"/>
                </a:cubicBezTo>
                <a:cubicBezTo>
                  <a:pt x="933352" y="506739"/>
                  <a:pt x="991193" y="492278"/>
                  <a:pt x="999995" y="491021"/>
                </a:cubicBezTo>
                <a:cubicBezTo>
                  <a:pt x="1008797" y="489764"/>
                  <a:pt x="1048406" y="491650"/>
                  <a:pt x="1056579" y="491021"/>
                </a:cubicBezTo>
                <a:cubicBezTo>
                  <a:pt x="1064753" y="490392"/>
                  <a:pt x="1113164" y="482847"/>
                  <a:pt x="1122594" y="481590"/>
                </a:cubicBezTo>
                <a:cubicBezTo>
                  <a:pt x="1132025" y="480333"/>
                  <a:pt x="1176663" y="472788"/>
                  <a:pt x="1198040" y="472160"/>
                </a:cubicBezTo>
                <a:cubicBezTo>
                  <a:pt x="1219416" y="471531"/>
                  <a:pt x="1418089" y="471531"/>
                  <a:pt x="1443238" y="472160"/>
                </a:cubicBezTo>
                <a:cubicBezTo>
                  <a:pt x="1468386" y="472788"/>
                  <a:pt x="1561436" y="480333"/>
                  <a:pt x="1575268" y="481590"/>
                </a:cubicBezTo>
                <a:cubicBezTo>
                  <a:pt x="1589099" y="482847"/>
                  <a:pt x="1640654" y="489135"/>
                  <a:pt x="1650713" y="491021"/>
                </a:cubicBezTo>
                <a:cubicBezTo>
                  <a:pt x="1660772" y="492907"/>
                  <a:pt x="1717357" y="507996"/>
                  <a:pt x="1726159" y="509883"/>
                </a:cubicBezTo>
                <a:cubicBezTo>
                  <a:pt x="1734961" y="511769"/>
                  <a:pt x="1777084" y="518056"/>
                  <a:pt x="1782743" y="519313"/>
                </a:cubicBezTo>
                <a:cubicBezTo>
                  <a:pt x="1788401" y="520571"/>
                  <a:pt x="1807263" y="527486"/>
                  <a:pt x="1811035" y="528744"/>
                </a:cubicBezTo>
                <a:cubicBezTo>
                  <a:pt x="1814807" y="530001"/>
                  <a:pt x="1836183" y="536917"/>
                  <a:pt x="1839327" y="538175"/>
                </a:cubicBezTo>
                <a:cubicBezTo>
                  <a:pt x="1842471" y="539432"/>
                  <a:pt x="1856302" y="546348"/>
                  <a:pt x="1858188" y="547605"/>
                </a:cubicBezTo>
                <a:cubicBezTo>
                  <a:pt x="1860074" y="548862"/>
                  <a:pt x="1866990" y="554521"/>
                  <a:pt x="1867619" y="557036"/>
                </a:cubicBezTo>
                <a:cubicBezTo>
                  <a:pt x="1868248" y="559551"/>
                  <a:pt x="1869505" y="582184"/>
                  <a:pt x="1867619" y="585328"/>
                </a:cubicBezTo>
                <a:cubicBezTo>
                  <a:pt x="1865733" y="588471"/>
                  <a:pt x="1843099" y="602303"/>
                  <a:pt x="1839327" y="604190"/>
                </a:cubicBezTo>
                <a:cubicBezTo>
                  <a:pt x="1835555" y="606076"/>
                  <a:pt x="1814807" y="611105"/>
                  <a:pt x="1811035" y="613620"/>
                </a:cubicBezTo>
                <a:cubicBezTo>
                  <a:pt x="1807263" y="616135"/>
                  <a:pt x="1787772" y="638768"/>
                  <a:pt x="1782743" y="641912"/>
                </a:cubicBezTo>
                <a:cubicBezTo>
                  <a:pt x="1777713" y="645055"/>
                  <a:pt x="1742505" y="657630"/>
                  <a:pt x="1735589" y="660774"/>
                </a:cubicBezTo>
                <a:cubicBezTo>
                  <a:pt x="1728673" y="663917"/>
                  <a:pt x="1686550" y="686551"/>
                  <a:pt x="1679005" y="689066"/>
                </a:cubicBezTo>
                <a:cubicBezTo>
                  <a:pt x="1671461" y="691580"/>
                  <a:pt x="1629966" y="695981"/>
                  <a:pt x="1622421" y="698496"/>
                </a:cubicBezTo>
                <a:cubicBezTo>
                  <a:pt x="1614876" y="701011"/>
                  <a:pt x="1573381" y="723645"/>
                  <a:pt x="1565837" y="726789"/>
                </a:cubicBezTo>
                <a:cubicBezTo>
                  <a:pt x="1558292" y="729932"/>
                  <a:pt x="1517426" y="742506"/>
                  <a:pt x="1509253" y="745650"/>
                </a:cubicBezTo>
                <a:cubicBezTo>
                  <a:pt x="1501079" y="748793"/>
                  <a:pt x="1452669" y="771427"/>
                  <a:pt x="1443238" y="773942"/>
                </a:cubicBezTo>
                <a:cubicBezTo>
                  <a:pt x="1433807" y="776456"/>
                  <a:pt x="1377223" y="782115"/>
                  <a:pt x="1367792" y="783373"/>
                </a:cubicBezTo>
                <a:cubicBezTo>
                  <a:pt x="1358361" y="784630"/>
                  <a:pt x="1321896" y="792175"/>
                  <a:pt x="1301777" y="792803"/>
                </a:cubicBezTo>
                <a:cubicBezTo>
                  <a:pt x="1281658" y="793432"/>
                  <a:pt x="1087386" y="791546"/>
                  <a:pt x="1066010" y="792803"/>
                </a:cubicBezTo>
                <a:cubicBezTo>
                  <a:pt x="1044634" y="794061"/>
                  <a:pt x="989307" y="809779"/>
                  <a:pt x="981134" y="811665"/>
                </a:cubicBezTo>
                <a:cubicBezTo>
                  <a:pt x="972960" y="813551"/>
                  <a:pt x="950955" y="820467"/>
                  <a:pt x="943411" y="821095"/>
                </a:cubicBezTo>
                <a:cubicBezTo>
                  <a:pt x="935866" y="821724"/>
                  <a:pt x="872366" y="821724"/>
                  <a:pt x="867965" y="821095"/>
                </a:cubicBezTo>
                <a:cubicBezTo>
                  <a:pt x="863564" y="820467"/>
                  <a:pt x="874881" y="812294"/>
                  <a:pt x="877396" y="811665"/>
                </a:cubicBezTo>
                <a:cubicBezTo>
                  <a:pt x="879911" y="811037"/>
                  <a:pt x="900658" y="813551"/>
                  <a:pt x="905688" y="811665"/>
                </a:cubicBezTo>
                <a:cubicBezTo>
                  <a:pt x="910718" y="809779"/>
                  <a:pt x="946555" y="785887"/>
                  <a:pt x="952842" y="783373"/>
                </a:cubicBezTo>
                <a:cubicBezTo>
                  <a:pt x="959129" y="780858"/>
                  <a:pt x="993079" y="776456"/>
                  <a:pt x="999995" y="773942"/>
                </a:cubicBezTo>
                <a:cubicBezTo>
                  <a:pt x="1006911" y="771427"/>
                  <a:pt x="1047777" y="748793"/>
                  <a:pt x="1056579" y="745650"/>
                </a:cubicBezTo>
                <a:cubicBezTo>
                  <a:pt x="1065381" y="742506"/>
                  <a:pt x="1123223" y="728674"/>
                  <a:pt x="1132025" y="726789"/>
                </a:cubicBezTo>
                <a:cubicBezTo>
                  <a:pt x="1140827" y="724902"/>
                  <a:pt x="1179178" y="719872"/>
                  <a:pt x="1188609" y="717358"/>
                </a:cubicBezTo>
                <a:cubicBezTo>
                  <a:pt x="1198040" y="714843"/>
                  <a:pt x="1260282" y="692209"/>
                  <a:pt x="1273485" y="689066"/>
                </a:cubicBezTo>
                <a:cubicBezTo>
                  <a:pt x="1286688" y="685922"/>
                  <a:pt x="1370936" y="672090"/>
                  <a:pt x="1386653" y="670204"/>
                </a:cubicBezTo>
                <a:cubicBezTo>
                  <a:pt x="1402371" y="668318"/>
                  <a:pt x="1491020" y="662031"/>
                  <a:pt x="1509253" y="660774"/>
                </a:cubicBezTo>
                <a:cubicBezTo>
                  <a:pt x="1527485" y="659516"/>
                  <a:pt x="1621163" y="651972"/>
                  <a:pt x="1660144" y="651343"/>
                </a:cubicBezTo>
                <a:cubicBezTo>
                  <a:pt x="1699124" y="650715"/>
                  <a:pt x="2062520" y="651972"/>
                  <a:pt x="2093956" y="651343"/>
                </a:cubicBezTo>
                <a:cubicBezTo>
                  <a:pt x="2125391" y="650714"/>
                  <a:pt x="2127278" y="641912"/>
                  <a:pt x="2131679" y="641912"/>
                </a:cubicBezTo>
                <a:cubicBezTo>
                  <a:pt x="2136080" y="641912"/>
                  <a:pt x="2159971" y="650086"/>
                  <a:pt x="2159971" y="651343"/>
                </a:cubicBezTo>
                <a:cubicBezTo>
                  <a:pt x="2159971" y="652601"/>
                  <a:pt x="2136708" y="659516"/>
                  <a:pt x="2131679" y="660774"/>
                </a:cubicBezTo>
                <a:cubicBezTo>
                  <a:pt x="2126649" y="662031"/>
                  <a:pt x="2091441" y="668318"/>
                  <a:pt x="2084525" y="670204"/>
                </a:cubicBezTo>
                <a:cubicBezTo>
                  <a:pt x="2077609" y="672090"/>
                  <a:pt x="2034228" y="687179"/>
                  <a:pt x="2027941" y="689066"/>
                </a:cubicBezTo>
                <a:cubicBezTo>
                  <a:pt x="2021654" y="690951"/>
                  <a:pt x="1996505" y="696610"/>
                  <a:pt x="1990218" y="698496"/>
                </a:cubicBezTo>
                <a:cubicBezTo>
                  <a:pt x="1983931" y="700382"/>
                  <a:pt x="1940549" y="715471"/>
                  <a:pt x="1933634" y="717358"/>
                </a:cubicBezTo>
                <a:cubicBezTo>
                  <a:pt x="1926718" y="719244"/>
                  <a:pt x="1893396" y="724274"/>
                  <a:pt x="1886480" y="726789"/>
                </a:cubicBezTo>
                <a:cubicBezTo>
                  <a:pt x="1879564" y="729303"/>
                  <a:pt x="1837441" y="751937"/>
                  <a:pt x="1829896" y="755081"/>
                </a:cubicBezTo>
                <a:cubicBezTo>
                  <a:pt x="1822352" y="758224"/>
                  <a:pt x="1780857" y="771427"/>
                  <a:pt x="1773312" y="773942"/>
                </a:cubicBezTo>
                <a:cubicBezTo>
                  <a:pt x="1765768" y="776456"/>
                  <a:pt x="1724901" y="789660"/>
                  <a:pt x="1716728" y="792803"/>
                </a:cubicBezTo>
                <a:cubicBezTo>
                  <a:pt x="1708554" y="795947"/>
                  <a:pt x="1658886" y="817952"/>
                  <a:pt x="1650713" y="821095"/>
                </a:cubicBezTo>
                <a:cubicBezTo>
                  <a:pt x="1642540" y="824239"/>
                  <a:pt x="1601045" y="837442"/>
                  <a:pt x="1594129" y="839957"/>
                </a:cubicBezTo>
                <a:cubicBezTo>
                  <a:pt x="1587213" y="842472"/>
                  <a:pt x="1552634" y="856932"/>
                  <a:pt x="1546975" y="858818"/>
                </a:cubicBezTo>
                <a:cubicBezTo>
                  <a:pt x="1541317" y="860704"/>
                  <a:pt x="1513654" y="866363"/>
                  <a:pt x="1509253" y="868249"/>
                </a:cubicBezTo>
                <a:cubicBezTo>
                  <a:pt x="1504852" y="870135"/>
                  <a:pt x="1484733" y="885224"/>
                  <a:pt x="1480961" y="887110"/>
                </a:cubicBezTo>
                <a:cubicBezTo>
                  <a:pt x="1477188" y="888996"/>
                  <a:pt x="1455812" y="895913"/>
                  <a:pt x="1452668" y="896541"/>
                </a:cubicBezTo>
                <a:cubicBezTo>
                  <a:pt x="1449525" y="897170"/>
                  <a:pt x="1436950" y="895913"/>
                  <a:pt x="1433807" y="896541"/>
                </a:cubicBezTo>
                <a:cubicBezTo>
                  <a:pt x="1430663" y="897170"/>
                  <a:pt x="1408030" y="904714"/>
                  <a:pt x="1405515" y="905971"/>
                </a:cubicBezTo>
                <a:cubicBezTo>
                  <a:pt x="1403000" y="907228"/>
                  <a:pt x="1394827" y="914773"/>
                  <a:pt x="1396084" y="915402"/>
                </a:cubicBezTo>
                <a:cubicBezTo>
                  <a:pt x="1397342" y="916030"/>
                  <a:pt x="1421861" y="914773"/>
                  <a:pt x="1424376" y="915402"/>
                </a:cubicBezTo>
                <a:cubicBezTo>
                  <a:pt x="1426891" y="916030"/>
                  <a:pt x="1432550" y="924204"/>
                  <a:pt x="1433807" y="924833"/>
                </a:cubicBezTo>
                <a:cubicBezTo>
                  <a:pt x="1435064" y="925462"/>
                  <a:pt x="1441981" y="924204"/>
                  <a:pt x="1443238" y="924833"/>
                </a:cubicBezTo>
                <a:cubicBezTo>
                  <a:pt x="1444495" y="925462"/>
                  <a:pt x="1450782" y="933006"/>
                  <a:pt x="1452668" y="934264"/>
                </a:cubicBezTo>
                <a:cubicBezTo>
                  <a:pt x="1454554" y="935521"/>
                  <a:pt x="1470273" y="939922"/>
                  <a:pt x="1471530" y="943694"/>
                </a:cubicBezTo>
                <a:cubicBezTo>
                  <a:pt x="1472787" y="947466"/>
                  <a:pt x="1472159" y="986446"/>
                  <a:pt x="1471530" y="990848"/>
                </a:cubicBezTo>
                <a:cubicBezTo>
                  <a:pt x="1470901" y="995249"/>
                  <a:pt x="1462728" y="1007194"/>
                  <a:pt x="1462099" y="1009709"/>
                </a:cubicBezTo>
                <a:cubicBezTo>
                  <a:pt x="1461470" y="1012224"/>
                  <a:pt x="1462728" y="1026055"/>
                  <a:pt x="1462099" y="1028570"/>
                </a:cubicBezTo>
                <a:cubicBezTo>
                  <a:pt x="1461470" y="1031084"/>
                  <a:pt x="1453297" y="1045546"/>
                  <a:pt x="1452668" y="1047432"/>
                </a:cubicBezTo>
                <a:cubicBezTo>
                  <a:pt x="1452040" y="1049318"/>
                  <a:pt x="1453297" y="1055606"/>
                  <a:pt x="1452668" y="1056863"/>
                </a:cubicBezTo>
                <a:cubicBezTo>
                  <a:pt x="1452040" y="1058120"/>
                  <a:pt x="1444495" y="1065665"/>
                  <a:pt x="1443238" y="1066294"/>
                </a:cubicBezTo>
                <a:cubicBezTo>
                  <a:pt x="1441981" y="1066922"/>
                  <a:pt x="1435693" y="1065665"/>
                  <a:pt x="1433807" y="1066294"/>
                </a:cubicBezTo>
                <a:cubicBezTo>
                  <a:pt x="1431921" y="1066922"/>
                  <a:pt x="1417461" y="1075095"/>
                  <a:pt x="1414946" y="1075724"/>
                </a:cubicBezTo>
                <a:cubicBezTo>
                  <a:pt x="1412431" y="1076352"/>
                  <a:pt x="1397971" y="1075095"/>
                  <a:pt x="1396084" y="1075724"/>
                </a:cubicBezTo>
                <a:cubicBezTo>
                  <a:pt x="1394198" y="1076352"/>
                  <a:pt x="1389168" y="1084526"/>
                  <a:pt x="1386653" y="1085155"/>
                </a:cubicBezTo>
                <a:cubicBezTo>
                  <a:pt x="1384138" y="1085783"/>
                  <a:pt x="1361505" y="1084526"/>
                  <a:pt x="1358362" y="1085155"/>
                </a:cubicBezTo>
                <a:cubicBezTo>
                  <a:pt x="1355218" y="1085783"/>
                  <a:pt x="1348302" y="1093957"/>
                  <a:pt x="1339500" y="1094586"/>
                </a:cubicBezTo>
                <a:cubicBezTo>
                  <a:pt x="1330698" y="1095214"/>
                  <a:pt x="1234505" y="1093957"/>
                  <a:pt x="1226332" y="1094586"/>
                </a:cubicBezTo>
                <a:cubicBezTo>
                  <a:pt x="1218159" y="1095214"/>
                  <a:pt x="1219416" y="1104016"/>
                  <a:pt x="1216901" y="1104016"/>
                </a:cubicBezTo>
                <a:cubicBezTo>
                  <a:pt x="1214386" y="1104016"/>
                  <a:pt x="1189866" y="1096471"/>
                  <a:pt x="1188609" y="1094586"/>
                </a:cubicBezTo>
                <a:cubicBezTo>
                  <a:pt x="1187352" y="1092699"/>
                  <a:pt x="1195525" y="1079496"/>
                  <a:pt x="1198040" y="1075724"/>
                </a:cubicBezTo>
                <a:cubicBezTo>
                  <a:pt x="1200555" y="1071951"/>
                  <a:pt x="1222560" y="1043031"/>
                  <a:pt x="1226332" y="1038001"/>
                </a:cubicBezTo>
                <a:cubicBezTo>
                  <a:pt x="1230104" y="1032971"/>
                  <a:pt x="1250223" y="1004679"/>
                  <a:pt x="1254624" y="1000279"/>
                </a:cubicBezTo>
                <a:cubicBezTo>
                  <a:pt x="1259025" y="995877"/>
                  <a:pt x="1287317" y="975130"/>
                  <a:pt x="1292347" y="971987"/>
                </a:cubicBezTo>
                <a:cubicBezTo>
                  <a:pt x="1297376" y="968843"/>
                  <a:pt x="1323782" y="957526"/>
                  <a:pt x="1330069" y="953126"/>
                </a:cubicBezTo>
                <a:cubicBezTo>
                  <a:pt x="1336356" y="948724"/>
                  <a:pt x="1379738" y="911001"/>
                  <a:pt x="1386653" y="905971"/>
                </a:cubicBezTo>
                <a:cubicBezTo>
                  <a:pt x="1393569" y="900941"/>
                  <a:pt x="1426891" y="882081"/>
                  <a:pt x="1433807" y="877680"/>
                </a:cubicBezTo>
                <a:cubicBezTo>
                  <a:pt x="1440723" y="873278"/>
                  <a:pt x="1482218" y="844987"/>
                  <a:pt x="1490391" y="839957"/>
                </a:cubicBezTo>
                <a:cubicBezTo>
                  <a:pt x="1498565" y="834927"/>
                  <a:pt x="1548233" y="806006"/>
                  <a:pt x="1556406" y="802234"/>
                </a:cubicBezTo>
                <a:cubicBezTo>
                  <a:pt x="1564579" y="798461"/>
                  <a:pt x="1606703" y="785887"/>
                  <a:pt x="1612990" y="783373"/>
                </a:cubicBezTo>
                <a:cubicBezTo>
                  <a:pt x="1619277" y="780858"/>
                  <a:pt x="1646312" y="766398"/>
                  <a:pt x="1650713" y="764512"/>
                </a:cubicBezTo>
                <a:cubicBezTo>
                  <a:pt x="1655114" y="762626"/>
                  <a:pt x="1675233" y="756338"/>
                  <a:pt x="1679005" y="755081"/>
                </a:cubicBezTo>
                <a:cubicBezTo>
                  <a:pt x="1682777" y="753823"/>
                  <a:pt x="1704782" y="746278"/>
                  <a:pt x="1707297" y="745650"/>
                </a:cubicBezTo>
                <a:cubicBezTo>
                  <a:pt x="1709812" y="745021"/>
                  <a:pt x="1714841" y="746278"/>
                  <a:pt x="1716728" y="745650"/>
                </a:cubicBezTo>
                <a:cubicBezTo>
                  <a:pt x="1718614" y="745021"/>
                  <a:pt x="1734332" y="736848"/>
                  <a:pt x="1735589" y="736219"/>
                </a:cubicBezTo>
                <a:quadBezTo>
                  <a:pt x="1736847" y="735591"/>
                  <a:pt x="1735589" y="736219"/>
                </a:quadBezTo>
                <a:cubicBezTo>
                  <a:pt x="1734332" y="736848"/>
                  <a:pt x="1719871" y="744392"/>
                  <a:pt x="1716728" y="745650"/>
                </a:cubicBezTo>
                <a:cubicBezTo>
                  <a:pt x="1713584" y="746907"/>
                  <a:pt x="1692208" y="753194"/>
                  <a:pt x="1688436" y="755081"/>
                </a:cubicBezTo>
                <a:cubicBezTo>
                  <a:pt x="1684664" y="756967"/>
                  <a:pt x="1664545" y="771427"/>
                  <a:pt x="1660144" y="773942"/>
                </a:cubicBezTo>
                <a:cubicBezTo>
                  <a:pt x="1655743" y="776456"/>
                  <a:pt x="1626822" y="790917"/>
                  <a:pt x="1622421" y="792803"/>
                </a:cubicBezTo>
                <a:cubicBezTo>
                  <a:pt x="1618020" y="794689"/>
                  <a:pt x="1601673" y="802234"/>
                  <a:pt x="1594129" y="802234"/>
                </a:cubicBezTo>
                <a:cubicBezTo>
                  <a:pt x="1586584" y="802234"/>
                  <a:pt x="1518055" y="791546"/>
                  <a:pt x="1509253" y="792803"/>
                </a:cubicBezTo>
                <a:cubicBezTo>
                  <a:pt x="1500451" y="794061"/>
                  <a:pt x="1470901" y="816694"/>
                  <a:pt x="1462099" y="821095"/>
                </a:cubicBezTo>
                <a:cubicBezTo>
                  <a:pt x="1453297" y="825496"/>
                  <a:pt x="1386654" y="855046"/>
                  <a:pt x="1377223" y="858818"/>
                </a:cubicBezTo>
                <a:cubicBezTo>
                  <a:pt x="1367792" y="862590"/>
                  <a:pt x="1326926" y="875165"/>
                  <a:pt x="1320639" y="877680"/>
                </a:cubicBezTo>
                <a:cubicBezTo>
                  <a:pt x="1314352" y="880194"/>
                  <a:pt x="1288574" y="894655"/>
                  <a:pt x="1282916" y="896541"/>
                </a:cubicBezTo>
                <a:cubicBezTo>
                  <a:pt x="1277257" y="898427"/>
                  <a:pt x="1240163" y="904714"/>
                  <a:pt x="1235762" y="905971"/>
                </a:cubicBezTo>
                <a:cubicBezTo>
                  <a:pt x="1231361" y="907228"/>
                  <a:pt x="1220045" y="914145"/>
                  <a:pt x="1216901" y="915402"/>
                </a:cubicBezTo>
                <a:cubicBezTo>
                  <a:pt x="1213757" y="916659"/>
                  <a:pt x="1192381" y="924204"/>
                  <a:pt x="1188609" y="924833"/>
                </a:cubicBezTo>
                <a:cubicBezTo>
                  <a:pt x="1184837" y="925462"/>
                  <a:pt x="1164089" y="924204"/>
                  <a:pt x="1160317" y="924833"/>
                </a:cubicBezTo>
                <a:cubicBezTo>
                  <a:pt x="1156545" y="925462"/>
                  <a:pt x="1135168" y="933006"/>
                  <a:pt x="1132025" y="934264"/>
                </a:cubicBezTo>
                <a:cubicBezTo>
                  <a:pt x="1128881" y="935521"/>
                  <a:pt x="1115050" y="943694"/>
                  <a:pt x="1113163" y="943694"/>
                </a:cubicBezTo>
                <a:cubicBezTo>
                  <a:pt x="1111277" y="943694"/>
                  <a:pt x="1104990" y="934264"/>
                  <a:pt x="1103733" y="934264"/>
                </a:cubicBezTo>
                <a:cubicBezTo>
                  <a:pt x="1102475" y="934264"/>
                  <a:pt x="1094302" y="944951"/>
                  <a:pt x="1094302" y="943694"/>
                </a:cubicBezTo>
                <a:cubicBezTo>
                  <a:pt x="1094302" y="942437"/>
                  <a:pt x="1103104" y="917917"/>
                  <a:pt x="1103733" y="915402"/>
                </a:cubicBezTo>
                <a:cubicBezTo>
                  <a:pt x="1104362" y="912887"/>
                  <a:pt x="1104362" y="907857"/>
                  <a:pt x="1103733" y="905971"/>
                </a:cubicBezTo>
                <a:cubicBezTo>
                  <a:pt x="1103104" y="904085"/>
                  <a:pt x="1093673" y="888996"/>
                  <a:pt x="1094302" y="887110"/>
                </a:cubicBezTo>
                <a:cubicBezTo>
                  <a:pt x="1094931" y="885224"/>
                  <a:pt x="1110649" y="878937"/>
                  <a:pt x="1113163" y="877680"/>
                </a:cubicBezTo>
                <a:cubicBezTo>
                  <a:pt x="1115678" y="876422"/>
                  <a:pt x="1130139" y="869506"/>
                  <a:pt x="1132025" y="868249"/>
                </a:cubicBezTo>
                <a:cubicBezTo>
                  <a:pt x="1133911" y="866991"/>
                  <a:pt x="1140827" y="859446"/>
                  <a:pt x="1141456" y="858818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761620" y="1700784"/>
            <a:ext cx="2808351" cy="216027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5" name=""/>
          <p:cNvSpPr/>
          <p:nvPr/>
        </p:nvSpPr>
        <p:spPr>
          <a:xfrm>
            <a:off x="761620" y="170078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6" name=""/>
          <p:cNvSpPr/>
          <p:nvPr/>
        </p:nvSpPr>
        <p:spPr>
          <a:xfrm>
            <a:off x="1193674" y="170078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7" name=""/>
          <p:cNvSpPr/>
          <p:nvPr/>
        </p:nvSpPr>
        <p:spPr>
          <a:xfrm>
            <a:off x="1625728" y="170078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8" name=""/>
          <p:cNvSpPr/>
          <p:nvPr/>
        </p:nvSpPr>
        <p:spPr>
          <a:xfrm>
            <a:off x="1985773" y="170078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9" name=""/>
          <p:cNvSpPr/>
          <p:nvPr/>
        </p:nvSpPr>
        <p:spPr>
          <a:xfrm>
            <a:off x="2417827" y="170078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0" name=""/>
          <p:cNvSpPr/>
          <p:nvPr/>
        </p:nvSpPr>
        <p:spPr>
          <a:xfrm>
            <a:off x="2849881" y="170078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1" name=""/>
          <p:cNvSpPr/>
          <p:nvPr/>
        </p:nvSpPr>
        <p:spPr>
          <a:xfrm>
            <a:off x="3209926" y="170078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2" name=""/>
          <p:cNvSpPr/>
          <p:nvPr/>
        </p:nvSpPr>
        <p:spPr>
          <a:xfrm>
            <a:off x="761620" y="206082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3" name=""/>
          <p:cNvSpPr/>
          <p:nvPr/>
        </p:nvSpPr>
        <p:spPr>
          <a:xfrm>
            <a:off x="1193674" y="206082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4" name=""/>
          <p:cNvSpPr/>
          <p:nvPr/>
        </p:nvSpPr>
        <p:spPr>
          <a:xfrm>
            <a:off x="1625728" y="206082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5" name=""/>
          <p:cNvSpPr/>
          <p:nvPr/>
        </p:nvSpPr>
        <p:spPr>
          <a:xfrm>
            <a:off x="1985773" y="206082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6" name=""/>
          <p:cNvSpPr/>
          <p:nvPr/>
        </p:nvSpPr>
        <p:spPr>
          <a:xfrm>
            <a:off x="2417827" y="206082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7" name=""/>
          <p:cNvSpPr/>
          <p:nvPr/>
        </p:nvSpPr>
        <p:spPr>
          <a:xfrm>
            <a:off x="2849881" y="206082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8" name=""/>
          <p:cNvSpPr/>
          <p:nvPr/>
        </p:nvSpPr>
        <p:spPr>
          <a:xfrm>
            <a:off x="3209926" y="206082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9" name=""/>
          <p:cNvSpPr/>
          <p:nvPr/>
        </p:nvSpPr>
        <p:spPr>
          <a:xfrm>
            <a:off x="761620" y="2492883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0" name=""/>
          <p:cNvSpPr/>
          <p:nvPr/>
        </p:nvSpPr>
        <p:spPr>
          <a:xfrm>
            <a:off x="1193674" y="2492883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1" name=""/>
          <p:cNvSpPr/>
          <p:nvPr/>
        </p:nvSpPr>
        <p:spPr>
          <a:xfrm>
            <a:off x="1625728" y="2492883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2" name=""/>
          <p:cNvSpPr/>
          <p:nvPr/>
        </p:nvSpPr>
        <p:spPr>
          <a:xfrm>
            <a:off x="1985773" y="2492883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3" name=""/>
          <p:cNvSpPr/>
          <p:nvPr/>
        </p:nvSpPr>
        <p:spPr>
          <a:xfrm>
            <a:off x="2417827" y="2492883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4" name=""/>
          <p:cNvSpPr/>
          <p:nvPr/>
        </p:nvSpPr>
        <p:spPr>
          <a:xfrm>
            <a:off x="2849881" y="2492883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5" name=""/>
          <p:cNvSpPr/>
          <p:nvPr/>
        </p:nvSpPr>
        <p:spPr>
          <a:xfrm>
            <a:off x="3209926" y="2492883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6" name=""/>
          <p:cNvSpPr/>
          <p:nvPr/>
        </p:nvSpPr>
        <p:spPr>
          <a:xfrm>
            <a:off x="761620" y="278091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7" name=""/>
          <p:cNvSpPr/>
          <p:nvPr/>
        </p:nvSpPr>
        <p:spPr>
          <a:xfrm>
            <a:off x="1193674" y="278091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8" name=""/>
          <p:cNvSpPr/>
          <p:nvPr/>
        </p:nvSpPr>
        <p:spPr>
          <a:xfrm>
            <a:off x="1625728" y="278091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9" name=""/>
          <p:cNvSpPr/>
          <p:nvPr/>
        </p:nvSpPr>
        <p:spPr>
          <a:xfrm>
            <a:off x="1985773" y="278091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0" name=""/>
          <p:cNvSpPr/>
          <p:nvPr/>
        </p:nvSpPr>
        <p:spPr>
          <a:xfrm>
            <a:off x="2417827" y="278091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1" name=""/>
          <p:cNvSpPr/>
          <p:nvPr/>
        </p:nvSpPr>
        <p:spPr>
          <a:xfrm>
            <a:off x="2849881" y="278091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2" name=""/>
          <p:cNvSpPr/>
          <p:nvPr/>
        </p:nvSpPr>
        <p:spPr>
          <a:xfrm>
            <a:off x="3209926" y="2780919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3" name=""/>
          <p:cNvSpPr/>
          <p:nvPr/>
        </p:nvSpPr>
        <p:spPr>
          <a:xfrm>
            <a:off x="761620" y="314096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4" name=""/>
          <p:cNvSpPr/>
          <p:nvPr/>
        </p:nvSpPr>
        <p:spPr>
          <a:xfrm>
            <a:off x="1193674" y="314096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5" name=""/>
          <p:cNvSpPr/>
          <p:nvPr/>
        </p:nvSpPr>
        <p:spPr>
          <a:xfrm>
            <a:off x="1625728" y="314096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6" name=""/>
          <p:cNvSpPr/>
          <p:nvPr/>
        </p:nvSpPr>
        <p:spPr>
          <a:xfrm>
            <a:off x="1985773" y="314096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7" name=""/>
          <p:cNvSpPr/>
          <p:nvPr/>
        </p:nvSpPr>
        <p:spPr>
          <a:xfrm>
            <a:off x="2417827" y="314096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8" name=""/>
          <p:cNvSpPr/>
          <p:nvPr/>
        </p:nvSpPr>
        <p:spPr>
          <a:xfrm>
            <a:off x="2849881" y="314096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9" name=""/>
          <p:cNvSpPr/>
          <p:nvPr/>
        </p:nvSpPr>
        <p:spPr>
          <a:xfrm>
            <a:off x="3209926" y="3140964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40" name=""/>
          <p:cNvSpPr/>
          <p:nvPr/>
        </p:nvSpPr>
        <p:spPr>
          <a:xfrm>
            <a:off x="761620" y="3573018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41" name=""/>
          <p:cNvSpPr/>
          <p:nvPr/>
        </p:nvSpPr>
        <p:spPr>
          <a:xfrm>
            <a:off x="1193674" y="3573018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42" name=""/>
          <p:cNvSpPr/>
          <p:nvPr/>
        </p:nvSpPr>
        <p:spPr>
          <a:xfrm>
            <a:off x="1625728" y="3573018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43" name=""/>
          <p:cNvSpPr/>
          <p:nvPr/>
        </p:nvSpPr>
        <p:spPr>
          <a:xfrm>
            <a:off x="1985773" y="3573018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44" name=""/>
          <p:cNvSpPr/>
          <p:nvPr/>
        </p:nvSpPr>
        <p:spPr>
          <a:xfrm>
            <a:off x="2417827" y="3573018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45" name=""/>
          <p:cNvSpPr/>
          <p:nvPr/>
        </p:nvSpPr>
        <p:spPr>
          <a:xfrm>
            <a:off x="2849881" y="3573018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46" name=""/>
          <p:cNvSpPr/>
          <p:nvPr/>
        </p:nvSpPr>
        <p:spPr>
          <a:xfrm>
            <a:off x="3209926" y="3573018"/>
            <a:ext cx="360045" cy="288036"/>
          </a:xfrm>
          <a:prstGeom prst="rect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pic>
        <p:nvPicPr>
          <p:cNvPr id="4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1620" y="1700784"/>
            <a:ext cx="2801302" cy="2231136"/>
          </a:xfrm>
          <a:prstGeom prst="rect">
            <a:avLst/>
          </a:prstGeom>
        </p:spPr>
      </p:pic>
      <p:grpSp>
        <p:nvGrpSpPr>
          <p:cNvPr id="74" name=""/>
          <p:cNvGrpSpPr/>
          <p:nvPr/>
        </p:nvGrpSpPr>
        <p:grpSpPr>
          <a:xfrm rot="0">
            <a:off x="4650106" y="1700784"/>
            <a:ext cx="1296162" cy="1476184"/>
            <a:chOff x="4655820" y="548640"/>
            <a:chExt cx="1296162" cy="1476184"/>
          </a:xfrm>
        </p:grpSpPr>
        <p:sp>
          <p:nvSpPr>
            <p:cNvPr id="49" name=""/>
            <p:cNvSpPr/>
            <p:nvPr/>
          </p:nvSpPr>
          <p:spPr>
            <a:xfrm>
              <a:off x="4655820" y="548640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1</a:t>
              </a:r>
              <a:endParaRPr lang="en-US" altLang="ko-KR"/>
            </a:p>
          </p:txBody>
        </p:sp>
        <p:sp>
          <p:nvSpPr>
            <p:cNvPr id="50" name=""/>
            <p:cNvSpPr/>
            <p:nvPr/>
          </p:nvSpPr>
          <p:spPr>
            <a:xfrm>
              <a:off x="5087874" y="548640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2</a:t>
              </a:r>
              <a:endParaRPr lang="en-US" altLang="ko-KR"/>
            </a:p>
          </p:txBody>
        </p:sp>
        <p:sp>
          <p:nvSpPr>
            <p:cNvPr id="51" name=""/>
            <p:cNvSpPr/>
            <p:nvPr/>
          </p:nvSpPr>
          <p:spPr>
            <a:xfrm>
              <a:off x="5519928" y="548640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3</a:t>
              </a:r>
              <a:endParaRPr lang="en-US" altLang="ko-KR"/>
            </a:p>
          </p:txBody>
        </p:sp>
        <p:sp>
          <p:nvSpPr>
            <p:cNvPr id="52" name=""/>
            <p:cNvSpPr/>
            <p:nvPr/>
          </p:nvSpPr>
          <p:spPr>
            <a:xfrm>
              <a:off x="5519928" y="1052703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53" name=""/>
            <p:cNvSpPr/>
            <p:nvPr/>
          </p:nvSpPr>
          <p:spPr>
            <a:xfrm>
              <a:off x="5087874" y="1052703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54" name=""/>
            <p:cNvSpPr/>
            <p:nvPr/>
          </p:nvSpPr>
          <p:spPr>
            <a:xfrm>
              <a:off x="4655820" y="1052703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4</a:t>
              </a:r>
              <a:endParaRPr lang="en-US" altLang="ko-KR"/>
            </a:p>
          </p:txBody>
        </p:sp>
        <p:sp>
          <p:nvSpPr>
            <p:cNvPr id="55" name=""/>
            <p:cNvSpPr/>
            <p:nvPr/>
          </p:nvSpPr>
          <p:spPr>
            <a:xfrm>
              <a:off x="5087874" y="1052703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5</a:t>
              </a:r>
              <a:endParaRPr lang="en-US" altLang="ko-KR"/>
            </a:p>
          </p:txBody>
        </p:sp>
        <p:sp>
          <p:nvSpPr>
            <p:cNvPr id="56" name=""/>
            <p:cNvSpPr/>
            <p:nvPr/>
          </p:nvSpPr>
          <p:spPr>
            <a:xfrm>
              <a:off x="5519928" y="1052703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6</a:t>
              </a:r>
              <a:endParaRPr lang="en-US" altLang="ko-KR"/>
            </a:p>
          </p:txBody>
        </p:sp>
        <p:sp>
          <p:nvSpPr>
            <p:cNvPr id="57" name=""/>
            <p:cNvSpPr/>
            <p:nvPr/>
          </p:nvSpPr>
          <p:spPr>
            <a:xfrm>
              <a:off x="4655820" y="1520761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58" name=""/>
            <p:cNvSpPr/>
            <p:nvPr/>
          </p:nvSpPr>
          <p:spPr>
            <a:xfrm>
              <a:off x="5087874" y="1520761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59" name=""/>
            <p:cNvSpPr/>
            <p:nvPr/>
          </p:nvSpPr>
          <p:spPr>
            <a:xfrm>
              <a:off x="5519928" y="1520761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</p:grpSp>
      <p:sp>
        <p:nvSpPr>
          <p:cNvPr id="60" name=""/>
          <p:cNvSpPr txBox="1"/>
          <p:nvPr/>
        </p:nvSpPr>
        <p:spPr>
          <a:xfrm>
            <a:off x="4506088" y="3573018"/>
            <a:ext cx="1589912" cy="35890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컨볼루션 필터</a:t>
            </a:r>
            <a:endParaRPr lang="ko-KR" altLang="en-US"/>
          </a:p>
        </p:txBody>
      </p:sp>
      <p:grpSp>
        <p:nvGrpSpPr>
          <p:cNvPr id="72" name=""/>
          <p:cNvGrpSpPr/>
          <p:nvPr/>
        </p:nvGrpSpPr>
        <p:grpSpPr>
          <a:xfrm rot="0">
            <a:off x="1373696" y="2204847"/>
            <a:ext cx="360045" cy="360045"/>
            <a:chOff x="767334" y="548640"/>
            <a:chExt cx="1296162" cy="1476184"/>
          </a:xfrm>
        </p:grpSpPr>
        <p:sp>
          <p:nvSpPr>
            <p:cNvPr id="61" name=""/>
            <p:cNvSpPr/>
            <p:nvPr/>
          </p:nvSpPr>
          <p:spPr>
            <a:xfrm>
              <a:off x="767334" y="548640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2" name=""/>
            <p:cNvSpPr/>
            <p:nvPr/>
          </p:nvSpPr>
          <p:spPr>
            <a:xfrm>
              <a:off x="1199388" y="548640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3" name=""/>
            <p:cNvSpPr/>
            <p:nvPr/>
          </p:nvSpPr>
          <p:spPr>
            <a:xfrm>
              <a:off x="1631442" y="548640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4" name=""/>
            <p:cNvSpPr/>
            <p:nvPr/>
          </p:nvSpPr>
          <p:spPr>
            <a:xfrm>
              <a:off x="1631442" y="1052703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5" name=""/>
            <p:cNvSpPr/>
            <p:nvPr/>
          </p:nvSpPr>
          <p:spPr>
            <a:xfrm>
              <a:off x="1199388" y="1052703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6" name=""/>
            <p:cNvSpPr/>
            <p:nvPr/>
          </p:nvSpPr>
          <p:spPr>
            <a:xfrm>
              <a:off x="767334" y="1052703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7" name=""/>
            <p:cNvSpPr/>
            <p:nvPr/>
          </p:nvSpPr>
          <p:spPr>
            <a:xfrm>
              <a:off x="1199387" y="1052704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8" name=""/>
            <p:cNvSpPr/>
            <p:nvPr/>
          </p:nvSpPr>
          <p:spPr>
            <a:xfrm>
              <a:off x="1631442" y="1052703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69" name=""/>
            <p:cNvSpPr/>
            <p:nvPr/>
          </p:nvSpPr>
          <p:spPr>
            <a:xfrm>
              <a:off x="767334" y="1520761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70" name=""/>
            <p:cNvSpPr/>
            <p:nvPr/>
          </p:nvSpPr>
          <p:spPr>
            <a:xfrm>
              <a:off x="1199388" y="1520761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71" name=""/>
            <p:cNvSpPr/>
            <p:nvPr/>
          </p:nvSpPr>
          <p:spPr>
            <a:xfrm>
              <a:off x="1631442" y="1520761"/>
              <a:ext cx="432054" cy="504063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</p:grpSp>
      <p:sp>
        <p:nvSpPr>
          <p:cNvPr id="73" name=""/>
          <p:cNvSpPr/>
          <p:nvPr/>
        </p:nvSpPr>
        <p:spPr>
          <a:xfrm>
            <a:off x="7854566" y="1665160"/>
            <a:ext cx="2088380" cy="171450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5" name=""/>
          <p:cNvSpPr txBox="1"/>
          <p:nvPr/>
        </p:nvSpPr>
        <p:spPr>
          <a:xfrm>
            <a:off x="1718025" y="1303972"/>
            <a:ext cx="895540" cy="36118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52X 52</a:t>
            </a:r>
            <a:endParaRPr lang="en-US" altLang="ko-KR"/>
          </a:p>
        </p:txBody>
      </p:sp>
      <p:sp>
        <p:nvSpPr>
          <p:cNvPr id="76" name=""/>
          <p:cNvSpPr txBox="1"/>
          <p:nvPr/>
        </p:nvSpPr>
        <p:spPr>
          <a:xfrm>
            <a:off x="8415386" y="1304353"/>
            <a:ext cx="1496329" cy="36080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50 X 50 X 10</a:t>
            </a:r>
            <a:endParaRPr lang="en-US" altLang="ko-KR"/>
          </a:p>
        </p:txBody>
      </p:sp>
      <p:pic>
        <p:nvPicPr>
          <p:cNvPr id="7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56695" y="4941189"/>
            <a:ext cx="2077625" cy="864107"/>
          </a:xfrm>
          <a:prstGeom prst="rect">
            <a:avLst/>
          </a:prstGeom>
        </p:spPr>
      </p:pic>
      <p:sp>
        <p:nvSpPr>
          <p:cNvPr id="78" name=""/>
          <p:cNvSpPr txBox="1"/>
          <p:nvPr/>
        </p:nvSpPr>
        <p:spPr>
          <a:xfrm>
            <a:off x="4981147" y="1300733"/>
            <a:ext cx="639794" cy="36442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3X3</a:t>
            </a:r>
            <a:endParaRPr lang="en-US" altLang="ko-KR"/>
          </a:p>
        </p:txBody>
      </p:sp>
      <p:sp>
        <p:nvSpPr>
          <p:cNvPr id="79" name=""/>
          <p:cNvSpPr txBox="1"/>
          <p:nvPr/>
        </p:nvSpPr>
        <p:spPr>
          <a:xfrm>
            <a:off x="4696683" y="936116"/>
            <a:ext cx="1208722" cy="36690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W(</a:t>
            </a:r>
            <a:r>
              <a:rPr lang="ko-KR" altLang="en-US"/>
              <a:t>가중치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106" name=""/>
          <p:cNvSpPr txBox="1"/>
          <p:nvPr/>
        </p:nvSpPr>
        <p:spPr>
          <a:xfrm>
            <a:off x="4734320" y="4085082"/>
            <a:ext cx="967345" cy="64008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3X3X10</a:t>
            </a:r>
            <a:endParaRPr lang="en-US" altLang="ko-KR"/>
          </a:p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83811" y="168687"/>
            <a:ext cx="7162911" cy="1620964"/>
          </a:xfrm>
          <a:prstGeom prst="rect">
            <a:avLst/>
          </a:prstGeom>
        </p:spPr>
      </p:pic>
      <p:cxnSp>
        <p:nvCxnSpPr>
          <p:cNvPr id="5" name=""/>
          <p:cNvCxnSpPr/>
          <p:nvPr/>
        </p:nvCxnSpPr>
        <p:spPr>
          <a:xfrm>
            <a:off x="1631442" y="2276856"/>
            <a:ext cx="8137017" cy="0"/>
          </a:xfrm>
          <a:prstGeom prst="line">
            <a:avLst/>
          </a:prstGeom>
          <a:ln w="57150">
            <a:solidFill>
              <a:schemeClr val="accent1"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"/>
          <p:cNvSpPr txBox="1"/>
          <p:nvPr/>
        </p:nvSpPr>
        <p:spPr>
          <a:xfrm>
            <a:off x="10056495" y="2132838"/>
            <a:ext cx="331470" cy="36080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X</a:t>
            </a:r>
            <a:endParaRPr lang="en-US" altLang="ko-KR"/>
          </a:p>
        </p:txBody>
      </p:sp>
      <p:sp>
        <p:nvSpPr>
          <p:cNvPr id="8" name=""/>
          <p:cNvSpPr/>
          <p:nvPr/>
        </p:nvSpPr>
        <p:spPr>
          <a:xfrm>
            <a:off x="9529827" y="2030423"/>
            <a:ext cx="355337" cy="692536"/>
          </a:xfrm>
          <a:custGeom>
            <a:avLst/>
            <a:gdLst>
              <a:gd name="connsiteX0" fmla="*/ -497 w 355337"/>
              <a:gd name="connsiteY0" fmla="*/ -4196 h 692536"/>
              <a:gd name="connsiteX1" fmla="*/ 8162 w 355337"/>
              <a:gd name="connsiteY1" fmla="*/ 39099 h 692536"/>
              <a:gd name="connsiteX2" fmla="*/ 25480 w 355337"/>
              <a:gd name="connsiteY2" fmla="*/ 82395 h 692536"/>
              <a:gd name="connsiteX3" fmla="*/ 34139 w 355337"/>
              <a:gd name="connsiteY3" fmla="*/ 91054 h 692536"/>
              <a:gd name="connsiteX4" fmla="*/ 51457 w 355337"/>
              <a:gd name="connsiteY4" fmla="*/ 91054 h 692536"/>
              <a:gd name="connsiteX5" fmla="*/ 60117 w 355337"/>
              <a:gd name="connsiteY5" fmla="*/ 108372 h 692536"/>
              <a:gd name="connsiteX6" fmla="*/ 60117 w 355337"/>
              <a:gd name="connsiteY6" fmla="*/ 125690 h 692536"/>
              <a:gd name="connsiteX7" fmla="*/ 77434 w 355337"/>
              <a:gd name="connsiteY7" fmla="*/ 143008 h 692536"/>
              <a:gd name="connsiteX8" fmla="*/ 94753 w 355337"/>
              <a:gd name="connsiteY8" fmla="*/ 160326 h 692536"/>
              <a:gd name="connsiteX9" fmla="*/ 103412 w 355337"/>
              <a:gd name="connsiteY9" fmla="*/ 168985 h 692536"/>
              <a:gd name="connsiteX10" fmla="*/ 120730 w 355337"/>
              <a:gd name="connsiteY10" fmla="*/ 186304 h 692536"/>
              <a:gd name="connsiteX11" fmla="*/ 129389 w 355337"/>
              <a:gd name="connsiteY11" fmla="*/ 194963 h 692536"/>
              <a:gd name="connsiteX12" fmla="*/ 138048 w 355337"/>
              <a:gd name="connsiteY12" fmla="*/ 203622 h 692536"/>
              <a:gd name="connsiteX13" fmla="*/ 146707 w 355337"/>
              <a:gd name="connsiteY13" fmla="*/ 212281 h 692536"/>
              <a:gd name="connsiteX14" fmla="*/ 164026 w 355337"/>
              <a:gd name="connsiteY14" fmla="*/ 229599 h 692536"/>
              <a:gd name="connsiteX15" fmla="*/ 181343 w 355337"/>
              <a:gd name="connsiteY15" fmla="*/ 238258 h 692536"/>
              <a:gd name="connsiteX16" fmla="*/ 198662 w 355337"/>
              <a:gd name="connsiteY16" fmla="*/ 255576 h 692536"/>
              <a:gd name="connsiteX17" fmla="*/ 215980 w 355337"/>
              <a:gd name="connsiteY17" fmla="*/ 272895 h 692536"/>
              <a:gd name="connsiteX18" fmla="*/ 224639 w 355337"/>
              <a:gd name="connsiteY18" fmla="*/ 281554 h 692536"/>
              <a:gd name="connsiteX19" fmla="*/ 241957 w 355337"/>
              <a:gd name="connsiteY19" fmla="*/ 290213 h 692536"/>
              <a:gd name="connsiteX20" fmla="*/ 250617 w 355337"/>
              <a:gd name="connsiteY20" fmla="*/ 298872 h 692536"/>
              <a:gd name="connsiteX21" fmla="*/ 259276 w 355337"/>
              <a:gd name="connsiteY21" fmla="*/ 307531 h 692536"/>
              <a:gd name="connsiteX22" fmla="*/ 267934 w 355337"/>
              <a:gd name="connsiteY22" fmla="*/ 307531 h 692536"/>
              <a:gd name="connsiteX23" fmla="*/ 276593 w 355337"/>
              <a:gd name="connsiteY23" fmla="*/ 316190 h 692536"/>
              <a:gd name="connsiteX24" fmla="*/ 285253 w 355337"/>
              <a:gd name="connsiteY24" fmla="*/ 324849 h 692536"/>
              <a:gd name="connsiteX25" fmla="*/ 293912 w 355337"/>
              <a:gd name="connsiteY25" fmla="*/ 333508 h 692536"/>
              <a:gd name="connsiteX26" fmla="*/ 302570 w 355337"/>
              <a:gd name="connsiteY26" fmla="*/ 333508 h 692536"/>
              <a:gd name="connsiteX27" fmla="*/ 319889 w 355337"/>
              <a:gd name="connsiteY27" fmla="*/ 342167 h 692536"/>
              <a:gd name="connsiteX28" fmla="*/ 328548 w 355337"/>
              <a:gd name="connsiteY28" fmla="*/ 359485 h 692536"/>
              <a:gd name="connsiteX29" fmla="*/ 337207 w 355337"/>
              <a:gd name="connsiteY29" fmla="*/ 359485 h 692536"/>
              <a:gd name="connsiteX30" fmla="*/ 345867 w 355337"/>
              <a:gd name="connsiteY30" fmla="*/ 368145 h 692536"/>
              <a:gd name="connsiteX31" fmla="*/ 354526 w 355337"/>
              <a:gd name="connsiteY31" fmla="*/ 376804 h 692536"/>
              <a:gd name="connsiteX32" fmla="*/ 354526 w 355337"/>
              <a:gd name="connsiteY32" fmla="*/ 394122 h 692536"/>
              <a:gd name="connsiteX33" fmla="*/ 345867 w 355337"/>
              <a:gd name="connsiteY33" fmla="*/ 402781 h 692536"/>
              <a:gd name="connsiteX34" fmla="*/ 337207 w 355337"/>
              <a:gd name="connsiteY34" fmla="*/ 420099 h 692536"/>
              <a:gd name="connsiteX35" fmla="*/ 328548 w 355337"/>
              <a:gd name="connsiteY35" fmla="*/ 428758 h 692536"/>
              <a:gd name="connsiteX36" fmla="*/ 319889 w 355337"/>
              <a:gd name="connsiteY36" fmla="*/ 446076 h 692536"/>
              <a:gd name="connsiteX37" fmla="*/ 311230 w 355337"/>
              <a:gd name="connsiteY37" fmla="*/ 463395 h 692536"/>
              <a:gd name="connsiteX38" fmla="*/ 302570 w 355337"/>
              <a:gd name="connsiteY38" fmla="*/ 472054 h 692536"/>
              <a:gd name="connsiteX39" fmla="*/ 293912 w 355337"/>
              <a:gd name="connsiteY39" fmla="*/ 480713 h 692536"/>
              <a:gd name="connsiteX40" fmla="*/ 285253 w 355337"/>
              <a:gd name="connsiteY40" fmla="*/ 498031 h 692536"/>
              <a:gd name="connsiteX41" fmla="*/ 276593 w 355337"/>
              <a:gd name="connsiteY41" fmla="*/ 515349 h 692536"/>
              <a:gd name="connsiteX42" fmla="*/ 267934 w 355337"/>
              <a:gd name="connsiteY42" fmla="*/ 541326 h 692536"/>
              <a:gd name="connsiteX43" fmla="*/ 250617 w 355337"/>
              <a:gd name="connsiteY43" fmla="*/ 558645 h 692536"/>
              <a:gd name="connsiteX44" fmla="*/ 241957 w 355337"/>
              <a:gd name="connsiteY44" fmla="*/ 575963 h 692536"/>
              <a:gd name="connsiteX45" fmla="*/ 233298 w 355337"/>
              <a:gd name="connsiteY45" fmla="*/ 575963 h 692536"/>
              <a:gd name="connsiteX46" fmla="*/ 224639 w 355337"/>
              <a:gd name="connsiteY46" fmla="*/ 593281 h 692536"/>
              <a:gd name="connsiteX47" fmla="*/ 215980 w 355337"/>
              <a:gd name="connsiteY47" fmla="*/ 601940 h 692536"/>
              <a:gd name="connsiteX48" fmla="*/ 207320 w 355337"/>
              <a:gd name="connsiteY48" fmla="*/ 610599 h 692536"/>
              <a:gd name="connsiteX49" fmla="*/ 198662 w 355337"/>
              <a:gd name="connsiteY49" fmla="*/ 619258 h 692536"/>
              <a:gd name="connsiteX50" fmla="*/ 198662 w 355337"/>
              <a:gd name="connsiteY50" fmla="*/ 627917 h 692536"/>
              <a:gd name="connsiteX51" fmla="*/ 181343 w 355337"/>
              <a:gd name="connsiteY51" fmla="*/ 636576 h 692536"/>
              <a:gd name="connsiteX52" fmla="*/ 172684 w 355337"/>
              <a:gd name="connsiteY52" fmla="*/ 645235 h 692536"/>
              <a:gd name="connsiteX53" fmla="*/ 164026 w 355337"/>
              <a:gd name="connsiteY53" fmla="*/ 662554 h 692536"/>
              <a:gd name="connsiteX54" fmla="*/ 155367 w 355337"/>
              <a:gd name="connsiteY54" fmla="*/ 679872 h 692536"/>
              <a:gd name="connsiteX55" fmla="*/ 146707 w 355337"/>
              <a:gd name="connsiteY55" fmla="*/ 688531 h 692536"/>
              <a:gd name="connsiteX56" fmla="*/ 146707 w 355337"/>
              <a:gd name="connsiteY56" fmla="*/ 697190 h 69253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55337" h="692536">
                <a:moveTo>
                  <a:pt x="-497" y="-4196"/>
                </a:moveTo>
                <a:cubicBezTo>
                  <a:pt x="80" y="-1309"/>
                  <a:pt x="6430" y="33326"/>
                  <a:pt x="8162" y="39099"/>
                </a:cubicBezTo>
                <a:cubicBezTo>
                  <a:pt x="9894" y="44872"/>
                  <a:pt x="23748" y="78931"/>
                  <a:pt x="25480" y="82395"/>
                </a:cubicBezTo>
                <a:cubicBezTo>
                  <a:pt x="27211" y="85858"/>
                  <a:pt x="32408" y="90476"/>
                  <a:pt x="34139" y="91054"/>
                </a:cubicBezTo>
                <a:cubicBezTo>
                  <a:pt x="35870" y="91631"/>
                  <a:pt x="49725" y="89899"/>
                  <a:pt x="51457" y="91054"/>
                </a:cubicBezTo>
                <a:cubicBezTo>
                  <a:pt x="53188" y="92208"/>
                  <a:pt x="59539" y="106063"/>
                  <a:pt x="60117" y="108372"/>
                </a:cubicBezTo>
                <a:cubicBezTo>
                  <a:pt x="60694" y="110681"/>
                  <a:pt x="58962" y="123381"/>
                  <a:pt x="60117" y="125690"/>
                </a:cubicBezTo>
                <a:cubicBezTo>
                  <a:pt x="61271" y="127999"/>
                  <a:pt x="75125" y="140699"/>
                  <a:pt x="77434" y="143008"/>
                </a:cubicBezTo>
                <a:cubicBezTo>
                  <a:pt x="79743" y="145317"/>
                  <a:pt x="93021" y="158594"/>
                  <a:pt x="94753" y="160326"/>
                </a:cubicBezTo>
                <a:cubicBezTo>
                  <a:pt x="96484" y="162058"/>
                  <a:pt x="101680" y="167254"/>
                  <a:pt x="103412" y="168985"/>
                </a:cubicBezTo>
                <a:cubicBezTo>
                  <a:pt x="105143" y="170717"/>
                  <a:pt x="118998" y="184572"/>
                  <a:pt x="120730" y="186304"/>
                </a:cubicBezTo>
                <a:cubicBezTo>
                  <a:pt x="122462" y="188035"/>
                  <a:pt x="128234" y="193808"/>
                  <a:pt x="129389" y="194963"/>
                </a:cubicBezTo>
                <a:cubicBezTo>
                  <a:pt x="130543" y="196117"/>
                  <a:pt x="136893" y="202467"/>
                  <a:pt x="138048" y="203622"/>
                </a:cubicBezTo>
                <a:cubicBezTo>
                  <a:pt x="139202" y="204776"/>
                  <a:pt x="144974" y="210549"/>
                  <a:pt x="146707" y="212281"/>
                </a:cubicBezTo>
                <a:cubicBezTo>
                  <a:pt x="148438" y="214013"/>
                  <a:pt x="161717" y="227867"/>
                  <a:pt x="164026" y="229599"/>
                </a:cubicBezTo>
                <a:cubicBezTo>
                  <a:pt x="166334" y="231331"/>
                  <a:pt x="179034" y="236526"/>
                  <a:pt x="181343" y="238258"/>
                </a:cubicBezTo>
                <a:cubicBezTo>
                  <a:pt x="183652" y="239990"/>
                  <a:pt x="196353" y="253267"/>
                  <a:pt x="198662" y="255576"/>
                </a:cubicBezTo>
                <a:cubicBezTo>
                  <a:pt x="200971" y="257885"/>
                  <a:pt x="214248" y="271163"/>
                  <a:pt x="215980" y="272895"/>
                </a:cubicBezTo>
                <a:cubicBezTo>
                  <a:pt x="217711" y="274626"/>
                  <a:pt x="222908" y="280399"/>
                  <a:pt x="224639" y="281554"/>
                </a:cubicBezTo>
                <a:cubicBezTo>
                  <a:pt x="226370" y="282708"/>
                  <a:pt x="240224" y="289058"/>
                  <a:pt x="241957" y="290213"/>
                </a:cubicBezTo>
                <a:cubicBezTo>
                  <a:pt x="243688" y="291367"/>
                  <a:pt x="249462" y="297717"/>
                  <a:pt x="250617" y="298872"/>
                </a:cubicBezTo>
                <a:cubicBezTo>
                  <a:pt x="251770" y="300026"/>
                  <a:pt x="258121" y="306954"/>
                  <a:pt x="259276" y="307531"/>
                </a:cubicBezTo>
                <a:cubicBezTo>
                  <a:pt x="260429" y="308108"/>
                  <a:pt x="266780" y="306954"/>
                  <a:pt x="267934" y="307531"/>
                </a:cubicBezTo>
                <a:cubicBezTo>
                  <a:pt x="269088" y="308108"/>
                  <a:pt x="275438" y="315035"/>
                  <a:pt x="276593" y="316190"/>
                </a:cubicBezTo>
                <a:cubicBezTo>
                  <a:pt x="277746" y="317344"/>
                  <a:pt x="284098" y="323694"/>
                  <a:pt x="285253" y="324849"/>
                </a:cubicBezTo>
                <a:cubicBezTo>
                  <a:pt x="286406" y="326004"/>
                  <a:pt x="292757" y="332931"/>
                  <a:pt x="293912" y="333508"/>
                </a:cubicBezTo>
                <a:cubicBezTo>
                  <a:pt x="295065" y="334085"/>
                  <a:pt x="300838" y="332931"/>
                  <a:pt x="302570" y="333508"/>
                </a:cubicBezTo>
                <a:cubicBezTo>
                  <a:pt x="304302" y="334085"/>
                  <a:pt x="318157" y="340435"/>
                  <a:pt x="319889" y="342167"/>
                </a:cubicBezTo>
                <a:cubicBezTo>
                  <a:pt x="321620" y="343899"/>
                  <a:pt x="327394" y="358331"/>
                  <a:pt x="328548" y="359485"/>
                </a:cubicBezTo>
                <a:cubicBezTo>
                  <a:pt x="329702" y="360640"/>
                  <a:pt x="336052" y="358908"/>
                  <a:pt x="337207" y="359485"/>
                </a:cubicBezTo>
                <a:cubicBezTo>
                  <a:pt x="338360" y="360063"/>
                  <a:pt x="344711" y="366990"/>
                  <a:pt x="345867" y="368145"/>
                </a:cubicBezTo>
                <a:cubicBezTo>
                  <a:pt x="347021" y="369299"/>
                  <a:pt x="353949" y="375072"/>
                  <a:pt x="354526" y="376804"/>
                </a:cubicBezTo>
                <a:cubicBezTo>
                  <a:pt x="355104" y="378535"/>
                  <a:pt x="355104" y="392390"/>
                  <a:pt x="354526" y="394122"/>
                </a:cubicBezTo>
                <a:cubicBezTo>
                  <a:pt x="353949" y="395853"/>
                  <a:pt x="347021" y="401049"/>
                  <a:pt x="345867" y="402781"/>
                </a:cubicBezTo>
                <a:cubicBezTo>
                  <a:pt x="344711" y="404513"/>
                  <a:pt x="338360" y="418367"/>
                  <a:pt x="337207" y="420099"/>
                </a:cubicBezTo>
                <a:cubicBezTo>
                  <a:pt x="336052" y="421831"/>
                  <a:pt x="329702" y="427026"/>
                  <a:pt x="328548" y="428758"/>
                </a:cubicBezTo>
                <a:cubicBezTo>
                  <a:pt x="327394" y="430490"/>
                  <a:pt x="321042" y="443767"/>
                  <a:pt x="319889" y="446076"/>
                </a:cubicBezTo>
                <a:cubicBezTo>
                  <a:pt x="318734" y="448385"/>
                  <a:pt x="312384" y="461663"/>
                  <a:pt x="311230" y="463395"/>
                </a:cubicBezTo>
                <a:cubicBezTo>
                  <a:pt x="310076" y="465126"/>
                  <a:pt x="303724" y="470899"/>
                  <a:pt x="302570" y="472054"/>
                </a:cubicBezTo>
                <a:cubicBezTo>
                  <a:pt x="301416" y="473208"/>
                  <a:pt x="295065" y="478981"/>
                  <a:pt x="293912" y="480713"/>
                </a:cubicBezTo>
                <a:cubicBezTo>
                  <a:pt x="292757" y="482444"/>
                  <a:pt x="286406" y="495722"/>
                  <a:pt x="285253" y="498031"/>
                </a:cubicBezTo>
                <a:cubicBezTo>
                  <a:pt x="284098" y="500340"/>
                  <a:pt x="277746" y="512463"/>
                  <a:pt x="276593" y="515349"/>
                </a:cubicBezTo>
                <a:cubicBezTo>
                  <a:pt x="275438" y="518235"/>
                  <a:pt x="269666" y="538440"/>
                  <a:pt x="267934" y="541326"/>
                </a:cubicBezTo>
                <a:cubicBezTo>
                  <a:pt x="266202" y="544213"/>
                  <a:pt x="252348" y="556336"/>
                  <a:pt x="250617" y="558645"/>
                </a:cubicBezTo>
                <a:cubicBezTo>
                  <a:pt x="248884" y="560954"/>
                  <a:pt x="243110" y="574808"/>
                  <a:pt x="241957" y="575963"/>
                </a:cubicBezTo>
                <a:cubicBezTo>
                  <a:pt x="240802" y="577117"/>
                  <a:pt x="234452" y="574808"/>
                  <a:pt x="233298" y="575963"/>
                </a:cubicBezTo>
                <a:cubicBezTo>
                  <a:pt x="232144" y="577117"/>
                  <a:pt x="225792" y="591549"/>
                  <a:pt x="224639" y="593281"/>
                </a:cubicBezTo>
                <a:cubicBezTo>
                  <a:pt x="223484" y="595012"/>
                  <a:pt x="217134" y="600785"/>
                  <a:pt x="215980" y="601940"/>
                </a:cubicBezTo>
                <a:cubicBezTo>
                  <a:pt x="214825" y="603094"/>
                  <a:pt x="208474" y="609444"/>
                  <a:pt x="207320" y="610599"/>
                </a:cubicBezTo>
                <a:cubicBezTo>
                  <a:pt x="206166" y="611753"/>
                  <a:pt x="199239" y="618103"/>
                  <a:pt x="198662" y="619258"/>
                </a:cubicBezTo>
                <a:cubicBezTo>
                  <a:pt x="198085" y="620412"/>
                  <a:pt x="199817" y="626763"/>
                  <a:pt x="198662" y="627917"/>
                </a:cubicBezTo>
                <a:cubicBezTo>
                  <a:pt x="197507" y="629072"/>
                  <a:pt x="183075" y="635422"/>
                  <a:pt x="181343" y="636576"/>
                </a:cubicBezTo>
                <a:cubicBezTo>
                  <a:pt x="179610" y="637731"/>
                  <a:pt x="173838" y="643504"/>
                  <a:pt x="172684" y="645235"/>
                </a:cubicBezTo>
                <a:cubicBezTo>
                  <a:pt x="171529" y="646967"/>
                  <a:pt x="165180" y="660244"/>
                  <a:pt x="164026" y="662554"/>
                </a:cubicBezTo>
                <a:cubicBezTo>
                  <a:pt x="162872" y="664862"/>
                  <a:pt x="156521" y="678140"/>
                  <a:pt x="155367" y="679872"/>
                </a:cubicBezTo>
                <a:cubicBezTo>
                  <a:pt x="154212" y="681603"/>
                  <a:pt x="147284" y="687376"/>
                  <a:pt x="146707" y="688531"/>
                </a:cubicBezTo>
                <a:cubicBezTo>
                  <a:pt x="146129" y="689685"/>
                  <a:pt x="146707" y="696613"/>
                  <a:pt x="146707" y="697190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9" name=""/>
          <p:cNvSpPr/>
          <p:nvPr/>
        </p:nvSpPr>
        <p:spPr>
          <a:xfrm>
            <a:off x="5159882" y="1989582"/>
            <a:ext cx="540067" cy="504063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cxnSp>
        <p:nvCxnSpPr>
          <p:cNvPr id="10" name=""/>
          <p:cNvCxnSpPr/>
          <p:nvPr/>
        </p:nvCxnSpPr>
        <p:spPr>
          <a:xfrm>
            <a:off x="1631442" y="3891460"/>
            <a:ext cx="8137017" cy="0"/>
          </a:xfrm>
          <a:prstGeom prst="line">
            <a:avLst/>
          </a:prstGeom>
          <a:ln w="57150">
            <a:solidFill>
              <a:schemeClr val="accent1"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"/>
          <p:cNvSpPr/>
          <p:nvPr/>
        </p:nvSpPr>
        <p:spPr>
          <a:xfrm>
            <a:off x="9480423" y="3501009"/>
            <a:ext cx="355337" cy="692536"/>
          </a:xfrm>
          <a:custGeom>
            <a:avLst/>
            <a:gdLst>
              <a:gd name="connsiteX0" fmla="*/ -497 w 355337"/>
              <a:gd name="connsiteY0" fmla="*/ -4196 h 692536"/>
              <a:gd name="connsiteX1" fmla="*/ 8162 w 355337"/>
              <a:gd name="connsiteY1" fmla="*/ 39099 h 692536"/>
              <a:gd name="connsiteX2" fmla="*/ 25480 w 355337"/>
              <a:gd name="connsiteY2" fmla="*/ 82395 h 692536"/>
              <a:gd name="connsiteX3" fmla="*/ 34139 w 355337"/>
              <a:gd name="connsiteY3" fmla="*/ 91054 h 692536"/>
              <a:gd name="connsiteX4" fmla="*/ 51457 w 355337"/>
              <a:gd name="connsiteY4" fmla="*/ 91054 h 692536"/>
              <a:gd name="connsiteX5" fmla="*/ 60117 w 355337"/>
              <a:gd name="connsiteY5" fmla="*/ 108372 h 692536"/>
              <a:gd name="connsiteX6" fmla="*/ 60117 w 355337"/>
              <a:gd name="connsiteY6" fmla="*/ 125690 h 692536"/>
              <a:gd name="connsiteX7" fmla="*/ 77434 w 355337"/>
              <a:gd name="connsiteY7" fmla="*/ 143008 h 692536"/>
              <a:gd name="connsiteX8" fmla="*/ 94753 w 355337"/>
              <a:gd name="connsiteY8" fmla="*/ 160326 h 692536"/>
              <a:gd name="connsiteX9" fmla="*/ 103412 w 355337"/>
              <a:gd name="connsiteY9" fmla="*/ 168985 h 692536"/>
              <a:gd name="connsiteX10" fmla="*/ 120730 w 355337"/>
              <a:gd name="connsiteY10" fmla="*/ 186304 h 692536"/>
              <a:gd name="connsiteX11" fmla="*/ 129389 w 355337"/>
              <a:gd name="connsiteY11" fmla="*/ 194963 h 692536"/>
              <a:gd name="connsiteX12" fmla="*/ 138048 w 355337"/>
              <a:gd name="connsiteY12" fmla="*/ 203622 h 692536"/>
              <a:gd name="connsiteX13" fmla="*/ 146707 w 355337"/>
              <a:gd name="connsiteY13" fmla="*/ 212281 h 692536"/>
              <a:gd name="connsiteX14" fmla="*/ 164026 w 355337"/>
              <a:gd name="connsiteY14" fmla="*/ 229599 h 692536"/>
              <a:gd name="connsiteX15" fmla="*/ 181343 w 355337"/>
              <a:gd name="connsiteY15" fmla="*/ 238258 h 692536"/>
              <a:gd name="connsiteX16" fmla="*/ 198662 w 355337"/>
              <a:gd name="connsiteY16" fmla="*/ 255576 h 692536"/>
              <a:gd name="connsiteX17" fmla="*/ 215980 w 355337"/>
              <a:gd name="connsiteY17" fmla="*/ 272895 h 692536"/>
              <a:gd name="connsiteX18" fmla="*/ 224639 w 355337"/>
              <a:gd name="connsiteY18" fmla="*/ 281554 h 692536"/>
              <a:gd name="connsiteX19" fmla="*/ 241957 w 355337"/>
              <a:gd name="connsiteY19" fmla="*/ 290213 h 692536"/>
              <a:gd name="connsiteX20" fmla="*/ 250617 w 355337"/>
              <a:gd name="connsiteY20" fmla="*/ 298872 h 692536"/>
              <a:gd name="connsiteX21" fmla="*/ 259276 w 355337"/>
              <a:gd name="connsiteY21" fmla="*/ 307531 h 692536"/>
              <a:gd name="connsiteX22" fmla="*/ 267934 w 355337"/>
              <a:gd name="connsiteY22" fmla="*/ 307531 h 692536"/>
              <a:gd name="connsiteX23" fmla="*/ 276593 w 355337"/>
              <a:gd name="connsiteY23" fmla="*/ 316190 h 692536"/>
              <a:gd name="connsiteX24" fmla="*/ 285253 w 355337"/>
              <a:gd name="connsiteY24" fmla="*/ 324849 h 692536"/>
              <a:gd name="connsiteX25" fmla="*/ 293912 w 355337"/>
              <a:gd name="connsiteY25" fmla="*/ 333508 h 692536"/>
              <a:gd name="connsiteX26" fmla="*/ 302570 w 355337"/>
              <a:gd name="connsiteY26" fmla="*/ 333508 h 692536"/>
              <a:gd name="connsiteX27" fmla="*/ 319889 w 355337"/>
              <a:gd name="connsiteY27" fmla="*/ 342167 h 692536"/>
              <a:gd name="connsiteX28" fmla="*/ 328548 w 355337"/>
              <a:gd name="connsiteY28" fmla="*/ 359485 h 692536"/>
              <a:gd name="connsiteX29" fmla="*/ 337207 w 355337"/>
              <a:gd name="connsiteY29" fmla="*/ 359485 h 692536"/>
              <a:gd name="connsiteX30" fmla="*/ 345867 w 355337"/>
              <a:gd name="connsiteY30" fmla="*/ 368145 h 692536"/>
              <a:gd name="connsiteX31" fmla="*/ 354526 w 355337"/>
              <a:gd name="connsiteY31" fmla="*/ 376804 h 692536"/>
              <a:gd name="connsiteX32" fmla="*/ 354526 w 355337"/>
              <a:gd name="connsiteY32" fmla="*/ 394122 h 692536"/>
              <a:gd name="connsiteX33" fmla="*/ 345867 w 355337"/>
              <a:gd name="connsiteY33" fmla="*/ 402781 h 692536"/>
              <a:gd name="connsiteX34" fmla="*/ 337207 w 355337"/>
              <a:gd name="connsiteY34" fmla="*/ 420099 h 692536"/>
              <a:gd name="connsiteX35" fmla="*/ 328548 w 355337"/>
              <a:gd name="connsiteY35" fmla="*/ 428758 h 692536"/>
              <a:gd name="connsiteX36" fmla="*/ 319889 w 355337"/>
              <a:gd name="connsiteY36" fmla="*/ 446076 h 692536"/>
              <a:gd name="connsiteX37" fmla="*/ 311230 w 355337"/>
              <a:gd name="connsiteY37" fmla="*/ 463395 h 692536"/>
              <a:gd name="connsiteX38" fmla="*/ 302570 w 355337"/>
              <a:gd name="connsiteY38" fmla="*/ 472054 h 692536"/>
              <a:gd name="connsiteX39" fmla="*/ 293912 w 355337"/>
              <a:gd name="connsiteY39" fmla="*/ 480713 h 692536"/>
              <a:gd name="connsiteX40" fmla="*/ 285253 w 355337"/>
              <a:gd name="connsiteY40" fmla="*/ 498031 h 692536"/>
              <a:gd name="connsiteX41" fmla="*/ 276593 w 355337"/>
              <a:gd name="connsiteY41" fmla="*/ 515349 h 692536"/>
              <a:gd name="connsiteX42" fmla="*/ 267934 w 355337"/>
              <a:gd name="connsiteY42" fmla="*/ 541326 h 692536"/>
              <a:gd name="connsiteX43" fmla="*/ 250617 w 355337"/>
              <a:gd name="connsiteY43" fmla="*/ 558645 h 692536"/>
              <a:gd name="connsiteX44" fmla="*/ 241957 w 355337"/>
              <a:gd name="connsiteY44" fmla="*/ 575963 h 692536"/>
              <a:gd name="connsiteX45" fmla="*/ 233298 w 355337"/>
              <a:gd name="connsiteY45" fmla="*/ 575963 h 692536"/>
              <a:gd name="connsiteX46" fmla="*/ 224639 w 355337"/>
              <a:gd name="connsiteY46" fmla="*/ 593281 h 692536"/>
              <a:gd name="connsiteX47" fmla="*/ 215980 w 355337"/>
              <a:gd name="connsiteY47" fmla="*/ 601940 h 692536"/>
              <a:gd name="connsiteX48" fmla="*/ 207320 w 355337"/>
              <a:gd name="connsiteY48" fmla="*/ 610599 h 692536"/>
              <a:gd name="connsiteX49" fmla="*/ 198662 w 355337"/>
              <a:gd name="connsiteY49" fmla="*/ 619258 h 692536"/>
              <a:gd name="connsiteX50" fmla="*/ 198662 w 355337"/>
              <a:gd name="connsiteY50" fmla="*/ 627917 h 692536"/>
              <a:gd name="connsiteX51" fmla="*/ 181343 w 355337"/>
              <a:gd name="connsiteY51" fmla="*/ 636576 h 692536"/>
              <a:gd name="connsiteX52" fmla="*/ 172684 w 355337"/>
              <a:gd name="connsiteY52" fmla="*/ 645235 h 692536"/>
              <a:gd name="connsiteX53" fmla="*/ 164026 w 355337"/>
              <a:gd name="connsiteY53" fmla="*/ 662554 h 692536"/>
              <a:gd name="connsiteX54" fmla="*/ 155367 w 355337"/>
              <a:gd name="connsiteY54" fmla="*/ 679872 h 692536"/>
              <a:gd name="connsiteX55" fmla="*/ 146707 w 355337"/>
              <a:gd name="connsiteY55" fmla="*/ 688531 h 692536"/>
              <a:gd name="connsiteX56" fmla="*/ 146707 w 355337"/>
              <a:gd name="connsiteY56" fmla="*/ 697190 h 69253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55337" h="692536">
                <a:moveTo>
                  <a:pt x="-497" y="-4196"/>
                </a:moveTo>
                <a:cubicBezTo>
                  <a:pt x="80" y="-1309"/>
                  <a:pt x="6430" y="33326"/>
                  <a:pt x="8162" y="39099"/>
                </a:cubicBezTo>
                <a:cubicBezTo>
                  <a:pt x="9894" y="44872"/>
                  <a:pt x="23748" y="78931"/>
                  <a:pt x="25480" y="82395"/>
                </a:cubicBezTo>
                <a:cubicBezTo>
                  <a:pt x="27211" y="85858"/>
                  <a:pt x="32408" y="90476"/>
                  <a:pt x="34139" y="91054"/>
                </a:cubicBezTo>
                <a:cubicBezTo>
                  <a:pt x="35870" y="91631"/>
                  <a:pt x="49725" y="89899"/>
                  <a:pt x="51457" y="91054"/>
                </a:cubicBezTo>
                <a:cubicBezTo>
                  <a:pt x="53188" y="92208"/>
                  <a:pt x="59539" y="106063"/>
                  <a:pt x="60117" y="108372"/>
                </a:cubicBezTo>
                <a:cubicBezTo>
                  <a:pt x="60694" y="110681"/>
                  <a:pt x="58962" y="123381"/>
                  <a:pt x="60117" y="125690"/>
                </a:cubicBezTo>
                <a:cubicBezTo>
                  <a:pt x="61271" y="127999"/>
                  <a:pt x="75125" y="140699"/>
                  <a:pt x="77434" y="143008"/>
                </a:cubicBezTo>
                <a:cubicBezTo>
                  <a:pt x="79743" y="145317"/>
                  <a:pt x="93021" y="158594"/>
                  <a:pt x="94753" y="160326"/>
                </a:cubicBezTo>
                <a:cubicBezTo>
                  <a:pt x="96484" y="162058"/>
                  <a:pt x="101680" y="167254"/>
                  <a:pt x="103412" y="168985"/>
                </a:cubicBezTo>
                <a:cubicBezTo>
                  <a:pt x="105143" y="170717"/>
                  <a:pt x="118998" y="184572"/>
                  <a:pt x="120730" y="186304"/>
                </a:cubicBezTo>
                <a:cubicBezTo>
                  <a:pt x="122462" y="188035"/>
                  <a:pt x="128234" y="193808"/>
                  <a:pt x="129389" y="194963"/>
                </a:cubicBezTo>
                <a:cubicBezTo>
                  <a:pt x="130543" y="196117"/>
                  <a:pt x="136893" y="202467"/>
                  <a:pt x="138048" y="203622"/>
                </a:cubicBezTo>
                <a:cubicBezTo>
                  <a:pt x="139202" y="204776"/>
                  <a:pt x="144974" y="210549"/>
                  <a:pt x="146707" y="212281"/>
                </a:cubicBezTo>
                <a:cubicBezTo>
                  <a:pt x="148438" y="214013"/>
                  <a:pt x="161717" y="227867"/>
                  <a:pt x="164026" y="229599"/>
                </a:cubicBezTo>
                <a:cubicBezTo>
                  <a:pt x="166334" y="231331"/>
                  <a:pt x="179034" y="236526"/>
                  <a:pt x="181343" y="238258"/>
                </a:cubicBezTo>
                <a:cubicBezTo>
                  <a:pt x="183652" y="239990"/>
                  <a:pt x="196353" y="253267"/>
                  <a:pt x="198662" y="255576"/>
                </a:cubicBezTo>
                <a:cubicBezTo>
                  <a:pt x="200971" y="257885"/>
                  <a:pt x="214248" y="271163"/>
                  <a:pt x="215980" y="272895"/>
                </a:cubicBezTo>
                <a:cubicBezTo>
                  <a:pt x="217711" y="274626"/>
                  <a:pt x="222908" y="280399"/>
                  <a:pt x="224639" y="281554"/>
                </a:cubicBezTo>
                <a:cubicBezTo>
                  <a:pt x="226370" y="282708"/>
                  <a:pt x="240224" y="289058"/>
                  <a:pt x="241957" y="290213"/>
                </a:cubicBezTo>
                <a:cubicBezTo>
                  <a:pt x="243688" y="291367"/>
                  <a:pt x="249462" y="297717"/>
                  <a:pt x="250617" y="298872"/>
                </a:cubicBezTo>
                <a:cubicBezTo>
                  <a:pt x="251770" y="300026"/>
                  <a:pt x="258121" y="306954"/>
                  <a:pt x="259276" y="307531"/>
                </a:cubicBezTo>
                <a:cubicBezTo>
                  <a:pt x="260429" y="308108"/>
                  <a:pt x="266780" y="306954"/>
                  <a:pt x="267934" y="307531"/>
                </a:cubicBezTo>
                <a:cubicBezTo>
                  <a:pt x="269088" y="308108"/>
                  <a:pt x="275438" y="315035"/>
                  <a:pt x="276593" y="316190"/>
                </a:cubicBezTo>
                <a:cubicBezTo>
                  <a:pt x="277746" y="317344"/>
                  <a:pt x="284098" y="323694"/>
                  <a:pt x="285253" y="324849"/>
                </a:cubicBezTo>
                <a:cubicBezTo>
                  <a:pt x="286406" y="326004"/>
                  <a:pt x="292757" y="332931"/>
                  <a:pt x="293912" y="333508"/>
                </a:cubicBezTo>
                <a:cubicBezTo>
                  <a:pt x="295065" y="334085"/>
                  <a:pt x="300838" y="332931"/>
                  <a:pt x="302570" y="333508"/>
                </a:cubicBezTo>
                <a:cubicBezTo>
                  <a:pt x="304302" y="334085"/>
                  <a:pt x="318157" y="340435"/>
                  <a:pt x="319889" y="342167"/>
                </a:cubicBezTo>
                <a:cubicBezTo>
                  <a:pt x="321620" y="343899"/>
                  <a:pt x="327394" y="358331"/>
                  <a:pt x="328548" y="359485"/>
                </a:cubicBezTo>
                <a:cubicBezTo>
                  <a:pt x="329702" y="360640"/>
                  <a:pt x="336052" y="358908"/>
                  <a:pt x="337207" y="359485"/>
                </a:cubicBezTo>
                <a:cubicBezTo>
                  <a:pt x="338360" y="360063"/>
                  <a:pt x="344711" y="366990"/>
                  <a:pt x="345867" y="368145"/>
                </a:cubicBezTo>
                <a:cubicBezTo>
                  <a:pt x="347021" y="369299"/>
                  <a:pt x="353949" y="375072"/>
                  <a:pt x="354526" y="376804"/>
                </a:cubicBezTo>
                <a:cubicBezTo>
                  <a:pt x="355104" y="378535"/>
                  <a:pt x="355104" y="392390"/>
                  <a:pt x="354526" y="394122"/>
                </a:cubicBezTo>
                <a:cubicBezTo>
                  <a:pt x="353949" y="395853"/>
                  <a:pt x="347021" y="401049"/>
                  <a:pt x="345867" y="402781"/>
                </a:cubicBezTo>
                <a:cubicBezTo>
                  <a:pt x="344711" y="404513"/>
                  <a:pt x="338360" y="418367"/>
                  <a:pt x="337207" y="420099"/>
                </a:cubicBezTo>
                <a:cubicBezTo>
                  <a:pt x="336052" y="421831"/>
                  <a:pt x="329702" y="427026"/>
                  <a:pt x="328548" y="428758"/>
                </a:cubicBezTo>
                <a:cubicBezTo>
                  <a:pt x="327394" y="430490"/>
                  <a:pt x="321042" y="443767"/>
                  <a:pt x="319889" y="446076"/>
                </a:cubicBezTo>
                <a:cubicBezTo>
                  <a:pt x="318734" y="448385"/>
                  <a:pt x="312384" y="461663"/>
                  <a:pt x="311230" y="463395"/>
                </a:cubicBezTo>
                <a:cubicBezTo>
                  <a:pt x="310076" y="465126"/>
                  <a:pt x="303724" y="470899"/>
                  <a:pt x="302570" y="472054"/>
                </a:cubicBezTo>
                <a:cubicBezTo>
                  <a:pt x="301416" y="473208"/>
                  <a:pt x="295065" y="478981"/>
                  <a:pt x="293912" y="480713"/>
                </a:cubicBezTo>
                <a:cubicBezTo>
                  <a:pt x="292757" y="482444"/>
                  <a:pt x="286406" y="495722"/>
                  <a:pt x="285253" y="498031"/>
                </a:cubicBezTo>
                <a:cubicBezTo>
                  <a:pt x="284098" y="500340"/>
                  <a:pt x="277746" y="512463"/>
                  <a:pt x="276593" y="515349"/>
                </a:cubicBezTo>
                <a:cubicBezTo>
                  <a:pt x="275438" y="518235"/>
                  <a:pt x="269666" y="538440"/>
                  <a:pt x="267934" y="541326"/>
                </a:cubicBezTo>
                <a:cubicBezTo>
                  <a:pt x="266202" y="544213"/>
                  <a:pt x="252348" y="556336"/>
                  <a:pt x="250617" y="558645"/>
                </a:cubicBezTo>
                <a:cubicBezTo>
                  <a:pt x="248884" y="560954"/>
                  <a:pt x="243110" y="574808"/>
                  <a:pt x="241957" y="575963"/>
                </a:cubicBezTo>
                <a:cubicBezTo>
                  <a:pt x="240802" y="577117"/>
                  <a:pt x="234452" y="574808"/>
                  <a:pt x="233298" y="575963"/>
                </a:cubicBezTo>
                <a:cubicBezTo>
                  <a:pt x="232144" y="577117"/>
                  <a:pt x="225792" y="591549"/>
                  <a:pt x="224639" y="593281"/>
                </a:cubicBezTo>
                <a:cubicBezTo>
                  <a:pt x="223484" y="595012"/>
                  <a:pt x="217134" y="600785"/>
                  <a:pt x="215980" y="601940"/>
                </a:cubicBezTo>
                <a:cubicBezTo>
                  <a:pt x="214825" y="603094"/>
                  <a:pt x="208474" y="609444"/>
                  <a:pt x="207320" y="610599"/>
                </a:cubicBezTo>
                <a:cubicBezTo>
                  <a:pt x="206166" y="611753"/>
                  <a:pt x="199239" y="618103"/>
                  <a:pt x="198662" y="619258"/>
                </a:cubicBezTo>
                <a:cubicBezTo>
                  <a:pt x="198085" y="620412"/>
                  <a:pt x="199817" y="626763"/>
                  <a:pt x="198662" y="627917"/>
                </a:cubicBezTo>
                <a:cubicBezTo>
                  <a:pt x="197507" y="629072"/>
                  <a:pt x="183075" y="635422"/>
                  <a:pt x="181343" y="636576"/>
                </a:cubicBezTo>
                <a:cubicBezTo>
                  <a:pt x="179610" y="637731"/>
                  <a:pt x="173838" y="643504"/>
                  <a:pt x="172684" y="645235"/>
                </a:cubicBezTo>
                <a:cubicBezTo>
                  <a:pt x="171529" y="646967"/>
                  <a:pt x="165180" y="660244"/>
                  <a:pt x="164026" y="662554"/>
                </a:cubicBezTo>
                <a:cubicBezTo>
                  <a:pt x="162872" y="664862"/>
                  <a:pt x="156521" y="678140"/>
                  <a:pt x="155367" y="679872"/>
                </a:cubicBezTo>
                <a:cubicBezTo>
                  <a:pt x="154212" y="681603"/>
                  <a:pt x="147284" y="687376"/>
                  <a:pt x="146707" y="688531"/>
                </a:cubicBezTo>
                <a:cubicBezTo>
                  <a:pt x="146129" y="689685"/>
                  <a:pt x="146707" y="696613"/>
                  <a:pt x="146707" y="697190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5" name=""/>
          <p:cNvSpPr txBox="1"/>
          <p:nvPr/>
        </p:nvSpPr>
        <p:spPr>
          <a:xfrm>
            <a:off x="6130481" y="4293108"/>
            <a:ext cx="325564" cy="367026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a</a:t>
            </a:r>
            <a:endParaRPr lang="en-US" altLang="ko-KR"/>
          </a:p>
        </p:txBody>
      </p:sp>
      <p:cxnSp>
        <p:nvCxnSpPr>
          <p:cNvPr id="16" name=""/>
          <p:cNvCxnSpPr/>
          <p:nvPr/>
        </p:nvCxnSpPr>
        <p:spPr>
          <a:xfrm>
            <a:off x="1631442" y="5935266"/>
            <a:ext cx="8137017" cy="0"/>
          </a:xfrm>
          <a:prstGeom prst="line">
            <a:avLst/>
          </a:prstGeom>
          <a:ln w="57150">
            <a:solidFill>
              <a:schemeClr val="accent1"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"/>
          <p:cNvSpPr/>
          <p:nvPr/>
        </p:nvSpPr>
        <p:spPr>
          <a:xfrm>
            <a:off x="9480423" y="5544815"/>
            <a:ext cx="355337" cy="692536"/>
          </a:xfrm>
          <a:custGeom>
            <a:avLst/>
            <a:gdLst>
              <a:gd name="connsiteX0" fmla="*/ -497 w 355337"/>
              <a:gd name="connsiteY0" fmla="*/ -4196 h 692536"/>
              <a:gd name="connsiteX1" fmla="*/ 8162 w 355337"/>
              <a:gd name="connsiteY1" fmla="*/ 39099 h 692536"/>
              <a:gd name="connsiteX2" fmla="*/ 25480 w 355337"/>
              <a:gd name="connsiteY2" fmla="*/ 82395 h 692536"/>
              <a:gd name="connsiteX3" fmla="*/ 34139 w 355337"/>
              <a:gd name="connsiteY3" fmla="*/ 91054 h 692536"/>
              <a:gd name="connsiteX4" fmla="*/ 51457 w 355337"/>
              <a:gd name="connsiteY4" fmla="*/ 91054 h 692536"/>
              <a:gd name="connsiteX5" fmla="*/ 60117 w 355337"/>
              <a:gd name="connsiteY5" fmla="*/ 108372 h 692536"/>
              <a:gd name="connsiteX6" fmla="*/ 60117 w 355337"/>
              <a:gd name="connsiteY6" fmla="*/ 125690 h 692536"/>
              <a:gd name="connsiteX7" fmla="*/ 77434 w 355337"/>
              <a:gd name="connsiteY7" fmla="*/ 143008 h 692536"/>
              <a:gd name="connsiteX8" fmla="*/ 94753 w 355337"/>
              <a:gd name="connsiteY8" fmla="*/ 160326 h 692536"/>
              <a:gd name="connsiteX9" fmla="*/ 103412 w 355337"/>
              <a:gd name="connsiteY9" fmla="*/ 168985 h 692536"/>
              <a:gd name="connsiteX10" fmla="*/ 120730 w 355337"/>
              <a:gd name="connsiteY10" fmla="*/ 186304 h 692536"/>
              <a:gd name="connsiteX11" fmla="*/ 129389 w 355337"/>
              <a:gd name="connsiteY11" fmla="*/ 194963 h 692536"/>
              <a:gd name="connsiteX12" fmla="*/ 138048 w 355337"/>
              <a:gd name="connsiteY12" fmla="*/ 203622 h 692536"/>
              <a:gd name="connsiteX13" fmla="*/ 146707 w 355337"/>
              <a:gd name="connsiteY13" fmla="*/ 212281 h 692536"/>
              <a:gd name="connsiteX14" fmla="*/ 164026 w 355337"/>
              <a:gd name="connsiteY14" fmla="*/ 229599 h 692536"/>
              <a:gd name="connsiteX15" fmla="*/ 181343 w 355337"/>
              <a:gd name="connsiteY15" fmla="*/ 238258 h 692536"/>
              <a:gd name="connsiteX16" fmla="*/ 198662 w 355337"/>
              <a:gd name="connsiteY16" fmla="*/ 255576 h 692536"/>
              <a:gd name="connsiteX17" fmla="*/ 215980 w 355337"/>
              <a:gd name="connsiteY17" fmla="*/ 272895 h 692536"/>
              <a:gd name="connsiteX18" fmla="*/ 224639 w 355337"/>
              <a:gd name="connsiteY18" fmla="*/ 281554 h 692536"/>
              <a:gd name="connsiteX19" fmla="*/ 241957 w 355337"/>
              <a:gd name="connsiteY19" fmla="*/ 290213 h 692536"/>
              <a:gd name="connsiteX20" fmla="*/ 250617 w 355337"/>
              <a:gd name="connsiteY20" fmla="*/ 298872 h 692536"/>
              <a:gd name="connsiteX21" fmla="*/ 259276 w 355337"/>
              <a:gd name="connsiteY21" fmla="*/ 307531 h 692536"/>
              <a:gd name="connsiteX22" fmla="*/ 267934 w 355337"/>
              <a:gd name="connsiteY22" fmla="*/ 307531 h 692536"/>
              <a:gd name="connsiteX23" fmla="*/ 276593 w 355337"/>
              <a:gd name="connsiteY23" fmla="*/ 316190 h 692536"/>
              <a:gd name="connsiteX24" fmla="*/ 285253 w 355337"/>
              <a:gd name="connsiteY24" fmla="*/ 324849 h 692536"/>
              <a:gd name="connsiteX25" fmla="*/ 293912 w 355337"/>
              <a:gd name="connsiteY25" fmla="*/ 333508 h 692536"/>
              <a:gd name="connsiteX26" fmla="*/ 302570 w 355337"/>
              <a:gd name="connsiteY26" fmla="*/ 333508 h 692536"/>
              <a:gd name="connsiteX27" fmla="*/ 319889 w 355337"/>
              <a:gd name="connsiteY27" fmla="*/ 342167 h 692536"/>
              <a:gd name="connsiteX28" fmla="*/ 328548 w 355337"/>
              <a:gd name="connsiteY28" fmla="*/ 359485 h 692536"/>
              <a:gd name="connsiteX29" fmla="*/ 337207 w 355337"/>
              <a:gd name="connsiteY29" fmla="*/ 359485 h 692536"/>
              <a:gd name="connsiteX30" fmla="*/ 345867 w 355337"/>
              <a:gd name="connsiteY30" fmla="*/ 368145 h 692536"/>
              <a:gd name="connsiteX31" fmla="*/ 354526 w 355337"/>
              <a:gd name="connsiteY31" fmla="*/ 376804 h 692536"/>
              <a:gd name="connsiteX32" fmla="*/ 354526 w 355337"/>
              <a:gd name="connsiteY32" fmla="*/ 394122 h 692536"/>
              <a:gd name="connsiteX33" fmla="*/ 345867 w 355337"/>
              <a:gd name="connsiteY33" fmla="*/ 402781 h 692536"/>
              <a:gd name="connsiteX34" fmla="*/ 337207 w 355337"/>
              <a:gd name="connsiteY34" fmla="*/ 420099 h 692536"/>
              <a:gd name="connsiteX35" fmla="*/ 328548 w 355337"/>
              <a:gd name="connsiteY35" fmla="*/ 428758 h 692536"/>
              <a:gd name="connsiteX36" fmla="*/ 319889 w 355337"/>
              <a:gd name="connsiteY36" fmla="*/ 446076 h 692536"/>
              <a:gd name="connsiteX37" fmla="*/ 311230 w 355337"/>
              <a:gd name="connsiteY37" fmla="*/ 463395 h 692536"/>
              <a:gd name="connsiteX38" fmla="*/ 302570 w 355337"/>
              <a:gd name="connsiteY38" fmla="*/ 472054 h 692536"/>
              <a:gd name="connsiteX39" fmla="*/ 293912 w 355337"/>
              <a:gd name="connsiteY39" fmla="*/ 480713 h 692536"/>
              <a:gd name="connsiteX40" fmla="*/ 285253 w 355337"/>
              <a:gd name="connsiteY40" fmla="*/ 498031 h 692536"/>
              <a:gd name="connsiteX41" fmla="*/ 276593 w 355337"/>
              <a:gd name="connsiteY41" fmla="*/ 515349 h 692536"/>
              <a:gd name="connsiteX42" fmla="*/ 267934 w 355337"/>
              <a:gd name="connsiteY42" fmla="*/ 541326 h 692536"/>
              <a:gd name="connsiteX43" fmla="*/ 250617 w 355337"/>
              <a:gd name="connsiteY43" fmla="*/ 558645 h 692536"/>
              <a:gd name="connsiteX44" fmla="*/ 241957 w 355337"/>
              <a:gd name="connsiteY44" fmla="*/ 575963 h 692536"/>
              <a:gd name="connsiteX45" fmla="*/ 233298 w 355337"/>
              <a:gd name="connsiteY45" fmla="*/ 575963 h 692536"/>
              <a:gd name="connsiteX46" fmla="*/ 224639 w 355337"/>
              <a:gd name="connsiteY46" fmla="*/ 593281 h 692536"/>
              <a:gd name="connsiteX47" fmla="*/ 215980 w 355337"/>
              <a:gd name="connsiteY47" fmla="*/ 601940 h 692536"/>
              <a:gd name="connsiteX48" fmla="*/ 207320 w 355337"/>
              <a:gd name="connsiteY48" fmla="*/ 610599 h 692536"/>
              <a:gd name="connsiteX49" fmla="*/ 198662 w 355337"/>
              <a:gd name="connsiteY49" fmla="*/ 619258 h 692536"/>
              <a:gd name="connsiteX50" fmla="*/ 198662 w 355337"/>
              <a:gd name="connsiteY50" fmla="*/ 627917 h 692536"/>
              <a:gd name="connsiteX51" fmla="*/ 181343 w 355337"/>
              <a:gd name="connsiteY51" fmla="*/ 636576 h 692536"/>
              <a:gd name="connsiteX52" fmla="*/ 172684 w 355337"/>
              <a:gd name="connsiteY52" fmla="*/ 645235 h 692536"/>
              <a:gd name="connsiteX53" fmla="*/ 164026 w 355337"/>
              <a:gd name="connsiteY53" fmla="*/ 662554 h 692536"/>
              <a:gd name="connsiteX54" fmla="*/ 155367 w 355337"/>
              <a:gd name="connsiteY54" fmla="*/ 679872 h 692536"/>
              <a:gd name="connsiteX55" fmla="*/ 146707 w 355337"/>
              <a:gd name="connsiteY55" fmla="*/ 688531 h 692536"/>
              <a:gd name="connsiteX56" fmla="*/ 146707 w 355337"/>
              <a:gd name="connsiteY56" fmla="*/ 697190 h 69253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55337" h="692536">
                <a:moveTo>
                  <a:pt x="-497" y="-4196"/>
                </a:moveTo>
                <a:cubicBezTo>
                  <a:pt x="80" y="-1309"/>
                  <a:pt x="6430" y="33326"/>
                  <a:pt x="8162" y="39099"/>
                </a:cubicBezTo>
                <a:cubicBezTo>
                  <a:pt x="9894" y="44872"/>
                  <a:pt x="23748" y="78931"/>
                  <a:pt x="25480" y="82395"/>
                </a:cubicBezTo>
                <a:cubicBezTo>
                  <a:pt x="27211" y="85858"/>
                  <a:pt x="32408" y="90476"/>
                  <a:pt x="34139" y="91054"/>
                </a:cubicBezTo>
                <a:cubicBezTo>
                  <a:pt x="35870" y="91631"/>
                  <a:pt x="49725" y="89899"/>
                  <a:pt x="51457" y="91054"/>
                </a:cubicBezTo>
                <a:cubicBezTo>
                  <a:pt x="53188" y="92208"/>
                  <a:pt x="59539" y="106063"/>
                  <a:pt x="60117" y="108372"/>
                </a:cubicBezTo>
                <a:cubicBezTo>
                  <a:pt x="60694" y="110681"/>
                  <a:pt x="58962" y="123381"/>
                  <a:pt x="60117" y="125690"/>
                </a:cubicBezTo>
                <a:cubicBezTo>
                  <a:pt x="61271" y="127999"/>
                  <a:pt x="75125" y="140699"/>
                  <a:pt x="77434" y="143008"/>
                </a:cubicBezTo>
                <a:cubicBezTo>
                  <a:pt x="79743" y="145317"/>
                  <a:pt x="93021" y="158594"/>
                  <a:pt x="94753" y="160326"/>
                </a:cubicBezTo>
                <a:cubicBezTo>
                  <a:pt x="96484" y="162058"/>
                  <a:pt x="101680" y="167254"/>
                  <a:pt x="103412" y="168985"/>
                </a:cubicBezTo>
                <a:cubicBezTo>
                  <a:pt x="105143" y="170717"/>
                  <a:pt x="118998" y="184572"/>
                  <a:pt x="120730" y="186304"/>
                </a:cubicBezTo>
                <a:cubicBezTo>
                  <a:pt x="122462" y="188035"/>
                  <a:pt x="128234" y="193808"/>
                  <a:pt x="129389" y="194963"/>
                </a:cubicBezTo>
                <a:cubicBezTo>
                  <a:pt x="130543" y="196117"/>
                  <a:pt x="136893" y="202467"/>
                  <a:pt x="138048" y="203622"/>
                </a:cubicBezTo>
                <a:cubicBezTo>
                  <a:pt x="139202" y="204776"/>
                  <a:pt x="144974" y="210549"/>
                  <a:pt x="146707" y="212281"/>
                </a:cubicBezTo>
                <a:cubicBezTo>
                  <a:pt x="148438" y="214013"/>
                  <a:pt x="161717" y="227867"/>
                  <a:pt x="164026" y="229599"/>
                </a:cubicBezTo>
                <a:cubicBezTo>
                  <a:pt x="166334" y="231331"/>
                  <a:pt x="179034" y="236526"/>
                  <a:pt x="181343" y="238258"/>
                </a:cubicBezTo>
                <a:cubicBezTo>
                  <a:pt x="183652" y="239990"/>
                  <a:pt x="196353" y="253267"/>
                  <a:pt x="198662" y="255576"/>
                </a:cubicBezTo>
                <a:cubicBezTo>
                  <a:pt x="200971" y="257885"/>
                  <a:pt x="214248" y="271163"/>
                  <a:pt x="215980" y="272895"/>
                </a:cubicBezTo>
                <a:cubicBezTo>
                  <a:pt x="217711" y="274626"/>
                  <a:pt x="222908" y="280399"/>
                  <a:pt x="224639" y="281554"/>
                </a:cubicBezTo>
                <a:cubicBezTo>
                  <a:pt x="226370" y="282708"/>
                  <a:pt x="240224" y="289058"/>
                  <a:pt x="241957" y="290213"/>
                </a:cubicBezTo>
                <a:cubicBezTo>
                  <a:pt x="243688" y="291367"/>
                  <a:pt x="249462" y="297717"/>
                  <a:pt x="250617" y="298872"/>
                </a:cubicBezTo>
                <a:cubicBezTo>
                  <a:pt x="251770" y="300026"/>
                  <a:pt x="258121" y="306954"/>
                  <a:pt x="259276" y="307531"/>
                </a:cubicBezTo>
                <a:cubicBezTo>
                  <a:pt x="260429" y="308108"/>
                  <a:pt x="266780" y="306954"/>
                  <a:pt x="267934" y="307531"/>
                </a:cubicBezTo>
                <a:cubicBezTo>
                  <a:pt x="269088" y="308108"/>
                  <a:pt x="275438" y="315035"/>
                  <a:pt x="276593" y="316190"/>
                </a:cubicBezTo>
                <a:cubicBezTo>
                  <a:pt x="277746" y="317344"/>
                  <a:pt x="284098" y="323694"/>
                  <a:pt x="285253" y="324849"/>
                </a:cubicBezTo>
                <a:cubicBezTo>
                  <a:pt x="286406" y="326004"/>
                  <a:pt x="292757" y="332931"/>
                  <a:pt x="293912" y="333508"/>
                </a:cubicBezTo>
                <a:cubicBezTo>
                  <a:pt x="295065" y="334085"/>
                  <a:pt x="300838" y="332931"/>
                  <a:pt x="302570" y="333508"/>
                </a:cubicBezTo>
                <a:cubicBezTo>
                  <a:pt x="304302" y="334085"/>
                  <a:pt x="318157" y="340435"/>
                  <a:pt x="319889" y="342167"/>
                </a:cubicBezTo>
                <a:cubicBezTo>
                  <a:pt x="321620" y="343899"/>
                  <a:pt x="327394" y="358331"/>
                  <a:pt x="328548" y="359485"/>
                </a:cubicBezTo>
                <a:cubicBezTo>
                  <a:pt x="329702" y="360640"/>
                  <a:pt x="336052" y="358908"/>
                  <a:pt x="337207" y="359485"/>
                </a:cubicBezTo>
                <a:cubicBezTo>
                  <a:pt x="338360" y="360063"/>
                  <a:pt x="344711" y="366990"/>
                  <a:pt x="345867" y="368145"/>
                </a:cubicBezTo>
                <a:cubicBezTo>
                  <a:pt x="347021" y="369299"/>
                  <a:pt x="353949" y="375072"/>
                  <a:pt x="354526" y="376804"/>
                </a:cubicBezTo>
                <a:cubicBezTo>
                  <a:pt x="355104" y="378535"/>
                  <a:pt x="355104" y="392390"/>
                  <a:pt x="354526" y="394122"/>
                </a:cubicBezTo>
                <a:cubicBezTo>
                  <a:pt x="353949" y="395853"/>
                  <a:pt x="347021" y="401049"/>
                  <a:pt x="345867" y="402781"/>
                </a:cubicBezTo>
                <a:cubicBezTo>
                  <a:pt x="344711" y="404513"/>
                  <a:pt x="338360" y="418367"/>
                  <a:pt x="337207" y="420099"/>
                </a:cubicBezTo>
                <a:cubicBezTo>
                  <a:pt x="336052" y="421831"/>
                  <a:pt x="329702" y="427026"/>
                  <a:pt x="328548" y="428758"/>
                </a:cubicBezTo>
                <a:cubicBezTo>
                  <a:pt x="327394" y="430490"/>
                  <a:pt x="321042" y="443767"/>
                  <a:pt x="319889" y="446076"/>
                </a:cubicBezTo>
                <a:cubicBezTo>
                  <a:pt x="318734" y="448385"/>
                  <a:pt x="312384" y="461663"/>
                  <a:pt x="311230" y="463395"/>
                </a:cubicBezTo>
                <a:cubicBezTo>
                  <a:pt x="310076" y="465126"/>
                  <a:pt x="303724" y="470899"/>
                  <a:pt x="302570" y="472054"/>
                </a:cubicBezTo>
                <a:cubicBezTo>
                  <a:pt x="301416" y="473208"/>
                  <a:pt x="295065" y="478981"/>
                  <a:pt x="293912" y="480713"/>
                </a:cubicBezTo>
                <a:cubicBezTo>
                  <a:pt x="292757" y="482444"/>
                  <a:pt x="286406" y="495722"/>
                  <a:pt x="285253" y="498031"/>
                </a:cubicBezTo>
                <a:cubicBezTo>
                  <a:pt x="284098" y="500340"/>
                  <a:pt x="277746" y="512463"/>
                  <a:pt x="276593" y="515349"/>
                </a:cubicBezTo>
                <a:cubicBezTo>
                  <a:pt x="275438" y="518235"/>
                  <a:pt x="269666" y="538440"/>
                  <a:pt x="267934" y="541326"/>
                </a:cubicBezTo>
                <a:cubicBezTo>
                  <a:pt x="266202" y="544213"/>
                  <a:pt x="252348" y="556336"/>
                  <a:pt x="250617" y="558645"/>
                </a:cubicBezTo>
                <a:cubicBezTo>
                  <a:pt x="248884" y="560954"/>
                  <a:pt x="243110" y="574808"/>
                  <a:pt x="241957" y="575963"/>
                </a:cubicBezTo>
                <a:cubicBezTo>
                  <a:pt x="240802" y="577117"/>
                  <a:pt x="234452" y="574808"/>
                  <a:pt x="233298" y="575963"/>
                </a:cubicBezTo>
                <a:cubicBezTo>
                  <a:pt x="232144" y="577117"/>
                  <a:pt x="225792" y="591549"/>
                  <a:pt x="224639" y="593281"/>
                </a:cubicBezTo>
                <a:cubicBezTo>
                  <a:pt x="223484" y="595012"/>
                  <a:pt x="217134" y="600785"/>
                  <a:pt x="215980" y="601940"/>
                </a:cubicBezTo>
                <a:cubicBezTo>
                  <a:pt x="214825" y="603094"/>
                  <a:pt x="208474" y="609444"/>
                  <a:pt x="207320" y="610599"/>
                </a:cubicBezTo>
                <a:cubicBezTo>
                  <a:pt x="206166" y="611753"/>
                  <a:pt x="199239" y="618103"/>
                  <a:pt x="198662" y="619258"/>
                </a:cubicBezTo>
                <a:cubicBezTo>
                  <a:pt x="198085" y="620412"/>
                  <a:pt x="199817" y="626763"/>
                  <a:pt x="198662" y="627917"/>
                </a:cubicBezTo>
                <a:cubicBezTo>
                  <a:pt x="197507" y="629072"/>
                  <a:pt x="183075" y="635422"/>
                  <a:pt x="181343" y="636576"/>
                </a:cubicBezTo>
                <a:cubicBezTo>
                  <a:pt x="179610" y="637731"/>
                  <a:pt x="173838" y="643504"/>
                  <a:pt x="172684" y="645235"/>
                </a:cubicBezTo>
                <a:cubicBezTo>
                  <a:pt x="171529" y="646967"/>
                  <a:pt x="165180" y="660244"/>
                  <a:pt x="164026" y="662554"/>
                </a:cubicBezTo>
                <a:cubicBezTo>
                  <a:pt x="162872" y="664862"/>
                  <a:pt x="156521" y="678140"/>
                  <a:pt x="155367" y="679872"/>
                </a:cubicBezTo>
                <a:cubicBezTo>
                  <a:pt x="154212" y="681603"/>
                  <a:pt x="147284" y="687376"/>
                  <a:pt x="146707" y="688531"/>
                </a:cubicBezTo>
                <a:cubicBezTo>
                  <a:pt x="146129" y="689685"/>
                  <a:pt x="146707" y="696613"/>
                  <a:pt x="146707" y="697190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0" name=""/>
          <p:cNvSpPr txBox="1"/>
          <p:nvPr/>
        </p:nvSpPr>
        <p:spPr>
          <a:xfrm>
            <a:off x="7426547" y="6093333"/>
            <a:ext cx="325660" cy="367406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b</a:t>
            </a:r>
            <a:endParaRPr lang="en-US" altLang="ko-KR"/>
          </a:p>
        </p:txBody>
      </p:sp>
      <p:cxnSp>
        <p:nvCxnSpPr>
          <p:cNvPr id="21" name=""/>
          <p:cNvCxnSpPr/>
          <p:nvPr/>
        </p:nvCxnSpPr>
        <p:spPr>
          <a:xfrm>
            <a:off x="5429915" y="4286127"/>
            <a:ext cx="1655399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"/>
          <p:cNvSpPr txBox="1"/>
          <p:nvPr/>
        </p:nvSpPr>
        <p:spPr>
          <a:xfrm>
            <a:off x="6683979" y="6460739"/>
            <a:ext cx="238505" cy="36678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c</a:t>
            </a:r>
            <a:endParaRPr lang="en-US" altLang="ko-KR"/>
          </a:p>
        </p:txBody>
      </p:sp>
      <p:sp>
        <p:nvSpPr>
          <p:cNvPr id="26" name=""/>
          <p:cNvSpPr txBox="1"/>
          <p:nvPr/>
        </p:nvSpPr>
        <p:spPr>
          <a:xfrm>
            <a:off x="1562861" y="597789"/>
            <a:ext cx="3020950" cy="90525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F(T) * G(t-T)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</p:txBody>
      </p:sp>
      <p:cxnSp>
        <p:nvCxnSpPr>
          <p:cNvPr id="27" name=""/>
          <p:cNvCxnSpPr/>
          <p:nvPr/>
        </p:nvCxnSpPr>
        <p:spPr>
          <a:xfrm rot="16200000" flipH="1">
            <a:off x="5040892" y="2953917"/>
            <a:ext cx="7780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"/>
          <p:cNvSpPr/>
          <p:nvPr/>
        </p:nvSpPr>
        <p:spPr>
          <a:xfrm>
            <a:off x="6652450" y="3501009"/>
            <a:ext cx="540067" cy="504063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cxnSp>
        <p:nvCxnSpPr>
          <p:cNvPr id="29" name=""/>
          <p:cNvCxnSpPr/>
          <p:nvPr/>
        </p:nvCxnSpPr>
        <p:spPr>
          <a:xfrm>
            <a:off x="6652450" y="6093333"/>
            <a:ext cx="1655399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"/>
          <p:cNvSpPr txBox="1"/>
          <p:nvPr/>
        </p:nvSpPr>
        <p:spPr>
          <a:xfrm>
            <a:off x="10056495" y="3644265"/>
            <a:ext cx="607695" cy="36385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F(X)</a:t>
            </a:r>
            <a:endParaRPr lang="en-US" altLang="ko-KR"/>
          </a:p>
        </p:txBody>
      </p:sp>
      <p:sp>
        <p:nvSpPr>
          <p:cNvPr id="31" name=""/>
          <p:cNvSpPr/>
          <p:nvPr/>
        </p:nvSpPr>
        <p:spPr>
          <a:xfrm>
            <a:off x="7895233" y="5431203"/>
            <a:ext cx="540067" cy="504063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2" name=""/>
          <p:cNvSpPr txBox="1"/>
          <p:nvPr/>
        </p:nvSpPr>
        <p:spPr>
          <a:xfrm>
            <a:off x="10056495" y="5683234"/>
            <a:ext cx="902971" cy="36385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G(F(X))</a:t>
            </a:r>
            <a:endParaRPr lang="en-US" altLang="ko-KR"/>
          </a:p>
        </p:txBody>
      </p:sp>
      <p:cxnSp>
        <p:nvCxnSpPr>
          <p:cNvPr id="33" name=""/>
          <p:cNvCxnSpPr/>
          <p:nvPr/>
        </p:nvCxnSpPr>
        <p:spPr>
          <a:xfrm rot="10800000">
            <a:off x="5429915" y="6493886"/>
            <a:ext cx="287793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"/>
          <p:cNvSpPr txBox="1"/>
          <p:nvPr/>
        </p:nvSpPr>
        <p:spPr>
          <a:xfrm>
            <a:off x="1343406" y="2722959"/>
            <a:ext cx="1491234" cy="90416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F(a) * G(c-a)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F(T) * G(t-T)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"/>
          <p:cNvGrpSpPr/>
          <p:nvPr/>
        </p:nvGrpSpPr>
        <p:grpSpPr>
          <a:xfrm rot="0">
            <a:off x="3575684" y="1304734"/>
            <a:ext cx="1800225" cy="1368171"/>
            <a:chOff x="3575683" y="1304734"/>
            <a:chExt cx="1800225" cy="1368171"/>
          </a:xfrm>
        </p:grpSpPr>
        <p:sp>
          <p:nvSpPr>
            <p:cNvPr id="4" name=""/>
            <p:cNvSpPr/>
            <p:nvPr/>
          </p:nvSpPr>
          <p:spPr>
            <a:xfrm>
              <a:off x="3575684" y="1304734"/>
              <a:ext cx="1800225" cy="1368171"/>
            </a:xfrm>
            <a:prstGeom prst="rect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5" name=""/>
            <p:cNvSpPr/>
            <p:nvPr/>
          </p:nvSpPr>
          <p:spPr>
            <a:xfrm>
              <a:off x="3575683" y="1304735"/>
              <a:ext cx="900112" cy="68408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7</a:t>
              </a:r>
              <a:endParaRPr lang="en-US" altLang="ko-KR"/>
            </a:p>
          </p:txBody>
        </p:sp>
        <p:sp>
          <p:nvSpPr>
            <p:cNvPr id="6" name=""/>
            <p:cNvSpPr/>
            <p:nvPr/>
          </p:nvSpPr>
          <p:spPr>
            <a:xfrm>
              <a:off x="4475797" y="1304734"/>
              <a:ext cx="900112" cy="68408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4</a:t>
              </a:r>
              <a:endParaRPr lang="en-US" altLang="ko-KR"/>
            </a:p>
          </p:txBody>
        </p:sp>
        <p:sp>
          <p:nvSpPr>
            <p:cNvPr id="7" name=""/>
            <p:cNvSpPr/>
            <p:nvPr/>
          </p:nvSpPr>
          <p:spPr>
            <a:xfrm>
              <a:off x="4475797" y="1988820"/>
              <a:ext cx="900112" cy="68408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2</a:t>
              </a: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>
              <a:off x="3575684" y="1988820"/>
              <a:ext cx="900112" cy="684085"/>
            </a:xfrm>
            <a:prstGeom prst="rect">
              <a:avLst/>
            </a:prstGeom>
          </p:spPr>
          <p:style>
            <a:lnRef idx="2">
              <a:schemeClr val="accent3">
                <a:shade val="2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altLang="ko-KR"/>
                <a:t>9</a:t>
              </a:r>
              <a:endParaRPr lang="en-US" altLang="ko-KR"/>
            </a:p>
          </p:txBody>
        </p:sp>
      </p:grpSp>
      <p:sp>
        <p:nvSpPr>
          <p:cNvPr id="9" name=""/>
          <p:cNvSpPr/>
          <p:nvPr/>
        </p:nvSpPr>
        <p:spPr>
          <a:xfrm>
            <a:off x="335279" y="1304734"/>
            <a:ext cx="2088380" cy="171450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 txBox="1"/>
          <p:nvPr/>
        </p:nvSpPr>
        <p:spPr>
          <a:xfrm>
            <a:off x="896098" y="597598"/>
            <a:ext cx="1548016" cy="3625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25 X 25 X200</a:t>
            </a:r>
            <a:endParaRPr lang="en-US" altLang="ko-KR"/>
          </a:p>
        </p:txBody>
      </p:sp>
      <p:sp>
        <p:nvSpPr>
          <p:cNvPr id="11" name=""/>
          <p:cNvSpPr txBox="1"/>
          <p:nvPr/>
        </p:nvSpPr>
        <p:spPr>
          <a:xfrm>
            <a:off x="2423660" y="3861054"/>
            <a:ext cx="3659005" cy="36614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30 X 30  </a:t>
            </a:r>
            <a:r>
              <a:rPr lang="ko-KR" altLang="en-US"/>
              <a:t>곱하기 </a:t>
            </a:r>
            <a:r>
              <a:rPr lang="en-US" altLang="ko-KR"/>
              <a:t>30 X 1   -&gt;</a:t>
            </a:r>
            <a:r>
              <a:rPr lang="ko-KR" altLang="en-US"/>
              <a:t> </a:t>
            </a:r>
            <a:r>
              <a:rPr lang="en-US" altLang="ko-KR"/>
              <a:t>30</a:t>
            </a:r>
            <a:r>
              <a:rPr lang="ko-KR" altLang="en-US"/>
              <a:t> </a:t>
            </a:r>
            <a:r>
              <a:rPr lang="en-US" altLang="ko-KR"/>
              <a:t>X</a:t>
            </a:r>
            <a:r>
              <a:rPr lang="ko-KR" altLang="en-US"/>
              <a:t> </a:t>
            </a: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12" name=""/>
          <p:cNvSpPr txBox="1"/>
          <p:nvPr/>
        </p:nvSpPr>
        <p:spPr>
          <a:xfrm>
            <a:off x="3575684" y="123062"/>
            <a:ext cx="2165002" cy="118167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2</a:t>
            </a:r>
            <a:endParaRPr lang="en-US" altLang="ko-KR"/>
          </a:p>
          <a:p>
            <a:pPr>
              <a:defRPr/>
            </a:pPr>
            <a:r>
              <a:rPr lang="en-US" altLang="ko-KR"/>
              <a:t>MAX - pooling</a:t>
            </a:r>
            <a:endParaRPr lang="en-US" altLang="ko-KR"/>
          </a:p>
          <a:p>
            <a:pPr>
              <a:defRPr/>
            </a:pPr>
            <a:r>
              <a:rPr lang="en-US" altLang="ko-KR"/>
              <a:t>Min - pooling</a:t>
            </a:r>
            <a:endParaRPr lang="en-US" altLang="ko-KR"/>
          </a:p>
          <a:p>
            <a:pPr>
              <a:defRPr/>
            </a:pPr>
            <a:r>
              <a:rPr lang="en-US" altLang="ko-KR"/>
              <a:t>average -pooling </a:t>
            </a:r>
            <a:endParaRPr lang="en-US" altLang="ko-KR"/>
          </a:p>
        </p:txBody>
      </p:sp>
      <p:sp>
        <p:nvSpPr>
          <p:cNvPr id="14" name=""/>
          <p:cNvSpPr/>
          <p:nvPr/>
        </p:nvSpPr>
        <p:spPr>
          <a:xfrm>
            <a:off x="8400288" y="1358740"/>
            <a:ext cx="1080134" cy="1260157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5" name=""/>
          <p:cNvSpPr txBox="1"/>
          <p:nvPr/>
        </p:nvSpPr>
        <p:spPr>
          <a:xfrm>
            <a:off x="8328278" y="597598"/>
            <a:ext cx="2088262" cy="362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12 X 12 X 200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95325" y="620649"/>
            <a:ext cx="3301365" cy="35852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CNN:</a:t>
            </a:r>
            <a:r>
              <a:rPr lang="ko-KR" altLang="en-US"/>
              <a:t>  </a:t>
            </a:r>
            <a:r>
              <a:rPr lang="en-US" altLang="ko-KR"/>
              <a:t> </a:t>
            </a:r>
            <a:r>
              <a:rPr lang="ko-KR" altLang="en-US"/>
              <a:t>컨볼루션 뉴럴 네트워크</a:t>
            </a:r>
            <a:endParaRPr lang="ko-KR" altLang="en-US"/>
          </a:p>
        </p:txBody>
      </p:sp>
      <p:sp>
        <p:nvSpPr>
          <p:cNvPr id="5" name=""/>
          <p:cNvSpPr txBox="1"/>
          <p:nvPr/>
        </p:nvSpPr>
        <p:spPr>
          <a:xfrm>
            <a:off x="479298" y="1196721"/>
            <a:ext cx="3343466" cy="906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고양이의 뇌를 본따서 만들었다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컨볼루션 </a:t>
            </a:r>
            <a:r>
              <a:rPr lang="en-US" altLang="ko-KR"/>
              <a:t>+</a:t>
            </a:r>
            <a:r>
              <a:rPr lang="ko-KR" altLang="en-US"/>
              <a:t> 뉴럴 네트워크</a:t>
            </a:r>
            <a:endParaRPr lang="ko-KR" altLang="en-US"/>
          </a:p>
        </p:txBody>
      </p:sp>
      <p:sp>
        <p:nvSpPr>
          <p:cNvPr id="6" name=""/>
          <p:cNvSpPr txBox="1"/>
          <p:nvPr/>
        </p:nvSpPr>
        <p:spPr>
          <a:xfrm>
            <a:off x="335280" y="2276856"/>
            <a:ext cx="2483931" cy="1731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컨볼루션</a:t>
            </a:r>
            <a:endParaRPr lang="ko-KR" altLang="en-US"/>
          </a:p>
          <a:p>
            <a:pPr>
              <a:defRPr/>
            </a:pPr>
            <a:r>
              <a:rPr lang="en-US" altLang="ko-KR"/>
              <a:t>-&gt;</a:t>
            </a:r>
            <a:r>
              <a:rPr lang="ko-KR" altLang="en-US"/>
              <a:t> 신호 및 처리 시스템</a:t>
            </a:r>
            <a:endParaRPr lang="ko-KR" altLang="en-US"/>
          </a:p>
          <a:p>
            <a:pPr>
              <a:defRPr/>
            </a:pPr>
            <a:r>
              <a:rPr lang="ko-KR" altLang="en-US"/>
              <a:t> 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83811" y="168687"/>
            <a:ext cx="7162911" cy="1620964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27604" y="2103120"/>
            <a:ext cx="8065007" cy="4348778"/>
          </a:xfrm>
          <a:prstGeom prst="rect">
            <a:avLst/>
          </a:prstGeom>
        </p:spPr>
      </p:pic>
      <p:sp>
        <p:nvSpPr>
          <p:cNvPr id="11" name=""/>
          <p:cNvSpPr txBox="1"/>
          <p:nvPr/>
        </p:nvSpPr>
        <p:spPr>
          <a:xfrm>
            <a:off x="11068050" y="4715446"/>
            <a:ext cx="1220724" cy="90239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Y= 2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ko-KR" altLang="en-US"/>
          </a:p>
        </p:txBody>
      </p:sp>
      <p:sp>
        <p:nvSpPr>
          <p:cNvPr id="12" name=""/>
          <p:cNvSpPr/>
          <p:nvPr/>
        </p:nvSpPr>
        <p:spPr>
          <a:xfrm>
            <a:off x="4943855" y="5724112"/>
            <a:ext cx="5641245" cy="1125552"/>
          </a:xfrm>
          <a:custGeom>
            <a:avLst/>
            <a:gdLst>
              <a:gd name="connsiteX0" fmla="*/ 7291280 w 7290641"/>
              <a:gd name="connsiteY0" fmla="*/ 181387 h 1125552"/>
              <a:gd name="connsiteX1" fmla="*/ 7265302 w 7290641"/>
              <a:gd name="connsiteY1" fmla="*/ 224683 h 1125552"/>
              <a:gd name="connsiteX2" fmla="*/ 7247985 w 7290641"/>
              <a:gd name="connsiteY2" fmla="*/ 328592 h 1125552"/>
              <a:gd name="connsiteX3" fmla="*/ 7247985 w 7290641"/>
              <a:gd name="connsiteY3" fmla="*/ 345910 h 1125552"/>
              <a:gd name="connsiteX4" fmla="*/ 7239325 w 7290641"/>
              <a:gd name="connsiteY4" fmla="*/ 363228 h 1125552"/>
              <a:gd name="connsiteX5" fmla="*/ 7239325 w 7290641"/>
              <a:gd name="connsiteY5" fmla="*/ 371887 h 1125552"/>
              <a:gd name="connsiteX6" fmla="*/ 7230666 w 7290641"/>
              <a:gd name="connsiteY6" fmla="*/ 397864 h 1125552"/>
              <a:gd name="connsiteX7" fmla="*/ 7230666 w 7290641"/>
              <a:gd name="connsiteY7" fmla="*/ 432501 h 1125552"/>
              <a:gd name="connsiteX8" fmla="*/ 7222007 w 7290641"/>
              <a:gd name="connsiteY8" fmla="*/ 449819 h 1125552"/>
              <a:gd name="connsiteX9" fmla="*/ 7204688 w 7290641"/>
              <a:gd name="connsiteY9" fmla="*/ 493114 h 1125552"/>
              <a:gd name="connsiteX10" fmla="*/ 7204688 w 7290641"/>
              <a:gd name="connsiteY10" fmla="*/ 519092 h 1125552"/>
              <a:gd name="connsiteX11" fmla="*/ 7196031 w 7290641"/>
              <a:gd name="connsiteY11" fmla="*/ 545069 h 1125552"/>
              <a:gd name="connsiteX12" fmla="*/ 7187371 w 7290641"/>
              <a:gd name="connsiteY12" fmla="*/ 562387 h 1125552"/>
              <a:gd name="connsiteX13" fmla="*/ 7187371 w 7290641"/>
              <a:gd name="connsiteY13" fmla="*/ 605683 h 1125552"/>
              <a:gd name="connsiteX14" fmla="*/ 7178711 w 7290641"/>
              <a:gd name="connsiteY14" fmla="*/ 614342 h 1125552"/>
              <a:gd name="connsiteX15" fmla="*/ 7178711 w 7290641"/>
              <a:gd name="connsiteY15" fmla="*/ 683614 h 1125552"/>
              <a:gd name="connsiteX16" fmla="*/ 7170051 w 7290641"/>
              <a:gd name="connsiteY16" fmla="*/ 692273 h 1125552"/>
              <a:gd name="connsiteX17" fmla="*/ 7161394 w 7290641"/>
              <a:gd name="connsiteY17" fmla="*/ 761546 h 1125552"/>
              <a:gd name="connsiteX18" fmla="*/ 7152735 w 7290641"/>
              <a:gd name="connsiteY18" fmla="*/ 770205 h 1125552"/>
              <a:gd name="connsiteX19" fmla="*/ 7152735 w 7290641"/>
              <a:gd name="connsiteY19" fmla="*/ 787523 h 1125552"/>
              <a:gd name="connsiteX20" fmla="*/ 7144075 w 7290641"/>
              <a:gd name="connsiteY20" fmla="*/ 796183 h 1125552"/>
              <a:gd name="connsiteX21" fmla="*/ 7126757 w 7290641"/>
              <a:gd name="connsiteY21" fmla="*/ 822160 h 1125552"/>
              <a:gd name="connsiteX22" fmla="*/ 7118098 w 7290641"/>
              <a:gd name="connsiteY22" fmla="*/ 830819 h 1125552"/>
              <a:gd name="connsiteX23" fmla="*/ 7135416 w 7290641"/>
              <a:gd name="connsiteY23" fmla="*/ 848137 h 1125552"/>
              <a:gd name="connsiteX24" fmla="*/ 7152735 w 7290641"/>
              <a:gd name="connsiteY24" fmla="*/ 848137 h 1125552"/>
              <a:gd name="connsiteX25" fmla="*/ 7144075 w 7290641"/>
              <a:gd name="connsiteY25" fmla="*/ 856796 h 1125552"/>
              <a:gd name="connsiteX26" fmla="*/ 7126757 w 7290641"/>
              <a:gd name="connsiteY26" fmla="*/ 856796 h 1125552"/>
              <a:gd name="connsiteX27" fmla="*/ 7109438 w 7290641"/>
              <a:gd name="connsiteY27" fmla="*/ 865455 h 1125552"/>
              <a:gd name="connsiteX28" fmla="*/ 7100780 w 7290641"/>
              <a:gd name="connsiteY28" fmla="*/ 874114 h 1125552"/>
              <a:gd name="connsiteX29" fmla="*/ 7092121 w 7290641"/>
              <a:gd name="connsiteY29" fmla="*/ 874114 h 1125552"/>
              <a:gd name="connsiteX30" fmla="*/ 7074802 w 7290641"/>
              <a:gd name="connsiteY30" fmla="*/ 882773 h 1125552"/>
              <a:gd name="connsiteX31" fmla="*/ 7066144 w 7290641"/>
              <a:gd name="connsiteY31" fmla="*/ 882773 h 1125552"/>
              <a:gd name="connsiteX32" fmla="*/ 7048825 w 7290641"/>
              <a:gd name="connsiteY32" fmla="*/ 891433 h 1125552"/>
              <a:gd name="connsiteX33" fmla="*/ 7031507 w 7290641"/>
              <a:gd name="connsiteY33" fmla="*/ 900092 h 1125552"/>
              <a:gd name="connsiteX34" fmla="*/ 7022847 w 7290641"/>
              <a:gd name="connsiteY34" fmla="*/ 908751 h 1125552"/>
              <a:gd name="connsiteX35" fmla="*/ 7005531 w 7290641"/>
              <a:gd name="connsiteY35" fmla="*/ 917410 h 1125552"/>
              <a:gd name="connsiteX36" fmla="*/ 6979551 w 7290641"/>
              <a:gd name="connsiteY36" fmla="*/ 917410 h 1125552"/>
              <a:gd name="connsiteX37" fmla="*/ 6918938 w 7290641"/>
              <a:gd name="connsiteY37" fmla="*/ 1038637 h 1125552"/>
              <a:gd name="connsiteX38" fmla="*/ 5230416 w 7290641"/>
              <a:gd name="connsiteY38" fmla="*/ 1125228 h 1125552"/>
              <a:gd name="connsiteX39" fmla="*/ 3377371 w 7290641"/>
              <a:gd name="connsiteY39" fmla="*/ 943387 h 1125552"/>
              <a:gd name="connsiteX40" fmla="*/ 3039666 w 7290641"/>
              <a:gd name="connsiteY40" fmla="*/ 891433 h 1125552"/>
              <a:gd name="connsiteX41" fmla="*/ 2546097 w 7290641"/>
              <a:gd name="connsiteY41" fmla="*/ 778864 h 1125552"/>
              <a:gd name="connsiteX42" fmla="*/ 2130461 w 7290641"/>
              <a:gd name="connsiteY42" fmla="*/ 692273 h 1125552"/>
              <a:gd name="connsiteX43" fmla="*/ 1965939 w 7290641"/>
              <a:gd name="connsiteY43" fmla="*/ 674955 h 1125552"/>
              <a:gd name="connsiteX44" fmla="*/ 1723484 w 7290641"/>
              <a:gd name="connsiteY44" fmla="*/ 666296 h 1125552"/>
              <a:gd name="connsiteX45" fmla="*/ 1247234 w 7290641"/>
              <a:gd name="connsiteY45" fmla="*/ 692273 h 1125552"/>
              <a:gd name="connsiteX46" fmla="*/ 1004779 w 7290641"/>
              <a:gd name="connsiteY46" fmla="*/ 692273 h 1125552"/>
              <a:gd name="connsiteX47" fmla="*/ 996121 w 7290641"/>
              <a:gd name="connsiteY47" fmla="*/ 683614 h 1125552"/>
              <a:gd name="connsiteX48" fmla="*/ 805621 w 7290641"/>
              <a:gd name="connsiteY48" fmla="*/ 683614 h 1125552"/>
              <a:gd name="connsiteX49" fmla="*/ 580484 w 7290641"/>
              <a:gd name="connsiteY49" fmla="*/ 692273 h 1125552"/>
              <a:gd name="connsiteX50" fmla="*/ 407302 w 7290641"/>
              <a:gd name="connsiteY50" fmla="*/ 726910 h 1125552"/>
              <a:gd name="connsiteX51" fmla="*/ 294734 w 7290641"/>
              <a:gd name="connsiteY51" fmla="*/ 761546 h 1125552"/>
              <a:gd name="connsiteX52" fmla="*/ 260098 w 7290641"/>
              <a:gd name="connsiteY52" fmla="*/ 778864 h 1125552"/>
              <a:gd name="connsiteX53" fmla="*/ 242779 w 7290641"/>
              <a:gd name="connsiteY53" fmla="*/ 787523 h 1125552"/>
              <a:gd name="connsiteX54" fmla="*/ 234120 w 7290641"/>
              <a:gd name="connsiteY54" fmla="*/ 787523 h 1125552"/>
              <a:gd name="connsiteX55" fmla="*/ 104234 w 7290641"/>
              <a:gd name="connsiteY55" fmla="*/ 501773 h 1125552"/>
              <a:gd name="connsiteX56" fmla="*/ 17643 w 7290641"/>
              <a:gd name="connsiteY56" fmla="*/ 293955 h 1125552"/>
              <a:gd name="connsiteX57" fmla="*/ 325 w 7290641"/>
              <a:gd name="connsiteY57" fmla="*/ 146751 h 1125552"/>
              <a:gd name="connsiteX58" fmla="*/ 325 w 7290641"/>
              <a:gd name="connsiteY58" fmla="*/ 8205 h 1125552"/>
              <a:gd name="connsiteX59" fmla="*/ 8984 w 7290641"/>
              <a:gd name="connsiteY59" fmla="*/ -454 h 1125552"/>
              <a:gd name="connsiteX60" fmla="*/ 8984 w 7290641"/>
              <a:gd name="connsiteY60" fmla="*/ -454 h 112555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7290641" h="1125552">
                <a:moveTo>
                  <a:pt x="7291280" y="181387"/>
                </a:moveTo>
                <a:cubicBezTo>
                  <a:pt x="7289547" y="184273"/>
                  <a:pt x="7268188" y="214869"/>
                  <a:pt x="7265302" y="224683"/>
                </a:cubicBezTo>
                <a:cubicBezTo>
                  <a:pt x="7262415" y="234496"/>
                  <a:pt x="7249138" y="320509"/>
                  <a:pt x="7247985" y="328592"/>
                </a:cubicBezTo>
                <a:cubicBezTo>
                  <a:pt x="7246830" y="336673"/>
                  <a:pt x="7248562" y="343601"/>
                  <a:pt x="7247985" y="345910"/>
                </a:cubicBezTo>
                <a:cubicBezTo>
                  <a:pt x="7247407" y="348219"/>
                  <a:pt x="7239902" y="361496"/>
                  <a:pt x="7239325" y="363228"/>
                </a:cubicBezTo>
                <a:cubicBezTo>
                  <a:pt x="7238747" y="364959"/>
                  <a:pt x="7239902" y="369578"/>
                  <a:pt x="7239325" y="371887"/>
                </a:cubicBezTo>
                <a:cubicBezTo>
                  <a:pt x="7238747" y="374196"/>
                  <a:pt x="7231243" y="393823"/>
                  <a:pt x="7230666" y="397864"/>
                </a:cubicBezTo>
                <a:cubicBezTo>
                  <a:pt x="7230088" y="401905"/>
                  <a:pt x="7231243" y="429037"/>
                  <a:pt x="7230666" y="432501"/>
                </a:cubicBezTo>
                <a:cubicBezTo>
                  <a:pt x="7230088" y="435964"/>
                  <a:pt x="7223738" y="445778"/>
                  <a:pt x="7222007" y="449819"/>
                </a:cubicBezTo>
                <a:cubicBezTo>
                  <a:pt x="7220275" y="453859"/>
                  <a:pt x="7205842" y="488496"/>
                  <a:pt x="7204688" y="493114"/>
                </a:cubicBezTo>
                <a:cubicBezTo>
                  <a:pt x="7203532" y="497732"/>
                  <a:pt x="7205264" y="515628"/>
                  <a:pt x="7204688" y="519092"/>
                </a:cubicBezTo>
                <a:cubicBezTo>
                  <a:pt x="7204110" y="522555"/>
                  <a:pt x="7197184" y="542183"/>
                  <a:pt x="7196031" y="545069"/>
                </a:cubicBezTo>
                <a:cubicBezTo>
                  <a:pt x="7194876" y="547955"/>
                  <a:pt x="7187948" y="558346"/>
                  <a:pt x="7187371" y="562387"/>
                </a:cubicBezTo>
                <a:cubicBezTo>
                  <a:pt x="7186793" y="566428"/>
                  <a:pt x="7187948" y="602219"/>
                  <a:pt x="7187371" y="605683"/>
                </a:cubicBezTo>
                <a:cubicBezTo>
                  <a:pt x="7186793" y="609146"/>
                  <a:pt x="7179288" y="609146"/>
                  <a:pt x="7178711" y="614342"/>
                </a:cubicBezTo>
                <a:cubicBezTo>
                  <a:pt x="7178133" y="619537"/>
                  <a:pt x="7179288" y="678419"/>
                  <a:pt x="7178711" y="683614"/>
                </a:cubicBezTo>
                <a:cubicBezTo>
                  <a:pt x="7178133" y="688809"/>
                  <a:pt x="7171204" y="687078"/>
                  <a:pt x="7170051" y="692273"/>
                </a:cubicBezTo>
                <a:cubicBezTo>
                  <a:pt x="7168896" y="697469"/>
                  <a:pt x="7162548" y="756351"/>
                  <a:pt x="7161394" y="761546"/>
                </a:cubicBezTo>
                <a:cubicBezTo>
                  <a:pt x="7160240" y="766741"/>
                  <a:pt x="7153312" y="768473"/>
                  <a:pt x="7152735" y="770205"/>
                </a:cubicBezTo>
                <a:cubicBezTo>
                  <a:pt x="7152157" y="771937"/>
                  <a:pt x="7153312" y="785792"/>
                  <a:pt x="7152735" y="787523"/>
                </a:cubicBezTo>
                <a:cubicBezTo>
                  <a:pt x="7152157" y="789255"/>
                  <a:pt x="7145806" y="793874"/>
                  <a:pt x="7144075" y="796183"/>
                </a:cubicBezTo>
                <a:cubicBezTo>
                  <a:pt x="7142342" y="798491"/>
                  <a:pt x="7128488" y="819851"/>
                  <a:pt x="7126757" y="822160"/>
                </a:cubicBezTo>
                <a:cubicBezTo>
                  <a:pt x="7125025" y="824469"/>
                  <a:pt x="7117520" y="829087"/>
                  <a:pt x="7118098" y="830819"/>
                </a:cubicBezTo>
                <a:cubicBezTo>
                  <a:pt x="7118675" y="832551"/>
                  <a:pt x="7133107" y="846983"/>
                  <a:pt x="7135416" y="848137"/>
                </a:cubicBezTo>
                <a:cubicBezTo>
                  <a:pt x="7137724" y="849291"/>
                  <a:pt x="7152157" y="847560"/>
                  <a:pt x="7152735" y="848137"/>
                </a:cubicBezTo>
                <a:cubicBezTo>
                  <a:pt x="7153312" y="848714"/>
                  <a:pt x="7145806" y="856219"/>
                  <a:pt x="7144075" y="856796"/>
                </a:cubicBezTo>
                <a:cubicBezTo>
                  <a:pt x="7142342" y="857373"/>
                  <a:pt x="7129065" y="856219"/>
                  <a:pt x="7126757" y="856796"/>
                </a:cubicBezTo>
                <a:cubicBezTo>
                  <a:pt x="7124448" y="857373"/>
                  <a:pt x="7111170" y="864301"/>
                  <a:pt x="7109438" y="865455"/>
                </a:cubicBezTo>
                <a:cubicBezTo>
                  <a:pt x="7107706" y="866609"/>
                  <a:pt x="7101933" y="873537"/>
                  <a:pt x="7100780" y="874114"/>
                </a:cubicBezTo>
                <a:cubicBezTo>
                  <a:pt x="7099625" y="874691"/>
                  <a:pt x="7093852" y="873537"/>
                  <a:pt x="7092121" y="874114"/>
                </a:cubicBezTo>
                <a:cubicBezTo>
                  <a:pt x="7090388" y="874691"/>
                  <a:pt x="7076534" y="882196"/>
                  <a:pt x="7074802" y="882773"/>
                </a:cubicBezTo>
                <a:cubicBezTo>
                  <a:pt x="7073070" y="883350"/>
                  <a:pt x="7067875" y="882196"/>
                  <a:pt x="7066144" y="882773"/>
                </a:cubicBezTo>
                <a:cubicBezTo>
                  <a:pt x="7064411" y="883350"/>
                  <a:pt x="7051133" y="890279"/>
                  <a:pt x="7048825" y="891433"/>
                </a:cubicBezTo>
                <a:cubicBezTo>
                  <a:pt x="7046516" y="892587"/>
                  <a:pt x="7033238" y="898937"/>
                  <a:pt x="7031507" y="900092"/>
                </a:cubicBezTo>
                <a:cubicBezTo>
                  <a:pt x="7029775" y="901246"/>
                  <a:pt x="7024578" y="907596"/>
                  <a:pt x="7022847" y="908751"/>
                </a:cubicBezTo>
                <a:cubicBezTo>
                  <a:pt x="7021115" y="909905"/>
                  <a:pt x="7008417" y="916833"/>
                  <a:pt x="7005531" y="917410"/>
                </a:cubicBezTo>
                <a:cubicBezTo>
                  <a:pt x="7002644" y="917987"/>
                  <a:pt x="6985323" y="909328"/>
                  <a:pt x="6979551" y="917410"/>
                </a:cubicBezTo>
                <a:cubicBezTo>
                  <a:pt x="6973778" y="925491"/>
                  <a:pt x="7035546" y="1024783"/>
                  <a:pt x="6918938" y="1038637"/>
                </a:cubicBezTo>
                <a:cubicBezTo>
                  <a:pt x="6802330" y="1052492"/>
                  <a:pt x="5466520" y="1131577"/>
                  <a:pt x="5230416" y="1125228"/>
                </a:cubicBezTo>
                <a:cubicBezTo>
                  <a:pt x="4994310" y="1118878"/>
                  <a:pt x="3523421" y="958973"/>
                  <a:pt x="3377371" y="943387"/>
                </a:cubicBezTo>
                <a:cubicBezTo>
                  <a:pt x="3231320" y="927801"/>
                  <a:pt x="3095085" y="902401"/>
                  <a:pt x="3039666" y="891433"/>
                </a:cubicBezTo>
                <a:cubicBezTo>
                  <a:pt x="2984247" y="880465"/>
                  <a:pt x="2606711" y="792141"/>
                  <a:pt x="2546097" y="778864"/>
                </a:cubicBezTo>
                <a:cubicBezTo>
                  <a:pt x="2485484" y="765587"/>
                  <a:pt x="2169138" y="699201"/>
                  <a:pt x="2130461" y="692273"/>
                </a:cubicBezTo>
                <a:cubicBezTo>
                  <a:pt x="2091784" y="685346"/>
                  <a:pt x="1993070" y="676687"/>
                  <a:pt x="1965939" y="674955"/>
                </a:cubicBezTo>
                <a:cubicBezTo>
                  <a:pt x="1938807" y="673223"/>
                  <a:pt x="1771397" y="665141"/>
                  <a:pt x="1723484" y="666296"/>
                </a:cubicBezTo>
                <a:cubicBezTo>
                  <a:pt x="1675570" y="667450"/>
                  <a:pt x="1295147" y="690542"/>
                  <a:pt x="1247234" y="692273"/>
                </a:cubicBezTo>
                <a:cubicBezTo>
                  <a:pt x="1199320" y="694005"/>
                  <a:pt x="1021520" y="692850"/>
                  <a:pt x="1004779" y="692273"/>
                </a:cubicBezTo>
                <a:cubicBezTo>
                  <a:pt x="988038" y="691696"/>
                  <a:pt x="1009398" y="684191"/>
                  <a:pt x="996121" y="683614"/>
                </a:cubicBezTo>
                <a:cubicBezTo>
                  <a:pt x="982843" y="683037"/>
                  <a:pt x="833330" y="683037"/>
                  <a:pt x="805621" y="683614"/>
                </a:cubicBezTo>
                <a:cubicBezTo>
                  <a:pt x="777911" y="684191"/>
                  <a:pt x="607039" y="689387"/>
                  <a:pt x="580484" y="692273"/>
                </a:cubicBezTo>
                <a:cubicBezTo>
                  <a:pt x="553929" y="695159"/>
                  <a:pt x="426352" y="722291"/>
                  <a:pt x="407302" y="726910"/>
                </a:cubicBezTo>
                <a:cubicBezTo>
                  <a:pt x="388252" y="731527"/>
                  <a:pt x="304547" y="758083"/>
                  <a:pt x="294734" y="761546"/>
                </a:cubicBezTo>
                <a:cubicBezTo>
                  <a:pt x="284920" y="765009"/>
                  <a:pt x="263561" y="777133"/>
                  <a:pt x="260098" y="778864"/>
                </a:cubicBezTo>
                <a:cubicBezTo>
                  <a:pt x="256634" y="780595"/>
                  <a:pt x="244511" y="786946"/>
                  <a:pt x="242779" y="787523"/>
                </a:cubicBezTo>
                <a:cubicBezTo>
                  <a:pt x="241048" y="788100"/>
                  <a:pt x="243356" y="806573"/>
                  <a:pt x="234120" y="787523"/>
                </a:cubicBezTo>
                <a:cubicBezTo>
                  <a:pt x="224884" y="768473"/>
                  <a:pt x="118666" y="534678"/>
                  <a:pt x="104234" y="501773"/>
                </a:cubicBezTo>
                <a:cubicBezTo>
                  <a:pt x="89802" y="468869"/>
                  <a:pt x="24570" y="317623"/>
                  <a:pt x="17643" y="293955"/>
                </a:cubicBezTo>
                <a:cubicBezTo>
                  <a:pt x="10715" y="270287"/>
                  <a:pt x="1479" y="165801"/>
                  <a:pt x="325" y="146751"/>
                </a:cubicBezTo>
                <a:cubicBezTo>
                  <a:pt x="-829" y="127701"/>
                  <a:pt x="-252" y="18019"/>
                  <a:pt x="325" y="8205"/>
                </a:cubicBezTo>
                <a:cubicBezTo>
                  <a:pt x="902" y="-1608"/>
                  <a:pt x="8407" y="123"/>
                  <a:pt x="8984" y="-454"/>
                </a:cubicBezTo>
                <a:cubicBezTo>
                  <a:pt x="9561" y="-1031"/>
                  <a:pt x="8984" y="-454"/>
                  <a:pt x="8984" y="-454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/>
          <p:nvPr/>
        </p:nvSpPr>
        <p:spPr>
          <a:xfrm>
            <a:off x="3656249" y="1922264"/>
            <a:ext cx="3176151" cy="904875"/>
          </a:xfrm>
          <a:custGeom>
            <a:avLst/>
            <a:gdLst>
              <a:gd name="connsiteX0" fmla="*/ -2113 w 3176151"/>
              <a:gd name="connsiteY0" fmla="*/ 692781 h 904875"/>
              <a:gd name="connsiteX1" fmla="*/ 84477 w 3176151"/>
              <a:gd name="connsiteY1" fmla="*/ 623508 h 904875"/>
              <a:gd name="connsiteX2" fmla="*/ 179727 w 3176151"/>
              <a:gd name="connsiteY2" fmla="*/ 554236 h 904875"/>
              <a:gd name="connsiteX3" fmla="*/ 205704 w 3176151"/>
              <a:gd name="connsiteY3" fmla="*/ 536917 h 904875"/>
              <a:gd name="connsiteX4" fmla="*/ 231682 w 3176151"/>
              <a:gd name="connsiteY4" fmla="*/ 519599 h 904875"/>
              <a:gd name="connsiteX5" fmla="*/ 266318 w 3176151"/>
              <a:gd name="connsiteY5" fmla="*/ 502281 h 904875"/>
              <a:gd name="connsiteX6" fmla="*/ 283636 w 3176151"/>
              <a:gd name="connsiteY6" fmla="*/ 484963 h 904875"/>
              <a:gd name="connsiteX7" fmla="*/ 318273 w 3176151"/>
              <a:gd name="connsiteY7" fmla="*/ 467645 h 904875"/>
              <a:gd name="connsiteX8" fmla="*/ 344250 w 3176151"/>
              <a:gd name="connsiteY8" fmla="*/ 441667 h 904875"/>
              <a:gd name="connsiteX9" fmla="*/ 396204 w 3176151"/>
              <a:gd name="connsiteY9" fmla="*/ 407031 h 904875"/>
              <a:gd name="connsiteX10" fmla="*/ 448159 w 3176151"/>
              <a:gd name="connsiteY10" fmla="*/ 381054 h 904875"/>
              <a:gd name="connsiteX11" fmla="*/ 465477 w 3176151"/>
              <a:gd name="connsiteY11" fmla="*/ 355076 h 904875"/>
              <a:gd name="connsiteX12" fmla="*/ 500113 w 3176151"/>
              <a:gd name="connsiteY12" fmla="*/ 329099 h 904875"/>
              <a:gd name="connsiteX13" fmla="*/ 534750 w 3176151"/>
              <a:gd name="connsiteY13" fmla="*/ 303122 h 904875"/>
              <a:gd name="connsiteX14" fmla="*/ 560727 w 3176151"/>
              <a:gd name="connsiteY14" fmla="*/ 285804 h 904875"/>
              <a:gd name="connsiteX15" fmla="*/ 595363 w 3176151"/>
              <a:gd name="connsiteY15" fmla="*/ 268485 h 904875"/>
              <a:gd name="connsiteX16" fmla="*/ 630000 w 3176151"/>
              <a:gd name="connsiteY16" fmla="*/ 242508 h 904875"/>
              <a:gd name="connsiteX17" fmla="*/ 681954 w 3176151"/>
              <a:gd name="connsiteY17" fmla="*/ 216531 h 904875"/>
              <a:gd name="connsiteX18" fmla="*/ 733908 w 3176151"/>
              <a:gd name="connsiteY18" fmla="*/ 190554 h 904875"/>
              <a:gd name="connsiteX19" fmla="*/ 777204 w 3176151"/>
              <a:gd name="connsiteY19" fmla="*/ 164576 h 904875"/>
              <a:gd name="connsiteX20" fmla="*/ 811840 w 3176151"/>
              <a:gd name="connsiteY20" fmla="*/ 147258 h 904875"/>
              <a:gd name="connsiteX21" fmla="*/ 863795 w 3176151"/>
              <a:gd name="connsiteY21" fmla="*/ 138599 h 904875"/>
              <a:gd name="connsiteX22" fmla="*/ 898431 w 3176151"/>
              <a:gd name="connsiteY22" fmla="*/ 129940 h 904875"/>
              <a:gd name="connsiteX23" fmla="*/ 933068 w 3176151"/>
              <a:gd name="connsiteY23" fmla="*/ 112622 h 904875"/>
              <a:gd name="connsiteX24" fmla="*/ 985022 w 3176151"/>
              <a:gd name="connsiteY24" fmla="*/ 103963 h 904875"/>
              <a:gd name="connsiteX25" fmla="*/ 1028318 w 3176151"/>
              <a:gd name="connsiteY25" fmla="*/ 86645 h 904875"/>
              <a:gd name="connsiteX26" fmla="*/ 1071613 w 3176151"/>
              <a:gd name="connsiteY26" fmla="*/ 86645 h 904875"/>
              <a:gd name="connsiteX27" fmla="*/ 1132227 w 3176151"/>
              <a:gd name="connsiteY27" fmla="*/ 69326 h 904875"/>
              <a:gd name="connsiteX28" fmla="*/ 1201500 w 3176151"/>
              <a:gd name="connsiteY28" fmla="*/ 52008 h 904875"/>
              <a:gd name="connsiteX29" fmla="*/ 1244795 w 3176151"/>
              <a:gd name="connsiteY29" fmla="*/ 52008 h 904875"/>
              <a:gd name="connsiteX30" fmla="*/ 1305408 w 3176151"/>
              <a:gd name="connsiteY30" fmla="*/ 43349 h 904875"/>
              <a:gd name="connsiteX31" fmla="*/ 1340045 w 3176151"/>
              <a:gd name="connsiteY31" fmla="*/ 26031 h 904875"/>
              <a:gd name="connsiteX32" fmla="*/ 1435295 w 3176151"/>
              <a:gd name="connsiteY32" fmla="*/ 26031 h 904875"/>
              <a:gd name="connsiteX33" fmla="*/ 1461272 w 3176151"/>
              <a:gd name="connsiteY33" fmla="*/ 17372 h 904875"/>
              <a:gd name="connsiteX34" fmla="*/ 1573840 w 3176151"/>
              <a:gd name="connsiteY34" fmla="*/ 17372 h 904875"/>
              <a:gd name="connsiteX35" fmla="*/ 1625795 w 3176151"/>
              <a:gd name="connsiteY35" fmla="*/ 8713 h 904875"/>
              <a:gd name="connsiteX36" fmla="*/ 1669090 w 3176151"/>
              <a:gd name="connsiteY36" fmla="*/ 54 h 904875"/>
              <a:gd name="connsiteX37" fmla="*/ 1902887 w 3176151"/>
              <a:gd name="connsiteY37" fmla="*/ 54 h 904875"/>
              <a:gd name="connsiteX38" fmla="*/ 1937522 w 3176151"/>
              <a:gd name="connsiteY38" fmla="*/ 8713 h 904875"/>
              <a:gd name="connsiteX39" fmla="*/ 1980818 w 3176151"/>
              <a:gd name="connsiteY39" fmla="*/ 17372 h 904875"/>
              <a:gd name="connsiteX40" fmla="*/ 2015454 w 3176151"/>
              <a:gd name="connsiteY40" fmla="*/ 26031 h 904875"/>
              <a:gd name="connsiteX41" fmla="*/ 2058750 w 3176151"/>
              <a:gd name="connsiteY41" fmla="*/ 34690 h 904875"/>
              <a:gd name="connsiteX42" fmla="*/ 2084726 w 3176151"/>
              <a:gd name="connsiteY42" fmla="*/ 43349 h 904875"/>
              <a:gd name="connsiteX43" fmla="*/ 2119363 w 3176151"/>
              <a:gd name="connsiteY43" fmla="*/ 52008 h 904875"/>
              <a:gd name="connsiteX44" fmla="*/ 2145340 w 3176151"/>
              <a:gd name="connsiteY44" fmla="*/ 60667 h 904875"/>
              <a:gd name="connsiteX45" fmla="*/ 2179976 w 3176151"/>
              <a:gd name="connsiteY45" fmla="*/ 69326 h 904875"/>
              <a:gd name="connsiteX46" fmla="*/ 2214613 w 3176151"/>
              <a:gd name="connsiteY46" fmla="*/ 77985 h 904875"/>
              <a:gd name="connsiteX47" fmla="*/ 2240590 w 3176151"/>
              <a:gd name="connsiteY47" fmla="*/ 86645 h 904875"/>
              <a:gd name="connsiteX48" fmla="*/ 2275226 w 3176151"/>
              <a:gd name="connsiteY48" fmla="*/ 86645 h 904875"/>
              <a:gd name="connsiteX49" fmla="*/ 2309863 w 3176151"/>
              <a:gd name="connsiteY49" fmla="*/ 95304 h 904875"/>
              <a:gd name="connsiteX50" fmla="*/ 2327181 w 3176151"/>
              <a:gd name="connsiteY50" fmla="*/ 95304 h 904875"/>
              <a:gd name="connsiteX51" fmla="*/ 2379136 w 3176151"/>
              <a:gd name="connsiteY51" fmla="*/ 103963 h 904875"/>
              <a:gd name="connsiteX52" fmla="*/ 2422431 w 3176151"/>
              <a:gd name="connsiteY52" fmla="*/ 129940 h 904875"/>
              <a:gd name="connsiteX53" fmla="*/ 2439750 w 3176151"/>
              <a:gd name="connsiteY53" fmla="*/ 129940 h 904875"/>
              <a:gd name="connsiteX54" fmla="*/ 2465726 w 3176151"/>
              <a:gd name="connsiteY54" fmla="*/ 138599 h 904875"/>
              <a:gd name="connsiteX55" fmla="*/ 2491704 w 3176151"/>
              <a:gd name="connsiteY55" fmla="*/ 155917 h 904875"/>
              <a:gd name="connsiteX56" fmla="*/ 2526340 w 3176151"/>
              <a:gd name="connsiteY56" fmla="*/ 164576 h 904875"/>
              <a:gd name="connsiteX57" fmla="*/ 2560976 w 3176151"/>
              <a:gd name="connsiteY57" fmla="*/ 181895 h 904875"/>
              <a:gd name="connsiteX58" fmla="*/ 2569636 w 3176151"/>
              <a:gd name="connsiteY58" fmla="*/ 181895 h 904875"/>
              <a:gd name="connsiteX59" fmla="*/ 2586954 w 3176151"/>
              <a:gd name="connsiteY59" fmla="*/ 190554 h 904875"/>
              <a:gd name="connsiteX60" fmla="*/ 2612931 w 3176151"/>
              <a:gd name="connsiteY60" fmla="*/ 207872 h 904875"/>
              <a:gd name="connsiteX61" fmla="*/ 2647568 w 3176151"/>
              <a:gd name="connsiteY61" fmla="*/ 225190 h 904875"/>
              <a:gd name="connsiteX62" fmla="*/ 2664886 w 3176151"/>
              <a:gd name="connsiteY62" fmla="*/ 233849 h 904875"/>
              <a:gd name="connsiteX63" fmla="*/ 2682204 w 3176151"/>
              <a:gd name="connsiteY63" fmla="*/ 251167 h 904875"/>
              <a:gd name="connsiteX64" fmla="*/ 2690863 w 3176151"/>
              <a:gd name="connsiteY64" fmla="*/ 251167 h 904875"/>
              <a:gd name="connsiteX65" fmla="*/ 2708181 w 3176151"/>
              <a:gd name="connsiteY65" fmla="*/ 268485 h 904875"/>
              <a:gd name="connsiteX66" fmla="*/ 2716840 w 3176151"/>
              <a:gd name="connsiteY66" fmla="*/ 268485 h 904875"/>
              <a:gd name="connsiteX67" fmla="*/ 2742818 w 3176151"/>
              <a:gd name="connsiteY67" fmla="*/ 285804 h 904875"/>
              <a:gd name="connsiteX68" fmla="*/ 2751476 w 3176151"/>
              <a:gd name="connsiteY68" fmla="*/ 294463 h 904875"/>
              <a:gd name="connsiteX69" fmla="*/ 2760136 w 3176151"/>
              <a:gd name="connsiteY69" fmla="*/ 303122 h 904875"/>
              <a:gd name="connsiteX70" fmla="*/ 2777454 w 3176151"/>
              <a:gd name="connsiteY70" fmla="*/ 311781 h 904875"/>
              <a:gd name="connsiteX71" fmla="*/ 2794772 w 3176151"/>
              <a:gd name="connsiteY71" fmla="*/ 320440 h 904875"/>
              <a:gd name="connsiteX72" fmla="*/ 2812090 w 3176151"/>
              <a:gd name="connsiteY72" fmla="*/ 329099 h 904875"/>
              <a:gd name="connsiteX73" fmla="*/ 2838068 w 3176151"/>
              <a:gd name="connsiteY73" fmla="*/ 355076 h 904875"/>
              <a:gd name="connsiteX74" fmla="*/ 2855386 w 3176151"/>
              <a:gd name="connsiteY74" fmla="*/ 363735 h 904875"/>
              <a:gd name="connsiteX75" fmla="*/ 2864045 w 3176151"/>
              <a:gd name="connsiteY75" fmla="*/ 363735 h 904875"/>
              <a:gd name="connsiteX76" fmla="*/ 2881363 w 3176151"/>
              <a:gd name="connsiteY76" fmla="*/ 381054 h 904875"/>
              <a:gd name="connsiteX77" fmla="*/ 2898681 w 3176151"/>
              <a:gd name="connsiteY77" fmla="*/ 389713 h 904875"/>
              <a:gd name="connsiteX78" fmla="*/ 2916000 w 3176151"/>
              <a:gd name="connsiteY78" fmla="*/ 398372 h 904875"/>
              <a:gd name="connsiteX79" fmla="*/ 2924658 w 3176151"/>
              <a:gd name="connsiteY79" fmla="*/ 407031 h 904875"/>
              <a:gd name="connsiteX80" fmla="*/ 2941976 w 3176151"/>
              <a:gd name="connsiteY80" fmla="*/ 415690 h 904875"/>
              <a:gd name="connsiteX81" fmla="*/ 2950636 w 3176151"/>
              <a:gd name="connsiteY81" fmla="*/ 424349 h 904875"/>
              <a:gd name="connsiteX82" fmla="*/ 2959295 w 3176151"/>
              <a:gd name="connsiteY82" fmla="*/ 433008 h 904875"/>
              <a:gd name="connsiteX83" fmla="*/ 2976613 w 3176151"/>
              <a:gd name="connsiteY83" fmla="*/ 450326 h 904875"/>
              <a:gd name="connsiteX84" fmla="*/ 2993931 w 3176151"/>
              <a:gd name="connsiteY84" fmla="*/ 458985 h 904875"/>
              <a:gd name="connsiteX85" fmla="*/ 3011249 w 3176151"/>
              <a:gd name="connsiteY85" fmla="*/ 484963 h 904875"/>
              <a:gd name="connsiteX86" fmla="*/ 3019908 w 3176151"/>
              <a:gd name="connsiteY86" fmla="*/ 493622 h 904875"/>
              <a:gd name="connsiteX87" fmla="*/ 3028568 w 3176151"/>
              <a:gd name="connsiteY87" fmla="*/ 502281 h 904875"/>
              <a:gd name="connsiteX88" fmla="*/ 3037226 w 3176151"/>
              <a:gd name="connsiteY88" fmla="*/ 528258 h 904875"/>
              <a:gd name="connsiteX89" fmla="*/ 3054545 w 3176151"/>
              <a:gd name="connsiteY89" fmla="*/ 536917 h 904875"/>
              <a:gd name="connsiteX90" fmla="*/ 3054545 w 3176151"/>
              <a:gd name="connsiteY90" fmla="*/ 554236 h 904875"/>
              <a:gd name="connsiteX91" fmla="*/ 3063204 w 3176151"/>
              <a:gd name="connsiteY91" fmla="*/ 571554 h 904875"/>
              <a:gd name="connsiteX92" fmla="*/ 3071863 w 3176151"/>
              <a:gd name="connsiteY92" fmla="*/ 588872 h 904875"/>
              <a:gd name="connsiteX93" fmla="*/ 3089181 w 3176151"/>
              <a:gd name="connsiteY93" fmla="*/ 606190 h 904875"/>
              <a:gd name="connsiteX94" fmla="*/ 3097840 w 3176151"/>
              <a:gd name="connsiteY94" fmla="*/ 623508 h 904875"/>
              <a:gd name="connsiteX95" fmla="*/ 3097840 w 3176151"/>
              <a:gd name="connsiteY95" fmla="*/ 649486 h 904875"/>
              <a:gd name="connsiteX96" fmla="*/ 3115158 w 3176151"/>
              <a:gd name="connsiteY96" fmla="*/ 675463 h 904875"/>
              <a:gd name="connsiteX97" fmla="*/ 3123818 w 3176151"/>
              <a:gd name="connsiteY97" fmla="*/ 684122 h 904875"/>
              <a:gd name="connsiteX98" fmla="*/ 3123818 w 3176151"/>
              <a:gd name="connsiteY98" fmla="*/ 710099 h 904875"/>
              <a:gd name="connsiteX99" fmla="*/ 3141136 w 3176151"/>
              <a:gd name="connsiteY99" fmla="*/ 727417 h 904875"/>
              <a:gd name="connsiteX100" fmla="*/ 3141136 w 3176151"/>
              <a:gd name="connsiteY100" fmla="*/ 762054 h 904875"/>
              <a:gd name="connsiteX101" fmla="*/ 3149795 w 3176151"/>
              <a:gd name="connsiteY101" fmla="*/ 770713 h 904875"/>
              <a:gd name="connsiteX102" fmla="*/ 3149795 w 3176151"/>
              <a:gd name="connsiteY102" fmla="*/ 805349 h 904875"/>
              <a:gd name="connsiteX103" fmla="*/ 3158454 w 3176151"/>
              <a:gd name="connsiteY103" fmla="*/ 814008 h 904875"/>
              <a:gd name="connsiteX104" fmla="*/ 3158454 w 3176151"/>
              <a:gd name="connsiteY104" fmla="*/ 848645 h 904875"/>
              <a:gd name="connsiteX105" fmla="*/ 3167113 w 3176151"/>
              <a:gd name="connsiteY105" fmla="*/ 857304 h 904875"/>
              <a:gd name="connsiteX106" fmla="*/ 3175772 w 3176151"/>
              <a:gd name="connsiteY106" fmla="*/ 865963 h 904875"/>
              <a:gd name="connsiteX107" fmla="*/ 3175772 w 3176151"/>
              <a:gd name="connsiteY107" fmla="*/ 909258 h 90487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3176151" h="904875">
                <a:moveTo>
                  <a:pt x="-2113" y="692781"/>
                </a:moveTo>
                <a:cubicBezTo>
                  <a:pt x="3659" y="688163"/>
                  <a:pt x="72354" y="632744"/>
                  <a:pt x="84477" y="623508"/>
                </a:cubicBezTo>
                <a:cubicBezTo>
                  <a:pt x="96599" y="614272"/>
                  <a:pt x="171645" y="560008"/>
                  <a:pt x="179727" y="554236"/>
                </a:cubicBezTo>
                <a:cubicBezTo>
                  <a:pt x="187809" y="548463"/>
                  <a:pt x="202241" y="539226"/>
                  <a:pt x="205704" y="536917"/>
                </a:cubicBezTo>
                <a:cubicBezTo>
                  <a:pt x="209168" y="534608"/>
                  <a:pt x="227641" y="521908"/>
                  <a:pt x="231682" y="519599"/>
                </a:cubicBezTo>
                <a:cubicBezTo>
                  <a:pt x="235723" y="517290"/>
                  <a:pt x="262854" y="504590"/>
                  <a:pt x="266318" y="502281"/>
                </a:cubicBezTo>
                <a:cubicBezTo>
                  <a:pt x="269782" y="499972"/>
                  <a:pt x="280173" y="487272"/>
                  <a:pt x="283636" y="484963"/>
                </a:cubicBezTo>
                <a:cubicBezTo>
                  <a:pt x="287100" y="482654"/>
                  <a:pt x="314232" y="470531"/>
                  <a:pt x="318273" y="467645"/>
                </a:cubicBezTo>
                <a:cubicBezTo>
                  <a:pt x="322314" y="464758"/>
                  <a:pt x="339054" y="445708"/>
                  <a:pt x="344250" y="441667"/>
                </a:cubicBezTo>
                <a:cubicBezTo>
                  <a:pt x="349445" y="437626"/>
                  <a:pt x="389277" y="411072"/>
                  <a:pt x="396204" y="407031"/>
                </a:cubicBezTo>
                <a:cubicBezTo>
                  <a:pt x="403132" y="402990"/>
                  <a:pt x="443540" y="384517"/>
                  <a:pt x="448159" y="381054"/>
                </a:cubicBezTo>
                <a:cubicBezTo>
                  <a:pt x="452777" y="377590"/>
                  <a:pt x="462013" y="358540"/>
                  <a:pt x="465477" y="355076"/>
                </a:cubicBezTo>
                <a:cubicBezTo>
                  <a:pt x="468940" y="351612"/>
                  <a:pt x="495495" y="332563"/>
                  <a:pt x="500113" y="329099"/>
                </a:cubicBezTo>
                <a:cubicBezTo>
                  <a:pt x="504731" y="325635"/>
                  <a:pt x="530709" y="306008"/>
                  <a:pt x="534750" y="303122"/>
                </a:cubicBezTo>
                <a:cubicBezTo>
                  <a:pt x="538790" y="300236"/>
                  <a:pt x="556686" y="288113"/>
                  <a:pt x="560727" y="285804"/>
                </a:cubicBezTo>
                <a:cubicBezTo>
                  <a:pt x="564767" y="283495"/>
                  <a:pt x="590744" y="271372"/>
                  <a:pt x="595363" y="268485"/>
                </a:cubicBezTo>
                <a:cubicBezTo>
                  <a:pt x="599981" y="265599"/>
                  <a:pt x="624227" y="245972"/>
                  <a:pt x="630000" y="242508"/>
                </a:cubicBezTo>
                <a:cubicBezTo>
                  <a:pt x="635772" y="239045"/>
                  <a:pt x="675027" y="219995"/>
                  <a:pt x="681954" y="216531"/>
                </a:cubicBezTo>
                <a:cubicBezTo>
                  <a:pt x="688882" y="213067"/>
                  <a:pt x="727558" y="194017"/>
                  <a:pt x="733908" y="190554"/>
                </a:cubicBezTo>
                <a:cubicBezTo>
                  <a:pt x="740258" y="187090"/>
                  <a:pt x="772009" y="167463"/>
                  <a:pt x="777204" y="164576"/>
                </a:cubicBezTo>
                <a:cubicBezTo>
                  <a:pt x="782400" y="161690"/>
                  <a:pt x="806067" y="148990"/>
                  <a:pt x="811840" y="147258"/>
                </a:cubicBezTo>
                <a:cubicBezTo>
                  <a:pt x="817613" y="145526"/>
                  <a:pt x="858022" y="139754"/>
                  <a:pt x="863795" y="138599"/>
                </a:cubicBezTo>
                <a:cubicBezTo>
                  <a:pt x="869567" y="137445"/>
                  <a:pt x="893813" y="131672"/>
                  <a:pt x="898431" y="129940"/>
                </a:cubicBezTo>
                <a:cubicBezTo>
                  <a:pt x="903049" y="128208"/>
                  <a:pt x="927295" y="114354"/>
                  <a:pt x="933068" y="112622"/>
                </a:cubicBezTo>
                <a:cubicBezTo>
                  <a:pt x="938840" y="110890"/>
                  <a:pt x="978672" y="105695"/>
                  <a:pt x="985022" y="103963"/>
                </a:cubicBezTo>
                <a:cubicBezTo>
                  <a:pt x="991372" y="102231"/>
                  <a:pt x="1022545" y="87799"/>
                  <a:pt x="1028318" y="86645"/>
                </a:cubicBezTo>
                <a:cubicBezTo>
                  <a:pt x="1034090" y="85490"/>
                  <a:pt x="1064685" y="87799"/>
                  <a:pt x="1071613" y="86645"/>
                </a:cubicBezTo>
                <a:cubicBezTo>
                  <a:pt x="1078540" y="85490"/>
                  <a:pt x="1123567" y="71635"/>
                  <a:pt x="1132227" y="69326"/>
                </a:cubicBezTo>
                <a:cubicBezTo>
                  <a:pt x="1140886" y="67017"/>
                  <a:pt x="1193995" y="53163"/>
                  <a:pt x="1201500" y="52008"/>
                </a:cubicBezTo>
                <a:cubicBezTo>
                  <a:pt x="1209004" y="50854"/>
                  <a:pt x="1237867" y="52585"/>
                  <a:pt x="1244795" y="52008"/>
                </a:cubicBezTo>
                <a:cubicBezTo>
                  <a:pt x="1251722" y="51431"/>
                  <a:pt x="1299058" y="45081"/>
                  <a:pt x="1305408" y="43349"/>
                </a:cubicBezTo>
                <a:cubicBezTo>
                  <a:pt x="1311758" y="41617"/>
                  <a:pt x="1331385" y="27185"/>
                  <a:pt x="1340045" y="26031"/>
                </a:cubicBezTo>
                <a:cubicBezTo>
                  <a:pt x="1348703" y="24876"/>
                  <a:pt x="1427213" y="26608"/>
                  <a:pt x="1435295" y="26031"/>
                </a:cubicBezTo>
                <a:cubicBezTo>
                  <a:pt x="1443376" y="25454"/>
                  <a:pt x="1452036" y="17949"/>
                  <a:pt x="1461272" y="17372"/>
                </a:cubicBezTo>
                <a:cubicBezTo>
                  <a:pt x="1470508" y="16795"/>
                  <a:pt x="1562872" y="17949"/>
                  <a:pt x="1573840" y="17372"/>
                </a:cubicBezTo>
                <a:cubicBezTo>
                  <a:pt x="1584808" y="16795"/>
                  <a:pt x="1619445" y="9867"/>
                  <a:pt x="1625795" y="8713"/>
                </a:cubicBezTo>
                <a:cubicBezTo>
                  <a:pt x="1632144" y="7558"/>
                  <a:pt x="1650617" y="631"/>
                  <a:pt x="1669090" y="54"/>
                </a:cubicBezTo>
                <a:cubicBezTo>
                  <a:pt x="1687563" y="-523"/>
                  <a:pt x="1884991" y="-523"/>
                  <a:pt x="1902887" y="54"/>
                </a:cubicBezTo>
                <a:cubicBezTo>
                  <a:pt x="1920782" y="631"/>
                  <a:pt x="1932327" y="7558"/>
                  <a:pt x="1937522" y="8713"/>
                </a:cubicBezTo>
                <a:cubicBezTo>
                  <a:pt x="1942717" y="9867"/>
                  <a:pt x="1975622" y="16217"/>
                  <a:pt x="1980818" y="17372"/>
                </a:cubicBezTo>
                <a:cubicBezTo>
                  <a:pt x="1986013" y="18526"/>
                  <a:pt x="2010258" y="24876"/>
                  <a:pt x="2015454" y="26031"/>
                </a:cubicBezTo>
                <a:cubicBezTo>
                  <a:pt x="2020649" y="27185"/>
                  <a:pt x="2054132" y="33536"/>
                  <a:pt x="2058750" y="34690"/>
                </a:cubicBezTo>
                <a:cubicBezTo>
                  <a:pt x="2063368" y="35845"/>
                  <a:pt x="2080686" y="42195"/>
                  <a:pt x="2084726" y="43349"/>
                </a:cubicBezTo>
                <a:cubicBezTo>
                  <a:pt x="2088767" y="44504"/>
                  <a:pt x="2115322" y="50854"/>
                  <a:pt x="2119363" y="52008"/>
                </a:cubicBezTo>
                <a:cubicBezTo>
                  <a:pt x="2123403" y="53163"/>
                  <a:pt x="2141299" y="59513"/>
                  <a:pt x="2145340" y="60667"/>
                </a:cubicBezTo>
                <a:cubicBezTo>
                  <a:pt x="2149381" y="61822"/>
                  <a:pt x="2175358" y="68172"/>
                  <a:pt x="2179976" y="69326"/>
                </a:cubicBezTo>
                <a:cubicBezTo>
                  <a:pt x="2184594" y="70481"/>
                  <a:pt x="2210572" y="76831"/>
                  <a:pt x="2214613" y="77985"/>
                </a:cubicBezTo>
                <a:cubicBezTo>
                  <a:pt x="2218653" y="79140"/>
                  <a:pt x="2236549" y="86067"/>
                  <a:pt x="2240590" y="86645"/>
                </a:cubicBezTo>
                <a:cubicBezTo>
                  <a:pt x="2244631" y="87222"/>
                  <a:pt x="2270608" y="86067"/>
                  <a:pt x="2275226" y="86645"/>
                </a:cubicBezTo>
                <a:cubicBezTo>
                  <a:pt x="2279844" y="87222"/>
                  <a:pt x="2306399" y="94726"/>
                  <a:pt x="2309863" y="95304"/>
                </a:cubicBezTo>
                <a:cubicBezTo>
                  <a:pt x="2313326" y="95881"/>
                  <a:pt x="2322562" y="94726"/>
                  <a:pt x="2327181" y="95304"/>
                </a:cubicBezTo>
                <a:cubicBezTo>
                  <a:pt x="2331799" y="95881"/>
                  <a:pt x="2372786" y="101654"/>
                  <a:pt x="2379136" y="103963"/>
                </a:cubicBezTo>
                <a:cubicBezTo>
                  <a:pt x="2385486" y="106272"/>
                  <a:pt x="2418390" y="128208"/>
                  <a:pt x="2422431" y="129940"/>
                </a:cubicBezTo>
                <a:cubicBezTo>
                  <a:pt x="2426472" y="131672"/>
                  <a:pt x="2436863" y="129363"/>
                  <a:pt x="2439750" y="129940"/>
                </a:cubicBezTo>
                <a:cubicBezTo>
                  <a:pt x="2442636" y="130517"/>
                  <a:pt x="2462263" y="136867"/>
                  <a:pt x="2465726" y="138599"/>
                </a:cubicBezTo>
                <a:cubicBezTo>
                  <a:pt x="2469190" y="140331"/>
                  <a:pt x="2487663" y="154185"/>
                  <a:pt x="2491704" y="155917"/>
                </a:cubicBezTo>
                <a:cubicBezTo>
                  <a:pt x="2495744" y="157649"/>
                  <a:pt x="2521722" y="162845"/>
                  <a:pt x="2526340" y="164576"/>
                </a:cubicBezTo>
                <a:cubicBezTo>
                  <a:pt x="2530958" y="166308"/>
                  <a:pt x="2558090" y="180740"/>
                  <a:pt x="2560976" y="181895"/>
                </a:cubicBezTo>
                <a:cubicBezTo>
                  <a:pt x="2563862" y="183049"/>
                  <a:pt x="2567904" y="181317"/>
                  <a:pt x="2569636" y="181895"/>
                </a:cubicBezTo>
                <a:cubicBezTo>
                  <a:pt x="2571367" y="182472"/>
                  <a:pt x="2584068" y="188822"/>
                  <a:pt x="2586954" y="190554"/>
                </a:cubicBezTo>
                <a:cubicBezTo>
                  <a:pt x="2589840" y="192286"/>
                  <a:pt x="2608890" y="205563"/>
                  <a:pt x="2612931" y="207872"/>
                </a:cubicBezTo>
                <a:cubicBezTo>
                  <a:pt x="2616972" y="210181"/>
                  <a:pt x="2644104" y="223458"/>
                  <a:pt x="2647568" y="225190"/>
                </a:cubicBezTo>
                <a:cubicBezTo>
                  <a:pt x="2651031" y="226922"/>
                  <a:pt x="2662577" y="232117"/>
                  <a:pt x="2664886" y="233849"/>
                </a:cubicBezTo>
                <a:cubicBezTo>
                  <a:pt x="2667194" y="235581"/>
                  <a:pt x="2680472" y="250013"/>
                  <a:pt x="2682204" y="251167"/>
                </a:cubicBezTo>
                <a:cubicBezTo>
                  <a:pt x="2683936" y="252322"/>
                  <a:pt x="2689131" y="250013"/>
                  <a:pt x="2690863" y="251167"/>
                </a:cubicBezTo>
                <a:cubicBezTo>
                  <a:pt x="2692594" y="252322"/>
                  <a:pt x="2706449" y="267331"/>
                  <a:pt x="2708181" y="268485"/>
                </a:cubicBezTo>
                <a:cubicBezTo>
                  <a:pt x="2709912" y="269640"/>
                  <a:pt x="2714531" y="267331"/>
                  <a:pt x="2716840" y="268485"/>
                </a:cubicBezTo>
                <a:cubicBezTo>
                  <a:pt x="2719149" y="269640"/>
                  <a:pt x="2740508" y="284072"/>
                  <a:pt x="2742818" y="285804"/>
                </a:cubicBezTo>
                <a:cubicBezTo>
                  <a:pt x="2745126" y="287536"/>
                  <a:pt x="2750322" y="293308"/>
                  <a:pt x="2751476" y="294463"/>
                </a:cubicBezTo>
                <a:cubicBezTo>
                  <a:pt x="2752630" y="295617"/>
                  <a:pt x="2758404" y="301967"/>
                  <a:pt x="2760136" y="303122"/>
                </a:cubicBezTo>
                <a:cubicBezTo>
                  <a:pt x="2761867" y="304276"/>
                  <a:pt x="2775145" y="310626"/>
                  <a:pt x="2777454" y="311781"/>
                </a:cubicBezTo>
                <a:cubicBezTo>
                  <a:pt x="2779762" y="312935"/>
                  <a:pt x="2792463" y="319286"/>
                  <a:pt x="2794772" y="320440"/>
                </a:cubicBezTo>
                <a:cubicBezTo>
                  <a:pt x="2797081" y="321595"/>
                  <a:pt x="2809204" y="326790"/>
                  <a:pt x="2812090" y="329099"/>
                </a:cubicBezTo>
                <a:cubicBezTo>
                  <a:pt x="2814976" y="331408"/>
                  <a:pt x="2835182" y="352767"/>
                  <a:pt x="2838068" y="355076"/>
                </a:cubicBezTo>
                <a:cubicBezTo>
                  <a:pt x="2840954" y="357385"/>
                  <a:pt x="2853654" y="363158"/>
                  <a:pt x="2855386" y="363735"/>
                </a:cubicBezTo>
                <a:cubicBezTo>
                  <a:pt x="2857117" y="364312"/>
                  <a:pt x="2862314" y="362581"/>
                  <a:pt x="2864045" y="363735"/>
                </a:cubicBezTo>
                <a:cubicBezTo>
                  <a:pt x="2865776" y="364890"/>
                  <a:pt x="2879054" y="379322"/>
                  <a:pt x="2881363" y="381054"/>
                </a:cubicBezTo>
                <a:cubicBezTo>
                  <a:pt x="2883672" y="382786"/>
                  <a:pt x="2896372" y="388558"/>
                  <a:pt x="2898681" y="389713"/>
                </a:cubicBezTo>
                <a:cubicBezTo>
                  <a:pt x="2900990" y="390867"/>
                  <a:pt x="2914268" y="397217"/>
                  <a:pt x="2916000" y="398372"/>
                </a:cubicBezTo>
                <a:cubicBezTo>
                  <a:pt x="2917731" y="399526"/>
                  <a:pt x="2922926" y="405876"/>
                  <a:pt x="2924658" y="407031"/>
                </a:cubicBezTo>
                <a:cubicBezTo>
                  <a:pt x="2926390" y="408185"/>
                  <a:pt x="2940245" y="414536"/>
                  <a:pt x="2941976" y="415690"/>
                </a:cubicBezTo>
                <a:cubicBezTo>
                  <a:pt x="2943708" y="416845"/>
                  <a:pt x="2949482" y="423195"/>
                  <a:pt x="2950636" y="424349"/>
                </a:cubicBezTo>
                <a:cubicBezTo>
                  <a:pt x="2951790" y="425504"/>
                  <a:pt x="2957564" y="431276"/>
                  <a:pt x="2959295" y="433008"/>
                </a:cubicBezTo>
                <a:cubicBezTo>
                  <a:pt x="2961026" y="434740"/>
                  <a:pt x="2974304" y="448594"/>
                  <a:pt x="2976613" y="450326"/>
                </a:cubicBezTo>
                <a:cubicBezTo>
                  <a:pt x="2978922" y="452058"/>
                  <a:pt x="2991622" y="456676"/>
                  <a:pt x="2993931" y="458985"/>
                </a:cubicBezTo>
                <a:cubicBezTo>
                  <a:pt x="2996240" y="461294"/>
                  <a:pt x="3009517" y="482654"/>
                  <a:pt x="3011249" y="484963"/>
                </a:cubicBezTo>
                <a:cubicBezTo>
                  <a:pt x="3012980" y="487272"/>
                  <a:pt x="3018754" y="492467"/>
                  <a:pt x="3019908" y="493622"/>
                </a:cubicBezTo>
                <a:cubicBezTo>
                  <a:pt x="3021062" y="494776"/>
                  <a:pt x="3027413" y="499972"/>
                  <a:pt x="3028568" y="502281"/>
                </a:cubicBezTo>
                <a:cubicBezTo>
                  <a:pt x="3029722" y="504590"/>
                  <a:pt x="3035495" y="525949"/>
                  <a:pt x="3037226" y="528258"/>
                </a:cubicBezTo>
                <a:cubicBezTo>
                  <a:pt x="3038958" y="530567"/>
                  <a:pt x="3053391" y="535185"/>
                  <a:pt x="3054545" y="536917"/>
                </a:cubicBezTo>
                <a:cubicBezTo>
                  <a:pt x="3055699" y="538649"/>
                  <a:pt x="3053968" y="551926"/>
                  <a:pt x="3054545" y="554236"/>
                </a:cubicBezTo>
                <a:cubicBezTo>
                  <a:pt x="3055122" y="556544"/>
                  <a:pt x="3062050" y="569245"/>
                  <a:pt x="3063204" y="571554"/>
                </a:cubicBezTo>
                <a:cubicBezTo>
                  <a:pt x="3064358" y="573863"/>
                  <a:pt x="3070131" y="586563"/>
                  <a:pt x="3071863" y="588872"/>
                </a:cubicBezTo>
                <a:cubicBezTo>
                  <a:pt x="3073594" y="591181"/>
                  <a:pt x="3087449" y="603881"/>
                  <a:pt x="3089181" y="606190"/>
                </a:cubicBezTo>
                <a:cubicBezTo>
                  <a:pt x="3090912" y="608499"/>
                  <a:pt x="3097263" y="620622"/>
                  <a:pt x="3097840" y="623508"/>
                </a:cubicBezTo>
                <a:cubicBezTo>
                  <a:pt x="3098417" y="626395"/>
                  <a:pt x="3096686" y="646022"/>
                  <a:pt x="3097840" y="649486"/>
                </a:cubicBezTo>
                <a:cubicBezTo>
                  <a:pt x="3098994" y="652949"/>
                  <a:pt x="3113426" y="673154"/>
                  <a:pt x="3115158" y="675463"/>
                </a:cubicBezTo>
                <a:cubicBezTo>
                  <a:pt x="3116890" y="677772"/>
                  <a:pt x="3123240" y="681813"/>
                  <a:pt x="3123818" y="684122"/>
                </a:cubicBezTo>
                <a:cubicBezTo>
                  <a:pt x="3124394" y="686431"/>
                  <a:pt x="3122663" y="707213"/>
                  <a:pt x="3123818" y="710099"/>
                </a:cubicBezTo>
                <a:cubicBezTo>
                  <a:pt x="3124972" y="712985"/>
                  <a:pt x="3139982" y="723953"/>
                  <a:pt x="3141136" y="727417"/>
                </a:cubicBezTo>
                <a:cubicBezTo>
                  <a:pt x="3142290" y="730881"/>
                  <a:pt x="3140558" y="759168"/>
                  <a:pt x="3141136" y="762054"/>
                </a:cubicBezTo>
                <a:cubicBezTo>
                  <a:pt x="3141712" y="764940"/>
                  <a:pt x="3149218" y="767826"/>
                  <a:pt x="3149795" y="770713"/>
                </a:cubicBezTo>
                <a:cubicBezTo>
                  <a:pt x="3150372" y="773599"/>
                  <a:pt x="3149218" y="802463"/>
                  <a:pt x="3149795" y="805349"/>
                </a:cubicBezTo>
                <a:cubicBezTo>
                  <a:pt x="3150372" y="808235"/>
                  <a:pt x="3157877" y="811122"/>
                  <a:pt x="3158454" y="814008"/>
                </a:cubicBezTo>
                <a:cubicBezTo>
                  <a:pt x="3159031" y="816895"/>
                  <a:pt x="3157877" y="845758"/>
                  <a:pt x="3158454" y="848645"/>
                </a:cubicBezTo>
                <a:cubicBezTo>
                  <a:pt x="3159031" y="851531"/>
                  <a:pt x="3165958" y="856149"/>
                  <a:pt x="3167113" y="857304"/>
                </a:cubicBezTo>
                <a:cubicBezTo>
                  <a:pt x="3168267" y="858458"/>
                  <a:pt x="3175195" y="862499"/>
                  <a:pt x="3175772" y="865963"/>
                </a:cubicBezTo>
                <a:cubicBezTo>
                  <a:pt x="3176349" y="869426"/>
                  <a:pt x="3175772" y="906372"/>
                  <a:pt x="3175772" y="909258"/>
                </a:cubicBez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4" name=""/>
          <p:cNvSpPr txBox="1"/>
          <p:nvPr/>
        </p:nvSpPr>
        <p:spPr>
          <a:xfrm>
            <a:off x="10999470" y="3838194"/>
            <a:ext cx="1793367" cy="36042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Y = 5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67333" y="980693"/>
            <a:ext cx="3191257" cy="282740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완전연결층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나온 이미지들을 </a:t>
            </a:r>
            <a:r>
              <a:rPr lang="en-US" altLang="ko-KR"/>
              <a:t>1</a:t>
            </a:r>
            <a:r>
              <a:rPr lang="ko-KR" altLang="en-US"/>
              <a:t>열로 나열함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5 X 4   *  4 X 1  = 5 X 1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8" y="620649"/>
            <a:ext cx="3044762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다음 모임 일정</a:t>
            </a:r>
            <a:endParaRPr lang="ko-KR" altLang="en-US" sz="3500" b="1"/>
          </a:p>
        </p:txBody>
      </p:sp>
      <p:sp>
        <p:nvSpPr>
          <p:cNvPr id="5" name=""/>
          <p:cNvSpPr txBox="1"/>
          <p:nvPr/>
        </p:nvSpPr>
        <p:spPr>
          <a:xfrm>
            <a:off x="2188556" y="2483358"/>
            <a:ext cx="7866034" cy="275348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2500" b="1"/>
              <a:t>매주 월요일 오후 </a:t>
            </a:r>
            <a:r>
              <a:rPr lang="en-US" altLang="ko-KR" sz="2500" b="1"/>
              <a:t>8</a:t>
            </a:r>
            <a:r>
              <a:rPr lang="ko-KR" altLang="en-US" sz="2500" b="1"/>
              <a:t>시 </a:t>
            </a:r>
            <a:r>
              <a:rPr lang="en-US" altLang="ko-KR" sz="2500" b="1"/>
              <a:t>(</a:t>
            </a:r>
            <a:r>
              <a:rPr lang="ko-KR" altLang="en-US" sz="2500" b="1"/>
              <a:t>시험기간은 제외</a:t>
            </a:r>
            <a:r>
              <a:rPr lang="en-US" altLang="ko-KR" sz="2500" b="1"/>
              <a:t>)</a:t>
            </a:r>
            <a:endParaRPr lang="en-US" altLang="ko-KR" sz="2500" b="1"/>
          </a:p>
          <a:p>
            <a:pPr>
              <a:defRPr/>
            </a:pPr>
            <a:endParaRPr lang="ko-KR" altLang="en-US" sz="2500" b="1"/>
          </a:p>
          <a:p>
            <a:pPr>
              <a:defRPr/>
            </a:pPr>
            <a:r>
              <a:rPr lang="ko-KR" altLang="en-US" sz="2500" b="1"/>
              <a:t>파이썬 문법 </a:t>
            </a:r>
            <a:r>
              <a:rPr lang="en-US" altLang="ko-KR" sz="2500" b="1"/>
              <a:t>, Pandas(</a:t>
            </a:r>
            <a:r>
              <a:rPr lang="ko-KR" altLang="en-US" sz="2500" b="1"/>
              <a:t>판다스</a:t>
            </a:r>
            <a:r>
              <a:rPr lang="en-US" altLang="ko-KR" sz="2500" b="1"/>
              <a:t>),</a:t>
            </a:r>
            <a:r>
              <a:rPr lang="ko-KR" altLang="en-US" sz="2500" b="1"/>
              <a:t> </a:t>
            </a:r>
            <a:r>
              <a:rPr lang="en-US" altLang="ko-KR" sz="2500" b="1"/>
              <a:t>NumPy(</a:t>
            </a:r>
            <a:r>
              <a:rPr lang="ko-KR" altLang="en-US" sz="2500" b="1"/>
              <a:t>넘파이</a:t>
            </a:r>
            <a:r>
              <a:rPr lang="en-US" altLang="ko-KR" sz="2500" b="1"/>
              <a:t>)</a:t>
            </a:r>
            <a:r>
              <a:rPr lang="ko-KR" altLang="en-US" sz="2500" b="1"/>
              <a:t> </a:t>
            </a:r>
            <a:endParaRPr lang="ko-KR" altLang="en-US" sz="2500" b="1"/>
          </a:p>
          <a:p>
            <a:pPr>
              <a:defRPr/>
            </a:pPr>
            <a:r>
              <a:rPr lang="ko-KR" altLang="en-US" sz="2500" b="1"/>
              <a:t>가 뭔지 간단히 알아보기</a:t>
            </a:r>
            <a:endParaRPr lang="ko-KR" altLang="en-US" sz="2500" b="1"/>
          </a:p>
          <a:p>
            <a:pPr>
              <a:defRPr/>
            </a:pPr>
            <a:endParaRPr lang="ko-KR" altLang="en-US" sz="2500" b="1"/>
          </a:p>
          <a:p>
            <a:pPr>
              <a:defRPr/>
            </a:pPr>
            <a:r>
              <a:rPr lang="ko-KR" altLang="en-US" sz="2500" b="1"/>
              <a:t>선형대수학</a:t>
            </a:r>
            <a:r>
              <a:rPr lang="en-US" altLang="ko-KR" sz="2500" b="1"/>
              <a:t>,</a:t>
            </a:r>
            <a:r>
              <a:rPr lang="ko-KR" altLang="en-US" sz="2500" b="1"/>
              <a:t> 미적분</a:t>
            </a:r>
            <a:r>
              <a:rPr lang="en-US" altLang="ko-KR" sz="2500" b="1"/>
              <a:t>,</a:t>
            </a:r>
            <a:r>
              <a:rPr lang="ko-KR" altLang="en-US" sz="2500" b="1"/>
              <a:t> 통계</a:t>
            </a:r>
            <a:r>
              <a:rPr lang="en-US" altLang="ko-KR" sz="2500" b="1"/>
              <a:t>,</a:t>
            </a:r>
            <a:r>
              <a:rPr lang="ko-KR" altLang="en-US" sz="2500" b="1"/>
              <a:t> 영어 잘하신다면 엄청 도움됨</a:t>
            </a:r>
            <a:r>
              <a:rPr lang="en-US" altLang="ko-KR" sz="2500" b="1"/>
              <a:t>.</a:t>
            </a:r>
            <a:endParaRPr lang="en-US" altLang="ko-KR" sz="2500" b="1"/>
          </a:p>
          <a:p>
            <a:pPr>
              <a:defRPr/>
            </a:pPr>
            <a:r>
              <a:rPr lang="en-US" altLang="ko-KR" sz="2500" b="1"/>
              <a:t>(</a:t>
            </a:r>
            <a:r>
              <a:rPr lang="ko-KR" altLang="en-US" sz="2500" b="1"/>
              <a:t>저는 잘 못함</a:t>
            </a:r>
            <a:r>
              <a:rPr lang="en-US" altLang="ko-KR" sz="2500" b="1"/>
              <a:t>)</a:t>
            </a:r>
            <a:endParaRPr lang="en-US" altLang="ko-KR" sz="25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666177" y="620647"/>
            <a:ext cx="8702613" cy="48828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목차</a:t>
            </a:r>
            <a:endParaRPr lang="ko-KR" altLang="en-US" sz="3500" b="1"/>
          </a:p>
          <a:p>
            <a:pPr>
              <a:defRPr/>
            </a:pPr>
            <a:endParaRPr lang="en-US" altLang="ko-KR" sz="3500" b="1"/>
          </a:p>
          <a:p>
            <a:pPr>
              <a:defRPr/>
            </a:pPr>
            <a:r>
              <a:rPr lang="en-US" altLang="ko-KR" sz="3500" b="1"/>
              <a:t>0.</a:t>
            </a:r>
            <a:r>
              <a:rPr lang="ko-KR" altLang="en-US" sz="3500" b="1"/>
              <a:t> 머신러닝 설명</a:t>
            </a:r>
            <a:endParaRPr lang="ko-KR" altLang="en-US" sz="3500" b="1"/>
          </a:p>
          <a:p>
            <a:pPr>
              <a:defRPr/>
            </a:pPr>
            <a:r>
              <a:rPr lang="en-US" altLang="ko-KR" sz="3500" b="1"/>
              <a:t>1.</a:t>
            </a:r>
            <a:r>
              <a:rPr lang="ko-KR" altLang="en-US" sz="3500" b="1"/>
              <a:t> 선형 회귀</a:t>
            </a:r>
            <a:endParaRPr lang="ko-KR" altLang="en-US" sz="3500" b="1"/>
          </a:p>
          <a:p>
            <a:pPr>
              <a:defRPr/>
            </a:pPr>
            <a:r>
              <a:rPr lang="en-US" altLang="ko-KR" sz="3500" b="1"/>
              <a:t>2.</a:t>
            </a:r>
            <a:r>
              <a:rPr lang="ko-KR" altLang="en-US" sz="3500" b="1"/>
              <a:t> 로지스틱 회귀</a:t>
            </a:r>
            <a:endParaRPr lang="ko-KR" altLang="en-US" sz="3500" b="1"/>
          </a:p>
          <a:p>
            <a:pPr>
              <a:defRPr/>
            </a:pPr>
            <a:r>
              <a:rPr lang="en-US" altLang="ko-KR" sz="3500" b="1"/>
              <a:t>3.</a:t>
            </a:r>
            <a:r>
              <a:rPr lang="ko-KR" altLang="en-US" sz="3500" b="1"/>
              <a:t> 퍼셉트론이란</a:t>
            </a:r>
            <a:endParaRPr lang="ko-KR" altLang="en-US" sz="3500" b="1"/>
          </a:p>
          <a:p>
            <a:pPr>
              <a:defRPr/>
            </a:pPr>
            <a:r>
              <a:rPr lang="en-US" altLang="ko-KR" sz="3500" b="1"/>
              <a:t>4.</a:t>
            </a:r>
            <a:r>
              <a:rPr lang="ko-KR" altLang="en-US" sz="3500" b="1"/>
              <a:t> 신경망이란 </a:t>
            </a:r>
            <a:r>
              <a:rPr lang="en-US" altLang="ko-KR" sz="3500" b="1"/>
              <a:t>-</a:t>
            </a:r>
            <a:r>
              <a:rPr lang="ko-KR" altLang="en-US" sz="3500" b="1"/>
              <a:t> 손실 함수 종류</a:t>
            </a:r>
            <a:r>
              <a:rPr lang="en-US" altLang="ko-KR" sz="3500" b="1"/>
              <a:t>,</a:t>
            </a:r>
            <a:r>
              <a:rPr lang="ko-KR" altLang="en-US" sz="3500" b="1"/>
              <a:t> 기울기 종류</a:t>
            </a:r>
            <a:endParaRPr lang="ko-KR" altLang="en-US" sz="3500" b="1"/>
          </a:p>
          <a:p>
            <a:pPr>
              <a:defRPr/>
            </a:pPr>
            <a:r>
              <a:rPr lang="en-US" altLang="ko-KR" sz="3500" b="1"/>
              <a:t>5.</a:t>
            </a:r>
            <a:r>
              <a:rPr lang="ko-KR" altLang="en-US" sz="3500" b="1"/>
              <a:t> 학습</a:t>
            </a:r>
            <a:endParaRPr lang="ko-KR" altLang="en-US" sz="3500" b="1"/>
          </a:p>
          <a:p>
            <a:pPr>
              <a:defRPr/>
            </a:pPr>
            <a:r>
              <a:rPr lang="en-US" altLang="ko-KR" sz="3500" b="1"/>
              <a:t>6.</a:t>
            </a:r>
            <a:r>
              <a:rPr lang="ko-KR" altLang="en-US" sz="3500" b="1"/>
              <a:t> 역전파</a:t>
            </a:r>
            <a:endParaRPr lang="ko-KR" altLang="en-US" sz="35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666178" y="620649"/>
            <a:ext cx="2044637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선형 회귀</a:t>
            </a:r>
            <a:endParaRPr lang="ko-KR" altLang="en-US" sz="3500" b="1"/>
          </a:p>
        </p:txBody>
      </p:sp>
      <p:sp>
        <p:nvSpPr>
          <p:cNvPr id="9" name=""/>
          <p:cNvSpPr/>
          <p:nvPr/>
        </p:nvSpPr>
        <p:spPr>
          <a:xfrm>
            <a:off x="1955482" y="1700784"/>
            <a:ext cx="180022" cy="4824603"/>
          </a:xfrm>
          <a:prstGeom prst="up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/>
          <p:nvPr/>
        </p:nvSpPr>
        <p:spPr>
          <a:xfrm rot="5393388">
            <a:off x="4951104" y="3506586"/>
            <a:ext cx="198025" cy="5972108"/>
          </a:xfrm>
          <a:prstGeom prst="up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 txBox="1"/>
          <p:nvPr/>
        </p:nvSpPr>
        <p:spPr>
          <a:xfrm>
            <a:off x="5050117" y="332613"/>
            <a:ext cx="4242473" cy="63703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X =  [1, 2, 3, 4</a:t>
            </a:r>
            <a:r>
              <a:rPr lang="ko-KR" altLang="en-US"/>
              <a:t> </a:t>
            </a:r>
            <a:r>
              <a:rPr lang="en-US" altLang="ko-KR"/>
              <a:t>7]                    </a:t>
            </a:r>
            <a:endParaRPr lang="en-US" altLang="ko-KR"/>
          </a:p>
          <a:p>
            <a:pPr>
              <a:defRPr/>
            </a:pPr>
            <a:r>
              <a:rPr lang="en-US" altLang="ko-KR"/>
              <a:t>Y =  [3, 5, 7, 9</a:t>
            </a:r>
            <a:r>
              <a:rPr lang="ko-KR" altLang="en-US"/>
              <a:t> </a:t>
            </a:r>
            <a:r>
              <a:rPr lang="en-US" altLang="ko-KR"/>
              <a:t>11]        Y = 2X + 1    Y=3</a:t>
            </a:r>
            <a:endParaRPr lang="en-US" altLang="ko-KR"/>
          </a:p>
        </p:txBody>
      </p:sp>
      <p:sp>
        <p:nvSpPr>
          <p:cNvPr id="12" name=""/>
          <p:cNvSpPr txBox="1"/>
          <p:nvPr/>
        </p:nvSpPr>
        <p:spPr>
          <a:xfrm>
            <a:off x="1955482" y="1337310"/>
            <a:ext cx="390525" cy="36576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Y </a:t>
            </a:r>
            <a:endParaRPr lang="en-US" altLang="ko-KR"/>
          </a:p>
        </p:txBody>
      </p:sp>
      <p:cxnSp>
        <p:nvCxnSpPr>
          <p:cNvPr id="13" name=""/>
          <p:cNvCxnSpPr/>
          <p:nvPr/>
        </p:nvCxnSpPr>
        <p:spPr>
          <a:xfrm flipV="1">
            <a:off x="1158059" y="1337310"/>
            <a:ext cx="7592349" cy="4597908"/>
          </a:xfrm>
          <a:prstGeom prst="line">
            <a:avLst/>
          </a:prstGeom>
          <a:ln w="38100">
            <a:solidFill>
              <a:schemeClr val="accent1"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"/>
          <p:cNvSpPr txBox="1"/>
          <p:nvPr/>
        </p:nvSpPr>
        <p:spPr>
          <a:xfrm>
            <a:off x="8252460" y="6365025"/>
            <a:ext cx="240030" cy="3672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X</a:t>
            </a:r>
            <a:endParaRPr lang="en-US" altLang="ko-KR"/>
          </a:p>
        </p:txBody>
      </p:sp>
      <p:sp>
        <p:nvSpPr>
          <p:cNvPr id="15" name=""/>
          <p:cNvSpPr/>
          <p:nvPr/>
        </p:nvSpPr>
        <p:spPr>
          <a:xfrm>
            <a:off x="3503676" y="4725162"/>
            <a:ext cx="377933" cy="36004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9" name=""/>
          <p:cNvSpPr txBox="1"/>
          <p:nvPr/>
        </p:nvSpPr>
        <p:spPr>
          <a:xfrm>
            <a:off x="6685578" y="4609718"/>
            <a:ext cx="4776226" cy="3674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서로 어떤 관계가 있는지 찾음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22" name=""/>
          <p:cNvSpPr/>
          <p:nvPr/>
        </p:nvSpPr>
        <p:spPr>
          <a:xfrm>
            <a:off x="2567559" y="3955340"/>
            <a:ext cx="377933" cy="36004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3" name=""/>
          <p:cNvSpPr/>
          <p:nvPr/>
        </p:nvSpPr>
        <p:spPr>
          <a:xfrm>
            <a:off x="3332597" y="3068955"/>
            <a:ext cx="377933" cy="36004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4" name=""/>
          <p:cNvSpPr/>
          <p:nvPr/>
        </p:nvSpPr>
        <p:spPr>
          <a:xfrm flipV="1">
            <a:off x="7035546" y="4135362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5" name=""/>
          <p:cNvSpPr/>
          <p:nvPr/>
        </p:nvSpPr>
        <p:spPr>
          <a:xfrm flipV="1">
            <a:off x="6096000" y="2492883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6" name=""/>
          <p:cNvSpPr txBox="1"/>
          <p:nvPr/>
        </p:nvSpPr>
        <p:spPr>
          <a:xfrm>
            <a:off x="2354961" y="6070473"/>
            <a:ext cx="5037201" cy="36652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</a:t>
            </a:r>
            <a:r>
              <a:rPr lang="ko-KR" altLang="en-US"/>
              <a:t>        </a:t>
            </a:r>
            <a:r>
              <a:rPr lang="en-US" altLang="ko-KR"/>
              <a:t>2</a:t>
            </a:r>
            <a:r>
              <a:rPr lang="ko-KR" altLang="en-US"/>
              <a:t>        </a:t>
            </a:r>
            <a:r>
              <a:rPr lang="en-US" altLang="ko-KR"/>
              <a:t>3</a:t>
            </a:r>
            <a:r>
              <a:rPr lang="ko-KR" altLang="en-US"/>
              <a:t>       </a:t>
            </a:r>
            <a:r>
              <a:rPr lang="en-US" altLang="ko-KR"/>
              <a:t>4</a:t>
            </a:r>
            <a:r>
              <a:rPr lang="ko-KR" altLang="en-US"/>
              <a:t>                    </a:t>
            </a:r>
            <a:r>
              <a:rPr lang="en-US" altLang="ko-KR"/>
              <a:t>7</a:t>
            </a:r>
            <a:r>
              <a:rPr lang="ko-KR" altLang="en-US"/>
              <a:t>                 </a:t>
            </a:r>
            <a:endParaRPr lang="ko-KR" altLang="en-US"/>
          </a:p>
        </p:txBody>
      </p:sp>
      <p:cxnSp>
        <p:nvCxnSpPr>
          <p:cNvPr id="27" name=""/>
          <p:cNvCxnSpPr/>
          <p:nvPr/>
        </p:nvCxnSpPr>
        <p:spPr>
          <a:xfrm rot="16200000">
            <a:off x="2167320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"/>
          <p:cNvCxnSpPr/>
          <p:nvPr/>
        </p:nvCxnSpPr>
        <p:spPr>
          <a:xfrm rot="16200000">
            <a:off x="2815401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"/>
          <p:cNvCxnSpPr/>
          <p:nvPr/>
        </p:nvCxnSpPr>
        <p:spPr>
          <a:xfrm rot="16200000">
            <a:off x="3535491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"/>
          <p:cNvCxnSpPr/>
          <p:nvPr/>
        </p:nvCxnSpPr>
        <p:spPr>
          <a:xfrm rot="16200000">
            <a:off x="4111563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"/>
          <p:cNvCxnSpPr/>
          <p:nvPr/>
        </p:nvCxnSpPr>
        <p:spPr>
          <a:xfrm rot="16200000">
            <a:off x="5695761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"/>
          <p:cNvSpPr txBox="1"/>
          <p:nvPr/>
        </p:nvSpPr>
        <p:spPr>
          <a:xfrm>
            <a:off x="7224513" y="2309145"/>
            <a:ext cx="4776226" cy="3674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ko-KR" altLang="en-US"/>
          </a:p>
        </p:txBody>
      </p:sp>
      <p:sp>
        <p:nvSpPr>
          <p:cNvPr id="36" name=""/>
          <p:cNvSpPr/>
          <p:nvPr/>
        </p:nvSpPr>
        <p:spPr>
          <a:xfrm flipV="1">
            <a:off x="5907033" y="2897482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7" name=""/>
          <p:cNvSpPr/>
          <p:nvPr/>
        </p:nvSpPr>
        <p:spPr>
          <a:xfrm flipV="1">
            <a:off x="4861150" y="2474321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38" name=""/>
          <p:cNvSpPr/>
          <p:nvPr/>
        </p:nvSpPr>
        <p:spPr>
          <a:xfrm flipV="1">
            <a:off x="6464808" y="1296185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39" name=""/>
          <p:cNvSpPr/>
          <p:nvPr/>
        </p:nvSpPr>
        <p:spPr>
          <a:xfrm flipV="1">
            <a:off x="6653774" y="1498484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40" name=""/>
          <p:cNvSpPr/>
          <p:nvPr/>
        </p:nvSpPr>
        <p:spPr>
          <a:xfrm flipV="1">
            <a:off x="6846580" y="1703070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41" name=""/>
          <p:cNvSpPr/>
          <p:nvPr/>
        </p:nvSpPr>
        <p:spPr>
          <a:xfrm flipV="1">
            <a:off x="7658423" y="3429000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42" name=""/>
          <p:cNvSpPr/>
          <p:nvPr/>
        </p:nvSpPr>
        <p:spPr>
          <a:xfrm flipV="1">
            <a:off x="9612626" y="3753040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cxnSp>
        <p:nvCxnSpPr>
          <p:cNvPr id="43" name=""/>
          <p:cNvCxnSpPr/>
          <p:nvPr/>
        </p:nvCxnSpPr>
        <p:spPr>
          <a:xfrm flipV="1">
            <a:off x="2710815" y="2159127"/>
            <a:ext cx="7053072" cy="4698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"/>
          <p:cNvCxnSpPr/>
          <p:nvPr/>
        </p:nvCxnSpPr>
        <p:spPr>
          <a:xfrm flipV="1">
            <a:off x="1199388" y="-241767"/>
            <a:ext cx="7053072" cy="4698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"/>
          <p:cNvSpPr/>
          <p:nvPr/>
        </p:nvSpPr>
        <p:spPr>
          <a:xfrm flipV="1">
            <a:off x="8372475" y="2309145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cxnSp>
        <p:nvCxnSpPr>
          <p:cNvPr id="46" name=""/>
          <p:cNvCxnSpPr>
            <a:endCxn id="45" idx="3"/>
          </p:cNvCxnSpPr>
          <p:nvPr/>
        </p:nvCxnSpPr>
        <p:spPr>
          <a:xfrm rot="16200000" flipH="1">
            <a:off x="7899426" y="1840000"/>
            <a:ext cx="665327" cy="3914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"/>
          <p:cNvCxnSpPr>
            <a:endCxn id="15" idx="0"/>
          </p:cNvCxnSpPr>
          <p:nvPr/>
        </p:nvCxnSpPr>
        <p:spPr>
          <a:xfrm>
            <a:off x="3490143" y="4529041"/>
            <a:ext cx="202499" cy="196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"/>
          <p:cNvCxnSpPr/>
          <p:nvPr/>
        </p:nvCxnSpPr>
        <p:spPr>
          <a:xfrm rot="16200000" flipH="1">
            <a:off x="3552558" y="4771425"/>
            <a:ext cx="248848" cy="68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"/>
          <p:cNvCxnSpPr/>
          <p:nvPr/>
        </p:nvCxnSpPr>
        <p:spPr>
          <a:xfrm rot="16200000" flipH="1">
            <a:off x="1269784" y="5771583"/>
            <a:ext cx="204310" cy="122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"/>
          <p:cNvCxnSpPr/>
          <p:nvPr/>
        </p:nvCxnSpPr>
        <p:spPr>
          <a:xfrm flipV="1">
            <a:off x="1310459" y="928497"/>
            <a:ext cx="7763232" cy="5159121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"/>
          <p:cNvCxnSpPr/>
          <p:nvPr/>
        </p:nvCxnSpPr>
        <p:spPr>
          <a:xfrm rot="16200000" flipH="1">
            <a:off x="1524861" y="5771583"/>
            <a:ext cx="204310" cy="122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"/>
          <p:cNvCxnSpPr/>
          <p:nvPr/>
        </p:nvCxnSpPr>
        <p:spPr>
          <a:xfrm rot="16200000" flipH="1">
            <a:off x="1647821" y="5567273"/>
            <a:ext cx="204310" cy="122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"/>
          <p:cNvCxnSpPr/>
          <p:nvPr/>
        </p:nvCxnSpPr>
        <p:spPr>
          <a:xfrm rot="16200000" flipH="1">
            <a:off x="1900243" y="5567273"/>
            <a:ext cx="204310" cy="122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8" y="620649"/>
            <a:ext cx="2044637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선형 회귀</a:t>
            </a:r>
            <a:endParaRPr lang="ko-KR" altLang="en-US" sz="3500" b="1"/>
          </a:p>
        </p:txBody>
      </p:sp>
      <p:sp>
        <p:nvSpPr>
          <p:cNvPr id="5" name=""/>
          <p:cNvSpPr/>
          <p:nvPr/>
        </p:nvSpPr>
        <p:spPr>
          <a:xfrm>
            <a:off x="1955482" y="1700784"/>
            <a:ext cx="180022" cy="4824603"/>
          </a:xfrm>
          <a:prstGeom prst="up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 rot="5393388">
            <a:off x="4951104" y="3506586"/>
            <a:ext cx="198025" cy="5972108"/>
          </a:xfrm>
          <a:prstGeom prst="up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 txBox="1"/>
          <p:nvPr/>
        </p:nvSpPr>
        <p:spPr>
          <a:xfrm>
            <a:off x="5050117" y="332613"/>
            <a:ext cx="3585248" cy="6370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X =  [1, 2, 3, 4</a:t>
            </a:r>
            <a:r>
              <a:rPr lang="ko-KR" altLang="en-US"/>
              <a:t> </a:t>
            </a:r>
            <a:r>
              <a:rPr lang="en-US" altLang="ko-KR"/>
              <a:t>7]                    </a:t>
            </a:r>
            <a:endParaRPr lang="en-US" altLang="ko-KR"/>
          </a:p>
          <a:p>
            <a:pPr>
              <a:defRPr/>
            </a:pPr>
            <a:r>
              <a:rPr lang="en-US" altLang="ko-KR"/>
              <a:t>Y =  [3, 5, 7, 9</a:t>
            </a:r>
            <a:r>
              <a:rPr lang="ko-KR" altLang="en-US"/>
              <a:t> </a:t>
            </a:r>
            <a:r>
              <a:rPr lang="en-US" altLang="ko-KR"/>
              <a:t>11]        Y = 2X + 1</a:t>
            </a:r>
            <a:endParaRPr lang="en-US" altLang="ko-KR"/>
          </a:p>
        </p:txBody>
      </p:sp>
      <p:sp>
        <p:nvSpPr>
          <p:cNvPr id="8" name=""/>
          <p:cNvSpPr txBox="1"/>
          <p:nvPr/>
        </p:nvSpPr>
        <p:spPr>
          <a:xfrm>
            <a:off x="1955482" y="1337310"/>
            <a:ext cx="390525" cy="3657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Y </a:t>
            </a:r>
            <a:endParaRPr lang="en-US" altLang="ko-KR"/>
          </a:p>
        </p:txBody>
      </p:sp>
      <p:sp>
        <p:nvSpPr>
          <p:cNvPr id="10" name=""/>
          <p:cNvSpPr txBox="1"/>
          <p:nvPr/>
        </p:nvSpPr>
        <p:spPr>
          <a:xfrm>
            <a:off x="8252460" y="6365025"/>
            <a:ext cx="240030" cy="36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X</a:t>
            </a:r>
            <a:endParaRPr lang="en-US" altLang="ko-KR"/>
          </a:p>
        </p:txBody>
      </p:sp>
      <p:sp>
        <p:nvSpPr>
          <p:cNvPr id="11" name=""/>
          <p:cNvSpPr/>
          <p:nvPr/>
        </p:nvSpPr>
        <p:spPr>
          <a:xfrm>
            <a:off x="2378592" y="5013198"/>
            <a:ext cx="377933" cy="36004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3" name=""/>
          <p:cNvSpPr/>
          <p:nvPr/>
        </p:nvSpPr>
        <p:spPr>
          <a:xfrm>
            <a:off x="4133869" y="3429000"/>
            <a:ext cx="377933" cy="36004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4" name=""/>
          <p:cNvSpPr/>
          <p:nvPr/>
        </p:nvSpPr>
        <p:spPr>
          <a:xfrm>
            <a:off x="7014229" y="2750820"/>
            <a:ext cx="377933" cy="36004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7" name=""/>
          <p:cNvSpPr txBox="1"/>
          <p:nvPr/>
        </p:nvSpPr>
        <p:spPr>
          <a:xfrm>
            <a:off x="2354961" y="6070473"/>
            <a:ext cx="5037201" cy="366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1</a:t>
            </a:r>
            <a:r>
              <a:rPr lang="ko-KR" altLang="en-US"/>
              <a:t>        </a:t>
            </a:r>
            <a:r>
              <a:rPr lang="en-US" altLang="ko-KR"/>
              <a:t>2</a:t>
            </a:r>
            <a:r>
              <a:rPr lang="ko-KR" altLang="en-US"/>
              <a:t>        </a:t>
            </a:r>
            <a:r>
              <a:rPr lang="en-US" altLang="ko-KR"/>
              <a:t>3</a:t>
            </a:r>
            <a:r>
              <a:rPr lang="ko-KR" altLang="en-US"/>
              <a:t>       </a:t>
            </a:r>
            <a:r>
              <a:rPr lang="en-US" altLang="ko-KR"/>
              <a:t>4</a:t>
            </a:r>
            <a:r>
              <a:rPr lang="ko-KR" altLang="en-US"/>
              <a:t>                    </a:t>
            </a:r>
            <a:r>
              <a:rPr lang="en-US" altLang="ko-KR"/>
              <a:t>7</a:t>
            </a:r>
            <a:r>
              <a:rPr lang="ko-KR" altLang="en-US"/>
              <a:t>                 </a:t>
            </a:r>
            <a:endParaRPr lang="ko-KR" altLang="en-US"/>
          </a:p>
        </p:txBody>
      </p:sp>
      <p:cxnSp>
        <p:nvCxnSpPr>
          <p:cNvPr id="18" name=""/>
          <p:cNvCxnSpPr/>
          <p:nvPr/>
        </p:nvCxnSpPr>
        <p:spPr>
          <a:xfrm rot="16200000">
            <a:off x="2167320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"/>
          <p:cNvCxnSpPr/>
          <p:nvPr/>
        </p:nvCxnSpPr>
        <p:spPr>
          <a:xfrm rot="16200000">
            <a:off x="2815401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"/>
          <p:cNvCxnSpPr/>
          <p:nvPr/>
        </p:nvCxnSpPr>
        <p:spPr>
          <a:xfrm rot="16200000">
            <a:off x="3535491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"/>
          <p:cNvCxnSpPr/>
          <p:nvPr/>
        </p:nvCxnSpPr>
        <p:spPr>
          <a:xfrm rot="16200000">
            <a:off x="4111563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"/>
          <p:cNvCxnSpPr/>
          <p:nvPr/>
        </p:nvCxnSpPr>
        <p:spPr>
          <a:xfrm rot="16200000">
            <a:off x="5695761" y="6421563"/>
            <a:ext cx="8004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"/>
          <p:cNvSpPr/>
          <p:nvPr/>
        </p:nvSpPr>
        <p:spPr>
          <a:xfrm>
            <a:off x="3026673" y="4365117"/>
            <a:ext cx="377933" cy="36004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45" name=""/>
          <p:cNvSpPr txBox="1"/>
          <p:nvPr/>
        </p:nvSpPr>
        <p:spPr>
          <a:xfrm>
            <a:off x="7967774" y="2112264"/>
            <a:ext cx="3096846" cy="63855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모든 점에 대해서 선하나를</a:t>
            </a:r>
            <a:endParaRPr lang="ko-KR" altLang="en-US"/>
          </a:p>
          <a:p>
            <a:pPr>
              <a:defRPr/>
            </a:pPr>
            <a:r>
              <a:rPr lang="ko-KR" altLang="en-US"/>
              <a:t>잘 그어주는거 </a:t>
            </a:r>
            <a:endParaRPr lang="ko-KR" altLang="en-US"/>
          </a:p>
        </p:txBody>
      </p:sp>
      <p:sp>
        <p:nvSpPr>
          <p:cNvPr id="46" name=""/>
          <p:cNvSpPr/>
          <p:nvPr/>
        </p:nvSpPr>
        <p:spPr>
          <a:xfrm>
            <a:off x="4511802" y="2210752"/>
            <a:ext cx="377933" cy="36004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cxnSp>
        <p:nvCxnSpPr>
          <p:cNvPr id="48" name=""/>
          <p:cNvCxnSpPr/>
          <p:nvPr/>
        </p:nvCxnSpPr>
        <p:spPr>
          <a:xfrm rot="10800000" flipV="1">
            <a:off x="1379411" y="1746313"/>
            <a:ext cx="6264783" cy="4733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09981" y="3609022"/>
            <a:ext cx="4915586" cy="1343212"/>
          </a:xfrm>
          <a:prstGeom prst="rect">
            <a:avLst/>
          </a:prstGeom>
        </p:spPr>
      </p:pic>
      <p:cxnSp>
        <p:nvCxnSpPr>
          <p:cNvPr id="50" name=""/>
          <p:cNvCxnSpPr>
            <a:stCxn id="41" idx="6"/>
          </p:cNvCxnSpPr>
          <p:nvPr/>
        </p:nvCxnSpPr>
        <p:spPr>
          <a:xfrm>
            <a:off x="3404606" y="4545139"/>
            <a:ext cx="459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"/>
          <p:cNvCxnSpPr>
            <a:stCxn id="41" idx="4"/>
          </p:cNvCxnSpPr>
          <p:nvPr/>
        </p:nvCxnSpPr>
        <p:spPr>
          <a:xfrm rot="16200000" flipH="1">
            <a:off x="3048798" y="4892003"/>
            <a:ext cx="333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8" y="620649"/>
            <a:ext cx="2911412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로지스틱 회귀</a:t>
            </a:r>
            <a:endParaRPr lang="ko-KR" altLang="en-US" sz="3500" b="1"/>
          </a:p>
        </p:txBody>
      </p:sp>
      <p:sp>
        <p:nvSpPr>
          <p:cNvPr id="7" name=""/>
          <p:cNvSpPr/>
          <p:nvPr/>
        </p:nvSpPr>
        <p:spPr>
          <a:xfrm flipV="1">
            <a:off x="1325518" y="2736365"/>
            <a:ext cx="377933" cy="4045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8" name=""/>
          <p:cNvSpPr txBox="1"/>
          <p:nvPr/>
        </p:nvSpPr>
        <p:spPr>
          <a:xfrm>
            <a:off x="5043676" y="385964"/>
            <a:ext cx="5660898" cy="255535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결과가 </a:t>
            </a:r>
            <a:r>
              <a:rPr lang="en-US" altLang="ko-KR"/>
              <a:t>0</a:t>
            </a:r>
            <a:r>
              <a:rPr lang="ko-KR" altLang="en-US"/>
              <a:t> </a:t>
            </a:r>
            <a:r>
              <a:rPr lang="en-US" altLang="ko-KR"/>
              <a:t>~</a:t>
            </a:r>
            <a:r>
              <a:rPr lang="ko-KR" altLang="en-US"/>
              <a:t> </a:t>
            </a:r>
            <a:r>
              <a:rPr lang="en-US" altLang="ko-KR"/>
              <a:t>1</a:t>
            </a:r>
            <a:r>
              <a:rPr lang="ko-KR" altLang="en-US"/>
              <a:t> 사이에 값으로 나타나짐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0.5</a:t>
            </a:r>
            <a:r>
              <a:rPr lang="ko-KR" altLang="en-US"/>
              <a:t> 보다 크면 </a:t>
            </a:r>
            <a:r>
              <a:rPr lang="en-US" altLang="ko-KR"/>
              <a:t>1</a:t>
            </a:r>
            <a:r>
              <a:rPr lang="ko-KR" altLang="en-US"/>
              <a:t>이라고 치고</a:t>
            </a:r>
            <a:endParaRPr lang="ko-KR" altLang="en-US"/>
          </a:p>
          <a:p>
            <a:pPr>
              <a:defRPr/>
            </a:pPr>
            <a:r>
              <a:rPr lang="en-US" altLang="ko-KR"/>
              <a:t>0.5</a:t>
            </a:r>
            <a:r>
              <a:rPr lang="ko-KR" altLang="en-US"/>
              <a:t>보다 작으면 </a:t>
            </a:r>
            <a:r>
              <a:rPr lang="en-US" altLang="ko-KR"/>
              <a:t>0</a:t>
            </a:r>
            <a:r>
              <a:rPr lang="ko-KR" altLang="en-US"/>
              <a:t>이라고하면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분류가 가능해짐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</p:txBody>
      </p:sp>
      <p:sp>
        <p:nvSpPr>
          <p:cNvPr id="9" name=""/>
          <p:cNvSpPr/>
          <p:nvPr/>
        </p:nvSpPr>
        <p:spPr>
          <a:xfrm>
            <a:off x="407289" y="4221099"/>
            <a:ext cx="2232279" cy="2016252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0" name=""/>
          <p:cNvSpPr/>
          <p:nvPr/>
        </p:nvSpPr>
        <p:spPr>
          <a:xfrm>
            <a:off x="4151757" y="4221099"/>
            <a:ext cx="2232279" cy="2016252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1" name=""/>
          <p:cNvSpPr/>
          <p:nvPr/>
        </p:nvSpPr>
        <p:spPr>
          <a:xfrm>
            <a:off x="8472296" y="4221099"/>
            <a:ext cx="2232279" cy="2016252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cxnSp>
        <p:nvCxnSpPr>
          <p:cNvPr id="12" name=""/>
          <p:cNvCxnSpPr>
            <a:endCxn id="10" idx="2"/>
          </p:cNvCxnSpPr>
          <p:nvPr/>
        </p:nvCxnSpPr>
        <p:spPr>
          <a:xfrm>
            <a:off x="2639568" y="5229225"/>
            <a:ext cx="151218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"/>
          <p:cNvCxnSpPr/>
          <p:nvPr/>
        </p:nvCxnSpPr>
        <p:spPr>
          <a:xfrm>
            <a:off x="6757987" y="5229225"/>
            <a:ext cx="151218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81477" y="2941320"/>
            <a:ext cx="8306959" cy="4248743"/>
          </a:xfrm>
          <a:prstGeom prst="rect">
            <a:avLst/>
          </a:prstGeom>
        </p:spPr>
      </p:pic>
      <p:sp>
        <p:nvSpPr>
          <p:cNvPr id="15" name=""/>
          <p:cNvSpPr/>
          <p:nvPr/>
        </p:nvSpPr>
        <p:spPr>
          <a:xfrm>
            <a:off x="2387536" y="3933063"/>
            <a:ext cx="2016252" cy="1728216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 txBox="1"/>
          <p:nvPr/>
        </p:nvSpPr>
        <p:spPr>
          <a:xfrm>
            <a:off x="1281477" y="1663642"/>
            <a:ext cx="3296237" cy="63950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if ( </a:t>
            </a:r>
            <a:r>
              <a:rPr lang="ko-KR" altLang="en-US"/>
              <a:t>결과 </a:t>
            </a:r>
            <a:r>
              <a:rPr lang="en-US" altLang="ko-KR"/>
              <a:t>&gt;=</a:t>
            </a:r>
            <a:r>
              <a:rPr lang="ko-KR" altLang="en-US"/>
              <a:t> </a:t>
            </a:r>
            <a:r>
              <a:rPr lang="en-US" altLang="ko-KR"/>
              <a:t>0.5) </a:t>
            </a:r>
            <a:r>
              <a:rPr lang="ko-KR" altLang="en-US"/>
              <a:t>데이터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1</a:t>
            </a:r>
            <a:endParaRPr lang="en-US" altLang="ko-KR"/>
          </a:p>
          <a:p>
            <a:pPr>
              <a:defRPr/>
            </a:pPr>
            <a:r>
              <a:rPr lang="en-US" altLang="ko-KR"/>
              <a:t>else if (</a:t>
            </a:r>
            <a:r>
              <a:rPr lang="ko-KR" altLang="en-US"/>
              <a:t>결과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0.5)</a:t>
            </a:r>
            <a:r>
              <a:rPr lang="ko-KR" altLang="en-US"/>
              <a:t> 데이터를 </a:t>
            </a:r>
            <a:r>
              <a:rPr lang="en-US" altLang="ko-KR"/>
              <a:t>0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7" y="620649"/>
            <a:ext cx="2349438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인공신경망</a:t>
            </a:r>
            <a:endParaRPr lang="ko-KR" altLang="en-US" sz="3500" b="1"/>
          </a:p>
        </p:txBody>
      </p:sp>
      <p:sp>
        <p:nvSpPr>
          <p:cNvPr id="6" name=""/>
          <p:cNvSpPr/>
          <p:nvPr/>
        </p:nvSpPr>
        <p:spPr>
          <a:xfrm>
            <a:off x="1840896" y="3284982"/>
            <a:ext cx="1136523" cy="1008126"/>
          </a:xfrm>
          <a:prstGeom prst="ellipse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 txBox="1"/>
          <p:nvPr/>
        </p:nvSpPr>
        <p:spPr>
          <a:xfrm>
            <a:off x="2089689" y="2885694"/>
            <a:ext cx="638937" cy="36652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뉴런</a:t>
            </a:r>
            <a:endParaRPr lang="ko-KR" altLang="en-US"/>
          </a:p>
        </p:txBody>
      </p:sp>
      <p:cxnSp>
        <p:nvCxnSpPr>
          <p:cNvPr id="9" name=""/>
          <p:cNvCxnSpPr/>
          <p:nvPr/>
        </p:nvCxnSpPr>
        <p:spPr>
          <a:xfrm>
            <a:off x="3185826" y="3789045"/>
            <a:ext cx="1424178" cy="0"/>
          </a:xfrm>
          <a:prstGeom prst="straightConnector1">
            <a:avLst/>
          </a:prstGeom>
          <a:ln w="63500">
            <a:solidFill>
              <a:schemeClr val="accent1"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"/>
          <p:cNvSpPr txBox="1"/>
          <p:nvPr/>
        </p:nvSpPr>
        <p:spPr>
          <a:xfrm>
            <a:off x="3470433" y="2885694"/>
            <a:ext cx="858393" cy="36652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시냅스</a:t>
            </a:r>
            <a:endParaRPr lang="ko-KR" altLang="en-US"/>
          </a:p>
        </p:txBody>
      </p:sp>
      <p:sp>
        <p:nvSpPr>
          <p:cNvPr id="11" name=""/>
          <p:cNvSpPr/>
          <p:nvPr/>
        </p:nvSpPr>
        <p:spPr>
          <a:xfrm>
            <a:off x="4841652" y="3284982"/>
            <a:ext cx="1136523" cy="1008126"/>
          </a:xfrm>
          <a:prstGeom prst="ellipse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2" name=""/>
          <p:cNvCxnSpPr>
            <a:stCxn id="6" idx="2"/>
            <a:endCxn id="6" idx="6"/>
          </p:cNvCxnSpPr>
          <p:nvPr/>
        </p:nvCxnSpPr>
        <p:spPr>
          <a:xfrm>
            <a:off x="1840896" y="3789045"/>
            <a:ext cx="11365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"/>
          <p:cNvCxnSpPr>
            <a:endCxn id="6" idx="6"/>
          </p:cNvCxnSpPr>
          <p:nvPr/>
        </p:nvCxnSpPr>
        <p:spPr>
          <a:xfrm>
            <a:off x="1840896" y="3789045"/>
            <a:ext cx="1136523" cy="0"/>
          </a:xfrm>
          <a:prstGeom prst="line">
            <a:avLst/>
          </a:prstGeom>
          <a:ln w="38100">
            <a:solidFill>
              <a:schemeClr val="accent3">
                <a:shade val="20000"/>
              </a:schemeClr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4" name=""/>
          <p:cNvSpPr txBox="1"/>
          <p:nvPr/>
        </p:nvSpPr>
        <p:spPr>
          <a:xfrm>
            <a:off x="5090445" y="2885694"/>
            <a:ext cx="639795" cy="36652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뉴런</a:t>
            </a:r>
            <a:endParaRPr lang="ko-KR" altLang="en-US"/>
          </a:p>
        </p:txBody>
      </p:sp>
      <p:cxnSp>
        <p:nvCxnSpPr>
          <p:cNvPr id="15" name=""/>
          <p:cNvCxnSpPr/>
          <p:nvPr/>
        </p:nvCxnSpPr>
        <p:spPr>
          <a:xfrm>
            <a:off x="4841652" y="3789045"/>
            <a:ext cx="1136523" cy="0"/>
          </a:xfrm>
          <a:prstGeom prst="line">
            <a:avLst/>
          </a:prstGeom>
          <a:ln w="38100">
            <a:solidFill>
              <a:schemeClr val="accent3">
                <a:shade val="20000"/>
              </a:schemeClr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6" name=""/>
          <p:cNvSpPr/>
          <p:nvPr/>
        </p:nvSpPr>
        <p:spPr>
          <a:xfrm>
            <a:off x="7634382" y="3284982"/>
            <a:ext cx="1136523" cy="1008126"/>
          </a:xfrm>
          <a:prstGeom prst="ellipse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7" name=""/>
          <p:cNvCxnSpPr/>
          <p:nvPr/>
        </p:nvCxnSpPr>
        <p:spPr>
          <a:xfrm>
            <a:off x="6210204" y="3789045"/>
            <a:ext cx="1424178" cy="0"/>
          </a:xfrm>
          <a:prstGeom prst="straightConnector1">
            <a:avLst/>
          </a:prstGeom>
          <a:ln w="63500">
            <a:solidFill>
              <a:schemeClr val="accent1"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"/>
          <p:cNvCxnSpPr/>
          <p:nvPr/>
        </p:nvCxnSpPr>
        <p:spPr>
          <a:xfrm>
            <a:off x="7634382" y="3789045"/>
            <a:ext cx="1136523" cy="0"/>
          </a:xfrm>
          <a:prstGeom prst="line">
            <a:avLst/>
          </a:prstGeom>
          <a:ln w="38100">
            <a:solidFill>
              <a:schemeClr val="accent3">
                <a:shade val="20000"/>
              </a:schemeClr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19" name=""/>
          <p:cNvSpPr txBox="1"/>
          <p:nvPr/>
        </p:nvSpPr>
        <p:spPr>
          <a:xfrm>
            <a:off x="2096832" y="2276856"/>
            <a:ext cx="633033" cy="36195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20" name=""/>
          <p:cNvSpPr txBox="1"/>
          <p:nvPr/>
        </p:nvSpPr>
        <p:spPr>
          <a:xfrm>
            <a:off x="7883127" y="2457831"/>
            <a:ext cx="639033" cy="35966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출력</a:t>
            </a:r>
            <a:endParaRPr lang="ko-KR" altLang="en-US"/>
          </a:p>
        </p:txBody>
      </p:sp>
      <p:sp>
        <p:nvSpPr>
          <p:cNvPr id="21" name=""/>
          <p:cNvSpPr txBox="1"/>
          <p:nvPr/>
        </p:nvSpPr>
        <p:spPr>
          <a:xfrm>
            <a:off x="2340577" y="4990338"/>
            <a:ext cx="1129856" cy="36080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퍼셉트론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775460" y="908685"/>
            <a:ext cx="259079" cy="36576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ko-KR" altLang="en-US"/>
          </a:p>
        </p:txBody>
      </p:sp>
      <p:sp>
        <p:nvSpPr>
          <p:cNvPr id="5" name=""/>
          <p:cNvSpPr txBox="1"/>
          <p:nvPr/>
        </p:nvSpPr>
        <p:spPr>
          <a:xfrm>
            <a:off x="1073370" y="1138047"/>
            <a:ext cx="3342420" cy="229095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Y = ax + b</a:t>
            </a:r>
            <a:r>
              <a:rPr lang="ko-KR" altLang="en-US"/>
              <a:t> 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&gt;</a:t>
            </a:r>
            <a:r>
              <a:rPr lang="ko-KR" altLang="en-US"/>
              <a:t>   </a:t>
            </a:r>
            <a:r>
              <a:rPr lang="en-US" altLang="ko-KR"/>
              <a:t>H(x)  = Wx +</a:t>
            </a:r>
            <a:r>
              <a:rPr lang="ko-KR" altLang="en-US"/>
              <a:t> </a:t>
            </a:r>
            <a:r>
              <a:rPr lang="en-US" altLang="ko-KR"/>
              <a:t>B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H: </a:t>
            </a:r>
            <a:r>
              <a:rPr lang="ko-KR" altLang="en-US"/>
              <a:t>가설</a:t>
            </a:r>
            <a:r>
              <a:rPr lang="en-US" altLang="ko-KR"/>
              <a:t> (hypothesis)</a:t>
            </a:r>
            <a:endParaRPr lang="en-US" altLang="ko-KR"/>
          </a:p>
          <a:p>
            <a:pPr>
              <a:defRPr/>
            </a:pPr>
            <a:r>
              <a:rPr lang="en-US" altLang="ko-KR"/>
              <a:t>W: </a:t>
            </a:r>
            <a:r>
              <a:rPr lang="ko-KR" altLang="en-US"/>
              <a:t>가중치</a:t>
            </a:r>
            <a:r>
              <a:rPr lang="en-US" altLang="ko-KR"/>
              <a:t> (weight)</a:t>
            </a:r>
            <a:endParaRPr lang="en-US" altLang="ko-KR"/>
          </a:p>
          <a:p>
            <a:pPr>
              <a:defRPr/>
            </a:pPr>
            <a:r>
              <a:rPr lang="en-US" altLang="ko-KR"/>
              <a:t>B: </a:t>
            </a:r>
            <a:r>
              <a:rPr lang="ko-KR" altLang="en-US"/>
              <a:t>편향 </a:t>
            </a:r>
            <a:r>
              <a:rPr lang="en-US" altLang="ko-KR"/>
              <a:t>(bias)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2639568" y="3140964"/>
            <a:ext cx="1071371" cy="1008126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X1</a:t>
            </a:r>
            <a:endParaRPr lang="en-US" altLang="ko-KR"/>
          </a:p>
        </p:txBody>
      </p:sp>
      <p:sp>
        <p:nvSpPr>
          <p:cNvPr id="7" name=""/>
          <p:cNvSpPr/>
          <p:nvPr/>
        </p:nvSpPr>
        <p:spPr>
          <a:xfrm>
            <a:off x="2648331" y="4365117"/>
            <a:ext cx="1071371" cy="1008126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X2</a:t>
            </a:r>
            <a:endParaRPr lang="en-US" altLang="ko-KR"/>
          </a:p>
        </p:txBody>
      </p:sp>
      <p:sp>
        <p:nvSpPr>
          <p:cNvPr id="8" name=""/>
          <p:cNvSpPr/>
          <p:nvPr/>
        </p:nvSpPr>
        <p:spPr>
          <a:xfrm>
            <a:off x="4871847" y="4005072"/>
            <a:ext cx="1071371" cy="1008126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H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7</a:t>
            </a:r>
            <a:endParaRPr lang="en-US" altLang="ko-KR"/>
          </a:p>
          <a:p>
            <a:pPr algn="ctr">
              <a:defRPr/>
            </a:pPr>
            <a:r>
              <a:rPr lang="ko-KR" altLang="en-US"/>
              <a:t>될때까지</a:t>
            </a:r>
            <a:endParaRPr lang="ko-KR" altLang="en-US"/>
          </a:p>
        </p:txBody>
      </p:sp>
      <p:sp>
        <p:nvSpPr>
          <p:cNvPr id="9" name=""/>
          <p:cNvSpPr txBox="1"/>
          <p:nvPr/>
        </p:nvSpPr>
        <p:spPr>
          <a:xfrm>
            <a:off x="2999136" y="2636901"/>
            <a:ext cx="3096864" cy="36442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입력층                       출력층</a:t>
            </a:r>
            <a:endParaRPr lang="ko-KR" altLang="en-US"/>
          </a:p>
        </p:txBody>
      </p:sp>
      <p:sp>
        <p:nvSpPr>
          <p:cNvPr id="10" name=""/>
          <p:cNvSpPr/>
          <p:nvPr/>
        </p:nvSpPr>
        <p:spPr>
          <a:xfrm>
            <a:off x="2648331" y="5661279"/>
            <a:ext cx="1071371" cy="1008126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B</a:t>
            </a:r>
            <a:endParaRPr lang="en-US" altLang="ko-KR"/>
          </a:p>
        </p:txBody>
      </p:sp>
      <p:cxnSp>
        <p:nvCxnSpPr>
          <p:cNvPr id="11" name=""/>
          <p:cNvCxnSpPr>
            <a:stCxn id="6" idx="6"/>
            <a:endCxn id="8" idx="2"/>
          </p:cNvCxnSpPr>
          <p:nvPr/>
        </p:nvCxnSpPr>
        <p:spPr>
          <a:xfrm>
            <a:off x="3710939" y="3645027"/>
            <a:ext cx="1160908" cy="864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"/>
          <p:cNvCxnSpPr>
            <a:stCxn id="7" idx="6"/>
            <a:endCxn id="8" idx="2"/>
          </p:cNvCxnSpPr>
          <p:nvPr/>
        </p:nvCxnSpPr>
        <p:spPr>
          <a:xfrm flipV="1">
            <a:off x="3719703" y="4509135"/>
            <a:ext cx="1152144" cy="360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"/>
          <p:cNvCxnSpPr>
            <a:stCxn id="10" idx="6"/>
            <a:endCxn id="8" idx="2"/>
          </p:cNvCxnSpPr>
          <p:nvPr/>
        </p:nvCxnSpPr>
        <p:spPr>
          <a:xfrm rot="5400000" flipH="1" flipV="1">
            <a:off x="3467671" y="4761166"/>
            <a:ext cx="1656207" cy="1152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"/>
          <p:cNvSpPr txBox="1"/>
          <p:nvPr/>
        </p:nvSpPr>
        <p:spPr>
          <a:xfrm>
            <a:off x="4078795" y="3639312"/>
            <a:ext cx="649034" cy="3657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W1</a:t>
            </a:r>
            <a:endParaRPr lang="en-US" altLang="ko-KR"/>
          </a:p>
        </p:txBody>
      </p:sp>
      <p:sp>
        <p:nvSpPr>
          <p:cNvPr id="15" name=""/>
          <p:cNvSpPr txBox="1"/>
          <p:nvPr/>
        </p:nvSpPr>
        <p:spPr>
          <a:xfrm>
            <a:off x="4007739" y="4323397"/>
            <a:ext cx="649034" cy="3657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W2</a:t>
            </a:r>
            <a:endParaRPr lang="en-US" altLang="ko-KR"/>
          </a:p>
        </p:txBody>
      </p:sp>
      <p:sp>
        <p:nvSpPr>
          <p:cNvPr id="17" name=""/>
          <p:cNvSpPr txBox="1"/>
          <p:nvPr/>
        </p:nvSpPr>
        <p:spPr>
          <a:xfrm>
            <a:off x="623316" y="476631"/>
            <a:ext cx="1077849" cy="35966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퍼셉트론</a:t>
            </a:r>
            <a:endParaRPr lang="ko-KR" altLang="en-US"/>
          </a:p>
        </p:txBody>
      </p:sp>
      <p:sp>
        <p:nvSpPr>
          <p:cNvPr id="18" name=""/>
          <p:cNvSpPr txBox="1"/>
          <p:nvPr/>
        </p:nvSpPr>
        <p:spPr>
          <a:xfrm>
            <a:off x="7467598" y="1068705"/>
            <a:ext cx="4173096" cy="6438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입력층</a:t>
            </a:r>
            <a:r>
              <a:rPr lang="en-US" altLang="ko-KR"/>
              <a:t>  X1 = 3, X2 = 5, </a:t>
            </a:r>
            <a:r>
              <a:rPr lang="ko-KR" altLang="en-US"/>
              <a:t>정답</a:t>
            </a:r>
            <a:r>
              <a:rPr lang="en-US" altLang="ko-KR"/>
              <a:t>T = 7</a:t>
            </a:r>
            <a:endParaRPr lang="en-US" altLang="ko-KR"/>
          </a:p>
          <a:p>
            <a:pPr>
              <a:defRPr/>
            </a:pPr>
            <a:r>
              <a:rPr lang="ko-KR" altLang="en-US"/>
              <a:t>출력층</a:t>
            </a:r>
            <a:endParaRPr lang="ko-KR" altLang="en-US"/>
          </a:p>
        </p:txBody>
      </p:sp>
      <p:sp>
        <p:nvSpPr>
          <p:cNvPr id="19" name=""/>
          <p:cNvSpPr txBox="1"/>
          <p:nvPr/>
        </p:nvSpPr>
        <p:spPr>
          <a:xfrm>
            <a:off x="6672072" y="3001328"/>
            <a:ext cx="3506343" cy="2826066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H = (x1*W1 + x2* W2 )+ B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만약 </a:t>
            </a:r>
            <a:r>
              <a:rPr lang="en-US" altLang="ko-KR"/>
              <a:t>H = 7</a:t>
            </a:r>
            <a:r>
              <a:rPr lang="ko-KR" altLang="en-US"/>
              <a:t>이면</a:t>
            </a:r>
            <a:r>
              <a:rPr lang="en-US" altLang="ko-KR"/>
              <a:t>,</a:t>
            </a:r>
            <a:r>
              <a:rPr lang="ko-KR" altLang="en-US"/>
              <a:t> 완벽하게 학습됨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만약 </a:t>
            </a:r>
            <a:r>
              <a:rPr lang="en-US" altLang="ko-KR"/>
              <a:t>H = 4</a:t>
            </a:r>
            <a:r>
              <a:rPr lang="ko-KR" altLang="en-US"/>
              <a:t>이면</a:t>
            </a:r>
            <a:r>
              <a:rPr lang="en-US" altLang="ko-KR"/>
              <a:t>,</a:t>
            </a:r>
            <a:r>
              <a:rPr lang="ko-KR" altLang="en-US"/>
              <a:t> 틀림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오차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T - H = 3 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컴퓨터로 </a:t>
            </a:r>
            <a:r>
              <a:rPr lang="en-US" altLang="ko-KR"/>
              <a:t>W1, W2 B</a:t>
            </a:r>
            <a:r>
              <a:rPr lang="ko-KR" altLang="en-US"/>
              <a:t> 수정</a:t>
            </a:r>
            <a:endParaRPr lang="ko-KR" altLang="en-US"/>
          </a:p>
          <a:p>
            <a:pPr>
              <a:defRPr/>
            </a:pPr>
            <a:endParaRPr lang="en-US" altLang="ko-KR"/>
          </a:p>
        </p:txBody>
      </p:sp>
      <p:sp>
        <p:nvSpPr>
          <p:cNvPr id="20" name=""/>
          <p:cNvSpPr txBox="1"/>
          <p:nvPr/>
        </p:nvSpPr>
        <p:spPr>
          <a:xfrm>
            <a:off x="5041391" y="3463480"/>
            <a:ext cx="1241299" cy="36366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H = 5 </a:t>
            </a:r>
            <a:r>
              <a:rPr lang="ko-KR" altLang="en-US"/>
              <a:t>틀림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8" y="620649"/>
            <a:ext cx="2044637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퍼셉트론 </a:t>
            </a:r>
            <a:endParaRPr lang="ko-KR" altLang="en-US" sz="3500" b="1"/>
          </a:p>
        </p:txBody>
      </p:sp>
      <p:sp>
        <p:nvSpPr>
          <p:cNvPr id="5" name=""/>
          <p:cNvSpPr txBox="1"/>
          <p:nvPr/>
        </p:nvSpPr>
        <p:spPr>
          <a:xfrm>
            <a:off x="1688496" y="1340739"/>
            <a:ext cx="6495765" cy="36499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뉴런</a:t>
            </a:r>
            <a:r>
              <a:rPr lang="en-US" altLang="ko-KR"/>
              <a:t>:</a:t>
            </a:r>
            <a:r>
              <a:rPr lang="ko-KR" altLang="en-US"/>
              <a:t> 동그라미</a:t>
            </a: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1487424" y="1916811"/>
            <a:ext cx="936117" cy="792099"/>
          </a:xfrm>
          <a:prstGeom prst="ellipse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4000261" y="1916811"/>
            <a:ext cx="936117" cy="792099"/>
          </a:xfrm>
          <a:prstGeom prst="ellipse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8" name=""/>
          <p:cNvCxnSpPr>
            <a:stCxn id="6" idx="6"/>
            <a:endCxn id="7" idx="2"/>
          </p:cNvCxnSpPr>
          <p:nvPr/>
        </p:nvCxnSpPr>
        <p:spPr>
          <a:xfrm>
            <a:off x="2423541" y="2312860"/>
            <a:ext cx="15767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"/>
          <p:cNvSpPr txBox="1"/>
          <p:nvPr/>
        </p:nvSpPr>
        <p:spPr>
          <a:xfrm>
            <a:off x="2567559" y="1734312"/>
            <a:ext cx="6495765" cy="36499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화살표</a:t>
            </a:r>
            <a:r>
              <a:rPr lang="en-US" altLang="ko-KR"/>
              <a:t>:</a:t>
            </a:r>
            <a:r>
              <a:rPr lang="ko-KR" altLang="en-US"/>
              <a:t> 시냅스</a:t>
            </a:r>
            <a:endParaRPr lang="ko-KR" altLang="en-US"/>
          </a:p>
        </p:txBody>
      </p:sp>
      <p:sp>
        <p:nvSpPr>
          <p:cNvPr id="11" name=""/>
          <p:cNvSpPr txBox="1"/>
          <p:nvPr/>
        </p:nvSpPr>
        <p:spPr>
          <a:xfrm>
            <a:off x="4208811" y="2343912"/>
            <a:ext cx="6495765" cy="36499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뉴런</a:t>
            </a:r>
            <a:endParaRPr lang="ko-KR" altLang="en-US"/>
          </a:p>
        </p:txBody>
      </p:sp>
      <p:sp>
        <p:nvSpPr>
          <p:cNvPr id="12" name=""/>
          <p:cNvSpPr/>
          <p:nvPr/>
        </p:nvSpPr>
        <p:spPr>
          <a:xfrm>
            <a:off x="6520577" y="1916811"/>
            <a:ext cx="936117" cy="7920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3" name=""/>
          <p:cNvCxnSpPr/>
          <p:nvPr/>
        </p:nvCxnSpPr>
        <p:spPr>
          <a:xfrm>
            <a:off x="4943856" y="2312860"/>
            <a:ext cx="15767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"/>
          <p:cNvSpPr/>
          <p:nvPr/>
        </p:nvSpPr>
        <p:spPr>
          <a:xfrm>
            <a:off x="4943857" y="3429000"/>
            <a:ext cx="936117" cy="792099"/>
          </a:xfrm>
          <a:prstGeom prst="ellipse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"/>
          <p:cNvSpPr/>
          <p:nvPr/>
        </p:nvSpPr>
        <p:spPr>
          <a:xfrm>
            <a:off x="7456695" y="3429000"/>
            <a:ext cx="936117" cy="792099"/>
          </a:xfrm>
          <a:prstGeom prst="ellipse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20" name=""/>
          <p:cNvCxnSpPr/>
          <p:nvPr/>
        </p:nvCxnSpPr>
        <p:spPr>
          <a:xfrm>
            <a:off x="5879974" y="3825049"/>
            <a:ext cx="15767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"/>
          <p:cNvSpPr/>
          <p:nvPr/>
        </p:nvSpPr>
        <p:spPr>
          <a:xfrm>
            <a:off x="9977010" y="3429000"/>
            <a:ext cx="936117" cy="792099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22" name=""/>
          <p:cNvCxnSpPr/>
          <p:nvPr/>
        </p:nvCxnSpPr>
        <p:spPr>
          <a:xfrm>
            <a:off x="8400289" y="3825049"/>
            <a:ext cx="15767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"/>
          <p:cNvSpPr txBox="1"/>
          <p:nvPr/>
        </p:nvSpPr>
        <p:spPr>
          <a:xfrm>
            <a:off x="4860631" y="2919984"/>
            <a:ext cx="6011418" cy="36690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입력층                             은닉층                           출력층</a:t>
            </a:r>
            <a:endParaRPr lang="ko-KR" altLang="en-US"/>
          </a:p>
        </p:txBody>
      </p:sp>
      <p:grpSp>
        <p:nvGrpSpPr>
          <p:cNvPr id="37" name=""/>
          <p:cNvGrpSpPr/>
          <p:nvPr/>
        </p:nvGrpSpPr>
        <p:grpSpPr>
          <a:xfrm rot="0">
            <a:off x="2639567" y="4226052"/>
            <a:ext cx="5400675" cy="2443353"/>
            <a:chOff x="2639568" y="2636901"/>
            <a:chExt cx="3303650" cy="4032504"/>
          </a:xfrm>
        </p:grpSpPr>
        <p:sp>
          <p:nvSpPr>
            <p:cNvPr id="27" name=""/>
            <p:cNvSpPr/>
            <p:nvPr/>
          </p:nvSpPr>
          <p:spPr>
            <a:xfrm>
              <a:off x="2639568" y="3140964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X1</a:t>
              </a:r>
              <a:endParaRPr lang="en-US" altLang="ko-KR"/>
            </a:p>
          </p:txBody>
        </p:sp>
        <p:sp>
          <p:nvSpPr>
            <p:cNvPr id="28" name=""/>
            <p:cNvSpPr/>
            <p:nvPr/>
          </p:nvSpPr>
          <p:spPr>
            <a:xfrm>
              <a:off x="2648331" y="4365117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X2</a:t>
              </a:r>
              <a:endParaRPr lang="en-US" altLang="ko-KR"/>
            </a:p>
          </p:txBody>
        </p:sp>
        <p:sp>
          <p:nvSpPr>
            <p:cNvPr id="29" name=""/>
            <p:cNvSpPr/>
            <p:nvPr/>
          </p:nvSpPr>
          <p:spPr>
            <a:xfrm>
              <a:off x="4871847" y="4005072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Y</a:t>
              </a:r>
              <a:endParaRPr lang="en-US" altLang="ko-KR"/>
            </a:p>
          </p:txBody>
        </p:sp>
        <p:sp>
          <p:nvSpPr>
            <p:cNvPr id="30" name=""/>
            <p:cNvSpPr txBox="1"/>
            <p:nvPr/>
          </p:nvSpPr>
          <p:spPr>
            <a:xfrm>
              <a:off x="2846830" y="2636900"/>
              <a:ext cx="3092959" cy="5992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/>
                <a:t>입력층                       출력층</a:t>
              </a:r>
              <a:endParaRPr lang="ko-KR" altLang="en-US"/>
            </a:p>
          </p:txBody>
        </p:sp>
        <p:sp>
          <p:nvSpPr>
            <p:cNvPr id="31" name=""/>
            <p:cNvSpPr/>
            <p:nvPr/>
          </p:nvSpPr>
          <p:spPr>
            <a:xfrm>
              <a:off x="2648331" y="5661279"/>
              <a:ext cx="1071371" cy="1008126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B</a:t>
              </a:r>
              <a:endParaRPr lang="en-US" altLang="ko-KR"/>
            </a:p>
          </p:txBody>
        </p:sp>
        <p:cxnSp>
          <p:nvCxnSpPr>
            <p:cNvPr id="32" name=""/>
            <p:cNvCxnSpPr/>
            <p:nvPr/>
          </p:nvCxnSpPr>
          <p:spPr>
            <a:xfrm>
              <a:off x="3710939" y="3645027"/>
              <a:ext cx="1160908" cy="8641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"/>
            <p:cNvCxnSpPr/>
            <p:nvPr/>
          </p:nvCxnSpPr>
          <p:spPr>
            <a:xfrm flipV="1">
              <a:off x="3719703" y="4509135"/>
              <a:ext cx="1152144" cy="3600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"/>
            <p:cNvCxnSpPr/>
            <p:nvPr/>
          </p:nvCxnSpPr>
          <p:spPr>
            <a:xfrm rot="5400000" flipH="1" flipV="1">
              <a:off x="3467671" y="4761166"/>
              <a:ext cx="1656207" cy="11521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"/>
            <p:cNvSpPr txBox="1"/>
            <p:nvPr/>
          </p:nvSpPr>
          <p:spPr>
            <a:xfrm>
              <a:off x="4078794" y="3639310"/>
              <a:ext cx="649034" cy="602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/>
                <a:t>W1</a:t>
              </a:r>
              <a:endParaRPr lang="en-US" altLang="ko-KR"/>
            </a:p>
          </p:txBody>
        </p:sp>
        <p:sp>
          <p:nvSpPr>
            <p:cNvPr id="36" name=""/>
            <p:cNvSpPr txBox="1"/>
            <p:nvPr/>
          </p:nvSpPr>
          <p:spPr>
            <a:xfrm>
              <a:off x="4007739" y="4323394"/>
              <a:ext cx="649034" cy="5947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/>
                <a:t>W2</a:t>
              </a:r>
              <a:endParaRPr lang="en-US" altLang="ko-K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7" y="620648"/>
            <a:ext cx="4616388" cy="6156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신경망 </a:t>
            </a:r>
            <a:r>
              <a:rPr lang="en-US" altLang="ko-KR" sz="3500" b="1"/>
              <a:t>(</a:t>
            </a:r>
            <a:r>
              <a:rPr lang="ko-KR" altLang="en-US" sz="3500" b="1"/>
              <a:t>뉴럴 네트워크</a:t>
            </a:r>
            <a:r>
              <a:rPr lang="en-US" altLang="ko-KR" sz="3500" b="1"/>
              <a:t>)</a:t>
            </a:r>
            <a:endParaRPr lang="en-US" altLang="ko-KR" sz="3500" b="1"/>
          </a:p>
        </p:txBody>
      </p:sp>
      <p:grpSp>
        <p:nvGrpSpPr>
          <p:cNvPr id="25" name=""/>
          <p:cNvGrpSpPr/>
          <p:nvPr/>
        </p:nvGrpSpPr>
        <p:grpSpPr>
          <a:xfrm rot="0">
            <a:off x="2639568" y="2132838"/>
            <a:ext cx="6840854" cy="3960495"/>
            <a:chOff x="2639568" y="2636901"/>
            <a:chExt cx="6840854" cy="3960495"/>
          </a:xfrm>
        </p:grpSpPr>
        <p:sp>
          <p:nvSpPr>
            <p:cNvPr id="5" name=""/>
            <p:cNvSpPr/>
            <p:nvPr/>
          </p:nvSpPr>
          <p:spPr>
            <a:xfrm>
              <a:off x="2639568" y="3140964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X1</a:t>
              </a:r>
              <a:endParaRPr lang="en-US" altLang="ko-KR"/>
            </a:p>
          </p:txBody>
        </p:sp>
        <p:sp>
          <p:nvSpPr>
            <p:cNvPr id="6" name=""/>
            <p:cNvSpPr/>
            <p:nvPr/>
          </p:nvSpPr>
          <p:spPr>
            <a:xfrm>
              <a:off x="2648331" y="4365117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X2</a:t>
              </a:r>
              <a:endParaRPr lang="en-US" altLang="ko-KR"/>
            </a:p>
          </p:txBody>
        </p:sp>
        <p:sp>
          <p:nvSpPr>
            <p:cNvPr id="8" name=""/>
            <p:cNvSpPr txBox="1"/>
            <p:nvPr/>
          </p:nvSpPr>
          <p:spPr>
            <a:xfrm>
              <a:off x="2846828" y="2636901"/>
              <a:ext cx="6560062" cy="3669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/>
                <a:t>입력층                                   은닉층                             출력층</a:t>
              </a:r>
              <a:endParaRPr lang="ko-KR" altLang="en-US"/>
            </a:p>
          </p:txBody>
        </p:sp>
        <p:cxnSp>
          <p:nvCxnSpPr>
            <p:cNvPr id="10" name=""/>
            <p:cNvCxnSpPr/>
            <p:nvPr/>
          </p:nvCxnSpPr>
          <p:spPr>
            <a:xfrm>
              <a:off x="3710939" y="3645027"/>
              <a:ext cx="2033779" cy="5040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"/>
            <p:cNvCxnSpPr/>
            <p:nvPr/>
          </p:nvCxnSpPr>
          <p:spPr>
            <a:xfrm flipV="1">
              <a:off x="3719704" y="4149090"/>
              <a:ext cx="2025014" cy="7200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"/>
            <p:cNvCxnSpPr/>
            <p:nvPr/>
          </p:nvCxnSpPr>
          <p:spPr>
            <a:xfrm flipV="1">
              <a:off x="3719704" y="4149090"/>
              <a:ext cx="2025014" cy="20162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"/>
            <p:cNvSpPr/>
            <p:nvPr/>
          </p:nvSpPr>
          <p:spPr>
            <a:xfrm>
              <a:off x="5744718" y="3645027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X1</a:t>
              </a:r>
              <a:endParaRPr lang="en-US" altLang="ko-KR"/>
            </a:p>
          </p:txBody>
        </p:sp>
        <p:sp>
          <p:nvSpPr>
            <p:cNvPr id="16" name=""/>
            <p:cNvSpPr/>
            <p:nvPr/>
          </p:nvSpPr>
          <p:spPr>
            <a:xfrm>
              <a:off x="5753482" y="4869180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X2</a:t>
              </a:r>
              <a:endParaRPr lang="en-US" altLang="ko-KR"/>
            </a:p>
          </p:txBody>
        </p:sp>
        <p:cxnSp>
          <p:nvCxnSpPr>
            <p:cNvPr id="18" name=""/>
            <p:cNvCxnSpPr/>
            <p:nvPr/>
          </p:nvCxnSpPr>
          <p:spPr>
            <a:xfrm>
              <a:off x="3710939" y="3645027"/>
              <a:ext cx="2042542" cy="17282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"/>
            <p:cNvCxnSpPr/>
            <p:nvPr/>
          </p:nvCxnSpPr>
          <p:spPr>
            <a:xfrm>
              <a:off x="3719703" y="4869180"/>
              <a:ext cx="2033779" cy="5040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"/>
            <p:cNvCxnSpPr/>
            <p:nvPr/>
          </p:nvCxnSpPr>
          <p:spPr>
            <a:xfrm flipV="1">
              <a:off x="3719703" y="5373243"/>
              <a:ext cx="2033779" cy="7920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"/>
            <p:cNvSpPr/>
            <p:nvPr/>
          </p:nvSpPr>
          <p:spPr>
            <a:xfrm>
              <a:off x="2648331" y="5589270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X3</a:t>
              </a:r>
              <a:endParaRPr lang="en-US" altLang="ko-KR"/>
            </a:p>
          </p:txBody>
        </p:sp>
        <p:sp>
          <p:nvSpPr>
            <p:cNvPr id="22" name=""/>
            <p:cNvSpPr/>
            <p:nvPr/>
          </p:nvSpPr>
          <p:spPr>
            <a:xfrm>
              <a:off x="8409050" y="4077081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Y</a:t>
              </a:r>
              <a:endParaRPr lang="en-US" altLang="ko-KR"/>
            </a:p>
          </p:txBody>
        </p:sp>
        <p:cxnSp>
          <p:nvCxnSpPr>
            <p:cNvPr id="23" name=""/>
            <p:cNvCxnSpPr/>
            <p:nvPr/>
          </p:nvCxnSpPr>
          <p:spPr>
            <a:xfrm flipV="1">
              <a:off x="6824854" y="4581143"/>
              <a:ext cx="1584196" cy="576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"/>
            <p:cNvCxnSpPr/>
            <p:nvPr/>
          </p:nvCxnSpPr>
          <p:spPr>
            <a:xfrm>
              <a:off x="6816089" y="4149090"/>
              <a:ext cx="1592960" cy="4320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"/>
          <p:cNvSpPr txBox="1"/>
          <p:nvPr/>
        </p:nvSpPr>
        <p:spPr>
          <a:xfrm>
            <a:off x="4295775" y="2708910"/>
            <a:ext cx="2377439" cy="36766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W</a:t>
            </a:r>
            <a:r>
              <a:rPr lang="ko-KR" altLang="en-US"/>
              <a:t> 무수히 많은 가중치</a:t>
            </a:r>
            <a:endParaRPr lang="ko-KR" altLang="en-US"/>
          </a:p>
        </p:txBody>
      </p:sp>
      <p:sp>
        <p:nvSpPr>
          <p:cNvPr id="27" name=""/>
          <p:cNvSpPr txBox="1"/>
          <p:nvPr/>
        </p:nvSpPr>
        <p:spPr>
          <a:xfrm>
            <a:off x="7320153" y="3429000"/>
            <a:ext cx="2376297" cy="36309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W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28" name=""/>
          <p:cNvSpPr txBox="1"/>
          <p:nvPr/>
        </p:nvSpPr>
        <p:spPr>
          <a:xfrm>
            <a:off x="2423541" y="1556766"/>
            <a:ext cx="1049274" cy="365379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레이어 </a:t>
            </a: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29" name=""/>
          <p:cNvSpPr txBox="1"/>
          <p:nvPr/>
        </p:nvSpPr>
        <p:spPr>
          <a:xfrm>
            <a:off x="5609082" y="1556766"/>
            <a:ext cx="978408" cy="365379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레이어</a:t>
            </a:r>
            <a:r>
              <a:rPr lang="en-US" altLang="ko-KR"/>
              <a:t>2</a:t>
            </a:r>
            <a:endParaRPr lang="en-US" altLang="ko-KR"/>
          </a:p>
        </p:txBody>
      </p:sp>
      <p:sp>
        <p:nvSpPr>
          <p:cNvPr id="30" name=""/>
          <p:cNvSpPr txBox="1"/>
          <p:nvPr/>
        </p:nvSpPr>
        <p:spPr>
          <a:xfrm>
            <a:off x="8508302" y="1556766"/>
            <a:ext cx="1047751" cy="365379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레이어 </a:t>
            </a: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31" name=""/>
          <p:cNvSpPr txBox="1"/>
          <p:nvPr/>
        </p:nvSpPr>
        <p:spPr>
          <a:xfrm>
            <a:off x="5484494" y="326897"/>
            <a:ext cx="2836546" cy="64274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은닉층 </a:t>
            </a:r>
            <a:r>
              <a:rPr lang="en-US" altLang="ko-KR"/>
              <a:t>x</a:t>
            </a:r>
            <a:r>
              <a:rPr lang="ko-KR" altLang="en-US"/>
              <a:t>값이 많아지고 </a:t>
            </a:r>
            <a:endParaRPr lang="ko-KR" altLang="en-US"/>
          </a:p>
          <a:p>
            <a:pPr>
              <a:defRPr/>
            </a:pPr>
            <a:r>
              <a:rPr lang="ko-KR" altLang="en-US"/>
              <a:t>레이어 수가 엄청 많아지면</a:t>
            </a:r>
            <a:endParaRPr lang="ko-KR" altLang="en-US"/>
          </a:p>
        </p:txBody>
      </p:sp>
      <p:cxnSp>
        <p:nvCxnSpPr>
          <p:cNvPr id="32" name=""/>
          <p:cNvCxnSpPr/>
          <p:nvPr/>
        </p:nvCxnSpPr>
        <p:spPr>
          <a:xfrm>
            <a:off x="2639568" y="6237351"/>
            <a:ext cx="61207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"/>
          <p:cNvCxnSpPr/>
          <p:nvPr/>
        </p:nvCxnSpPr>
        <p:spPr>
          <a:xfrm>
            <a:off x="1199389" y="6237351"/>
            <a:ext cx="87224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"/>
          <p:cNvSpPr txBox="1"/>
          <p:nvPr/>
        </p:nvSpPr>
        <p:spPr>
          <a:xfrm>
            <a:off x="8760332" y="5157216"/>
            <a:ext cx="2322958" cy="90830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Y :  0.594</a:t>
            </a:r>
            <a:endParaRPr lang="en-US" altLang="ko-KR"/>
          </a:p>
          <a:p>
            <a:pPr>
              <a:defRPr/>
            </a:pPr>
            <a:r>
              <a:rPr lang="en-US" altLang="ko-KR"/>
              <a:t>(T-Y)</a:t>
            </a:r>
            <a:endParaRPr lang="en-US" altLang="ko-KR"/>
          </a:p>
          <a:p>
            <a:pPr>
              <a:defRPr/>
            </a:pPr>
            <a:r>
              <a:rPr lang="en-US" altLang="ko-KR"/>
              <a:t>T : 1.2     -&gt;</a:t>
            </a:r>
            <a:r>
              <a:rPr lang="ko-KR" altLang="en-US"/>
              <a:t>오차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0.7</a:t>
            </a:r>
            <a:endParaRPr lang="en-US" altLang="ko-KR"/>
          </a:p>
        </p:txBody>
      </p:sp>
      <p:sp>
        <p:nvSpPr>
          <p:cNvPr id="35" name=""/>
          <p:cNvSpPr txBox="1"/>
          <p:nvPr/>
        </p:nvSpPr>
        <p:spPr>
          <a:xfrm>
            <a:off x="10056495" y="3068955"/>
            <a:ext cx="788670" cy="36766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Y != T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6" y="620648"/>
            <a:ext cx="3044764" cy="6156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손실 함수 종류</a:t>
            </a:r>
            <a:endParaRPr lang="ko-KR" altLang="en-US" sz="3500" b="1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15640" y="2890837"/>
            <a:ext cx="3776081" cy="1440180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1199387" y="1700784"/>
            <a:ext cx="4959478" cy="643509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손실함수 </a:t>
            </a:r>
            <a:r>
              <a:rPr lang="en-US" altLang="ko-KR"/>
              <a:t>: E</a:t>
            </a:r>
            <a:r>
              <a:rPr lang="ko-KR" altLang="en-US"/>
              <a:t>  </a:t>
            </a:r>
            <a:r>
              <a:rPr lang="en-US" altLang="ko-KR"/>
              <a:t>//</a:t>
            </a:r>
            <a:r>
              <a:rPr lang="ko-KR" altLang="en-US"/>
              <a:t> 데이터가 얼만큼 틀렸는지 확인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endParaRPr lang="en-US" altLang="ko-KR"/>
          </a:p>
        </p:txBody>
      </p:sp>
      <p:cxnSp>
        <p:nvCxnSpPr>
          <p:cNvPr id="7" name=""/>
          <p:cNvCxnSpPr/>
          <p:nvPr/>
        </p:nvCxnSpPr>
        <p:spPr>
          <a:xfrm rot="16200000" flipH="1">
            <a:off x="5087874" y="2996946"/>
            <a:ext cx="720090" cy="1440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/>
          <p:cNvSpPr txBox="1"/>
          <p:nvPr/>
        </p:nvSpPr>
        <p:spPr>
          <a:xfrm>
            <a:off x="5103681" y="2307907"/>
            <a:ext cx="2083884" cy="36671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출력     정답데이터</a:t>
            </a:r>
            <a:endParaRPr lang="ko-KR" altLang="en-US"/>
          </a:p>
        </p:txBody>
      </p:sp>
      <p:cxnSp>
        <p:nvCxnSpPr>
          <p:cNvPr id="9" name=""/>
          <p:cNvCxnSpPr/>
          <p:nvPr/>
        </p:nvCxnSpPr>
        <p:spPr>
          <a:xfrm rot="5400000">
            <a:off x="5970841" y="3015805"/>
            <a:ext cx="754380" cy="720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"/>
          <p:cNvSpPr txBox="1"/>
          <p:nvPr/>
        </p:nvSpPr>
        <p:spPr>
          <a:xfrm>
            <a:off x="5717193" y="4149090"/>
            <a:ext cx="4582667" cy="3638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평균 제곱 오차(Mean Squared Error, MSE)</a:t>
            </a:r>
            <a:endParaRPr lang="en-US" altLang="ko-KR"/>
          </a:p>
        </p:txBody>
      </p:sp>
      <p:sp>
        <p:nvSpPr>
          <p:cNvPr id="12" name=""/>
          <p:cNvSpPr/>
          <p:nvPr/>
        </p:nvSpPr>
        <p:spPr>
          <a:xfrm>
            <a:off x="4583811" y="2708910"/>
            <a:ext cx="2407910" cy="14401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00063" y="436245"/>
            <a:ext cx="4362450" cy="800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6" y="620648"/>
            <a:ext cx="3473389" cy="6156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활성화 함수 종류</a:t>
            </a:r>
            <a:endParaRPr lang="ko-KR" altLang="en-US" sz="3500" b="1"/>
          </a:p>
        </p:txBody>
      </p:sp>
      <p:sp>
        <p:nvSpPr>
          <p:cNvPr id="5" name=""/>
          <p:cNvSpPr txBox="1"/>
          <p:nvPr/>
        </p:nvSpPr>
        <p:spPr>
          <a:xfrm>
            <a:off x="666176" y="1845945"/>
            <a:ext cx="4972624" cy="643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시그모이드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ReLU, </a:t>
            </a:r>
            <a:r>
              <a:rPr lang="ko-KR" altLang="en-US"/>
              <a:t>하이퍼볼릭 탄젠트 등등등</a:t>
            </a:r>
            <a:endParaRPr lang="ko-KR" altLang="en-US"/>
          </a:p>
          <a:p>
            <a:pPr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87424" y="2983553"/>
            <a:ext cx="4248531" cy="2289163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00063" y="1916811"/>
            <a:ext cx="3888486" cy="4080172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7489698" y="1479803"/>
            <a:ext cx="1918716" cy="36614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MAX( 0 ,  DATA 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"/>
          <p:cNvGrpSpPr/>
          <p:nvPr/>
        </p:nvGrpSpPr>
        <p:grpSpPr>
          <a:xfrm rot="0">
            <a:off x="2639568" y="2132838"/>
            <a:ext cx="6840854" cy="3960495"/>
            <a:chOff x="2639568" y="2636901"/>
            <a:chExt cx="6840854" cy="3960495"/>
          </a:xfrm>
        </p:grpSpPr>
        <p:sp>
          <p:nvSpPr>
            <p:cNvPr id="5" name=""/>
            <p:cNvSpPr/>
            <p:nvPr/>
          </p:nvSpPr>
          <p:spPr>
            <a:xfrm>
              <a:off x="2639568" y="3140964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X1</a:t>
              </a:r>
              <a:endParaRPr lang="en-US" altLang="ko-KR"/>
            </a:p>
          </p:txBody>
        </p:sp>
        <p:sp>
          <p:nvSpPr>
            <p:cNvPr id="6" name=""/>
            <p:cNvSpPr/>
            <p:nvPr/>
          </p:nvSpPr>
          <p:spPr>
            <a:xfrm>
              <a:off x="2648331" y="4365117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X2</a:t>
              </a:r>
              <a:endParaRPr lang="en-US" altLang="ko-KR"/>
            </a:p>
          </p:txBody>
        </p:sp>
        <p:sp>
          <p:nvSpPr>
            <p:cNvPr id="7" name=""/>
            <p:cNvSpPr txBox="1"/>
            <p:nvPr/>
          </p:nvSpPr>
          <p:spPr>
            <a:xfrm>
              <a:off x="2846828" y="2636901"/>
              <a:ext cx="6560062" cy="36690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/>
                <a:t>입력층                                   은닉층                             출력층</a:t>
              </a:r>
              <a:endParaRPr lang="ko-KR" altLang="en-US"/>
            </a:p>
          </p:txBody>
        </p:sp>
        <p:cxnSp>
          <p:nvCxnSpPr>
            <p:cNvPr id="8" name=""/>
            <p:cNvCxnSpPr/>
            <p:nvPr/>
          </p:nvCxnSpPr>
          <p:spPr>
            <a:xfrm>
              <a:off x="3710939" y="3645027"/>
              <a:ext cx="2033779" cy="5040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"/>
            <p:cNvCxnSpPr/>
            <p:nvPr/>
          </p:nvCxnSpPr>
          <p:spPr>
            <a:xfrm flipV="1">
              <a:off x="3719704" y="4149090"/>
              <a:ext cx="2025014" cy="7200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"/>
            <p:cNvCxnSpPr/>
            <p:nvPr/>
          </p:nvCxnSpPr>
          <p:spPr>
            <a:xfrm flipV="1">
              <a:off x="3719704" y="4149090"/>
              <a:ext cx="2025014" cy="20162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"/>
            <p:cNvSpPr/>
            <p:nvPr/>
          </p:nvSpPr>
          <p:spPr>
            <a:xfrm>
              <a:off x="5744718" y="3645027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X1</a:t>
              </a: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5753482" y="4869180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X2</a:t>
              </a:r>
              <a:endParaRPr lang="en-US" altLang="ko-KR"/>
            </a:p>
          </p:txBody>
        </p:sp>
        <p:cxnSp>
          <p:nvCxnSpPr>
            <p:cNvPr id="13" name=""/>
            <p:cNvCxnSpPr/>
            <p:nvPr/>
          </p:nvCxnSpPr>
          <p:spPr>
            <a:xfrm>
              <a:off x="3710939" y="3645027"/>
              <a:ext cx="2042542" cy="17282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"/>
            <p:cNvCxnSpPr/>
            <p:nvPr/>
          </p:nvCxnSpPr>
          <p:spPr>
            <a:xfrm>
              <a:off x="3719703" y="4869180"/>
              <a:ext cx="2033779" cy="5040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"/>
            <p:cNvCxnSpPr/>
            <p:nvPr/>
          </p:nvCxnSpPr>
          <p:spPr>
            <a:xfrm flipV="1">
              <a:off x="3719703" y="5373243"/>
              <a:ext cx="2033779" cy="7920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"/>
            <p:cNvSpPr/>
            <p:nvPr/>
          </p:nvSpPr>
          <p:spPr>
            <a:xfrm>
              <a:off x="2648331" y="5589270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X3</a:t>
              </a:r>
              <a:endParaRPr lang="en-US" altLang="ko-KR"/>
            </a:p>
          </p:txBody>
        </p:sp>
        <p:sp>
          <p:nvSpPr>
            <p:cNvPr id="17" name=""/>
            <p:cNvSpPr/>
            <p:nvPr/>
          </p:nvSpPr>
          <p:spPr>
            <a:xfrm>
              <a:off x="8409051" y="4077081"/>
              <a:ext cx="1071371" cy="1008126"/>
            </a:xfrm>
            <a:prstGeom prst="ellipse">
              <a:avLst/>
            </a:prstGeom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/>
                <a:t>Y</a:t>
              </a:r>
              <a:endParaRPr lang="en-US" altLang="ko-KR"/>
            </a:p>
          </p:txBody>
        </p:sp>
        <p:cxnSp>
          <p:nvCxnSpPr>
            <p:cNvPr id="18" name=""/>
            <p:cNvCxnSpPr/>
            <p:nvPr/>
          </p:nvCxnSpPr>
          <p:spPr>
            <a:xfrm flipV="1">
              <a:off x="6824854" y="4581143"/>
              <a:ext cx="1584196" cy="5760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"/>
            <p:cNvCxnSpPr/>
            <p:nvPr/>
          </p:nvCxnSpPr>
          <p:spPr>
            <a:xfrm>
              <a:off x="6816089" y="4149090"/>
              <a:ext cx="1592960" cy="4320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"/>
          <p:cNvSpPr txBox="1"/>
          <p:nvPr/>
        </p:nvSpPr>
        <p:spPr>
          <a:xfrm>
            <a:off x="7104123" y="692658"/>
            <a:ext cx="2817117" cy="90868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만약 정답데이터가 이진화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en-US" altLang="ko-KR"/>
              <a:t>0</a:t>
            </a:r>
            <a:r>
              <a:rPr lang="ko-KR" altLang="en-US"/>
              <a:t> </a:t>
            </a:r>
            <a:r>
              <a:rPr lang="en-US" altLang="ko-KR"/>
              <a:t>~</a:t>
            </a:r>
            <a:r>
              <a:rPr lang="ko-KR" altLang="en-US"/>
              <a:t> </a:t>
            </a:r>
            <a:r>
              <a:rPr lang="en-US" altLang="ko-KR"/>
              <a:t>1</a:t>
            </a:r>
            <a:r>
              <a:rPr lang="ko-KR" altLang="en-US"/>
              <a:t> 사이값로 예측 할 때 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8" y="620649"/>
            <a:ext cx="3044762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다음 모임 일정</a:t>
            </a:r>
            <a:endParaRPr lang="ko-KR" altLang="en-US" sz="3500" b="1"/>
          </a:p>
        </p:txBody>
      </p:sp>
      <p:sp>
        <p:nvSpPr>
          <p:cNvPr id="5" name=""/>
          <p:cNvSpPr txBox="1"/>
          <p:nvPr/>
        </p:nvSpPr>
        <p:spPr>
          <a:xfrm>
            <a:off x="2188554" y="2483358"/>
            <a:ext cx="6684936" cy="19914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500" b="1"/>
              <a:t>매주 수요일 오후 </a:t>
            </a:r>
            <a:r>
              <a:rPr lang="en-US" altLang="ko-KR" sz="2500" b="1"/>
              <a:t>8</a:t>
            </a:r>
            <a:r>
              <a:rPr lang="ko-KR" altLang="en-US" sz="2500" b="1"/>
              <a:t>시 </a:t>
            </a:r>
            <a:r>
              <a:rPr lang="en-US" altLang="ko-KR" sz="2500" b="1"/>
              <a:t>(</a:t>
            </a:r>
            <a:r>
              <a:rPr lang="ko-KR" altLang="en-US" sz="2500" b="1"/>
              <a:t>시험기간은 제외</a:t>
            </a:r>
            <a:r>
              <a:rPr lang="en-US" altLang="ko-KR" sz="2500" b="1"/>
              <a:t>)</a:t>
            </a:r>
            <a:endParaRPr lang="en-US" altLang="ko-KR" sz="2500" b="1"/>
          </a:p>
          <a:p>
            <a:pPr>
              <a:defRPr/>
            </a:pPr>
            <a:endParaRPr lang="ko-KR" altLang="en-US" sz="2500" b="1"/>
          </a:p>
          <a:p>
            <a:pPr>
              <a:defRPr/>
            </a:pPr>
            <a:endParaRPr lang="ko-KR" altLang="en-US" sz="2500" b="1"/>
          </a:p>
          <a:p>
            <a:pPr>
              <a:defRPr/>
            </a:pPr>
            <a:r>
              <a:rPr lang="ko-KR" altLang="en-US" sz="2500" b="1"/>
              <a:t>파이썬 문법</a:t>
            </a:r>
            <a:r>
              <a:rPr lang="en-US" altLang="ko-KR" sz="2500" b="1"/>
              <a:t>, Pandas(</a:t>
            </a:r>
            <a:r>
              <a:rPr lang="ko-KR" altLang="en-US" sz="2500" b="1"/>
              <a:t>판다스</a:t>
            </a:r>
            <a:r>
              <a:rPr lang="en-US" altLang="ko-KR" sz="2500" b="1"/>
              <a:t>),</a:t>
            </a:r>
            <a:r>
              <a:rPr lang="ko-KR" altLang="en-US" sz="2500" b="1"/>
              <a:t> </a:t>
            </a:r>
            <a:r>
              <a:rPr lang="en-US" altLang="ko-KR" sz="2500" b="1"/>
              <a:t>NumPy(</a:t>
            </a:r>
            <a:r>
              <a:rPr lang="ko-KR" altLang="en-US" sz="2500" b="1"/>
              <a:t>넘파이</a:t>
            </a:r>
            <a:r>
              <a:rPr lang="en-US" altLang="ko-KR" sz="2500" b="1"/>
              <a:t>)</a:t>
            </a:r>
            <a:r>
              <a:rPr lang="ko-KR" altLang="en-US" sz="2500" b="1"/>
              <a:t> </a:t>
            </a:r>
            <a:endParaRPr lang="ko-KR" altLang="en-US" sz="2500" b="1"/>
          </a:p>
          <a:p>
            <a:pPr>
              <a:defRPr/>
            </a:pPr>
            <a:r>
              <a:rPr lang="ko-KR" altLang="en-US" sz="2500" b="1"/>
              <a:t> </a:t>
            </a:r>
            <a:r>
              <a:rPr lang="en-US" altLang="ko-KR" sz="2500" b="1"/>
              <a:t>--&gt;</a:t>
            </a:r>
            <a:r>
              <a:rPr lang="ko-KR" altLang="en-US" sz="2500" b="1"/>
              <a:t> 미리미리 천천히 살펴보기</a:t>
            </a:r>
            <a:endParaRPr lang="ko-KR" altLang="en-US" sz="25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666178" y="620649"/>
            <a:ext cx="3292412" cy="615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3500" b="1"/>
              <a:t>2</a:t>
            </a:r>
            <a:r>
              <a:rPr lang="ko-KR" altLang="en-US" sz="3500" b="1"/>
              <a:t>주차 모임 진행</a:t>
            </a:r>
            <a:endParaRPr lang="ko-KR" altLang="en-US" sz="3500" b="1"/>
          </a:p>
        </p:txBody>
      </p:sp>
      <p:sp>
        <p:nvSpPr>
          <p:cNvPr id="5" name=""/>
          <p:cNvSpPr txBox="1"/>
          <p:nvPr/>
        </p:nvSpPr>
        <p:spPr>
          <a:xfrm>
            <a:off x="3554578" y="1412747"/>
            <a:ext cx="7862087" cy="31382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500" b="1"/>
              <a:t>목차</a:t>
            </a:r>
            <a:r>
              <a:rPr lang="en-US" altLang="ko-KR" sz="2500" b="1"/>
              <a:t>    (</a:t>
            </a:r>
            <a:r>
              <a:rPr lang="ko-KR" altLang="en-US" sz="2500" b="1"/>
              <a:t>혼자 공부하는 머신러닝 참고</a:t>
            </a:r>
            <a:r>
              <a:rPr lang="en-US" altLang="ko-KR" sz="2500" b="1"/>
              <a:t>)</a:t>
            </a:r>
            <a:endParaRPr lang="en-US" altLang="ko-KR" sz="2500" b="1"/>
          </a:p>
          <a:p>
            <a:pPr>
              <a:defRPr/>
            </a:pPr>
            <a:endParaRPr lang="ko-KR" altLang="en-US" sz="2500" b="1"/>
          </a:p>
          <a:p>
            <a:pPr>
              <a:defRPr/>
            </a:pPr>
            <a:r>
              <a:rPr lang="en-US" altLang="ko-KR" sz="2500" b="1"/>
              <a:t>1.</a:t>
            </a:r>
            <a:r>
              <a:rPr lang="ko-KR" altLang="en-US" sz="2500" b="1"/>
              <a:t> 훈련세트</a:t>
            </a:r>
            <a:r>
              <a:rPr lang="en-US" altLang="ko-KR" sz="2500" b="1"/>
              <a:t>,</a:t>
            </a:r>
            <a:r>
              <a:rPr lang="ko-KR" altLang="en-US" sz="2500" b="1"/>
              <a:t> 테스트세트</a:t>
            </a:r>
            <a:endParaRPr lang="ko-KR" altLang="en-US" sz="2500" b="1"/>
          </a:p>
          <a:p>
            <a:pPr>
              <a:defRPr/>
            </a:pPr>
            <a:r>
              <a:rPr lang="en-US" altLang="ko-KR" sz="2500" b="1"/>
              <a:t>2.</a:t>
            </a:r>
            <a:r>
              <a:rPr lang="ko-KR" altLang="en-US" sz="2500" b="1"/>
              <a:t> 전처리</a:t>
            </a:r>
            <a:endParaRPr lang="ko-KR" altLang="en-US" sz="2500" b="1"/>
          </a:p>
          <a:p>
            <a:pPr>
              <a:defRPr/>
            </a:pPr>
            <a:r>
              <a:rPr lang="en-US" altLang="ko-KR" sz="2500" b="1"/>
              <a:t>3.</a:t>
            </a:r>
            <a:r>
              <a:rPr lang="ko-KR" altLang="en-US" sz="2500" b="1"/>
              <a:t> 교차 검증</a:t>
            </a:r>
            <a:endParaRPr lang="ko-KR" altLang="en-US" sz="2500" b="1"/>
          </a:p>
          <a:p>
            <a:pPr>
              <a:defRPr/>
            </a:pPr>
            <a:r>
              <a:rPr lang="en-US" altLang="ko-KR" sz="2500" b="1"/>
              <a:t>4.</a:t>
            </a:r>
            <a:r>
              <a:rPr lang="ko-KR" altLang="en-US" sz="2500" b="1"/>
              <a:t> 순전파 역전파</a:t>
            </a:r>
            <a:endParaRPr lang="ko-KR" altLang="en-US" sz="2500" b="1"/>
          </a:p>
          <a:p>
            <a:pPr>
              <a:defRPr/>
            </a:pPr>
            <a:r>
              <a:rPr lang="en-US" altLang="ko-KR" sz="2500" b="1"/>
              <a:t>5.</a:t>
            </a:r>
            <a:r>
              <a:rPr lang="ko-KR" altLang="en-US" sz="2500" b="1"/>
              <a:t> </a:t>
            </a:r>
            <a:r>
              <a:rPr lang="en-US" altLang="ko-KR" sz="2500" b="1"/>
              <a:t>optimizer </a:t>
            </a:r>
            <a:r>
              <a:rPr lang="ko-KR" altLang="en-US" sz="2500" b="1"/>
              <a:t>종류</a:t>
            </a:r>
            <a:endParaRPr lang="ko-KR" altLang="en-US" sz="2500" b="1"/>
          </a:p>
          <a:p>
            <a:pPr>
              <a:defRPr/>
            </a:pPr>
            <a:r>
              <a:rPr lang="en-US" altLang="ko-KR" sz="2500" b="1"/>
              <a:t>  ( GD, SGD, Momentum, Adagrad, RMSProp, Adam )</a:t>
            </a:r>
            <a:endParaRPr lang="en-US" altLang="ko-KR" sz="25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26369" y="4932045"/>
            <a:ext cx="1814098" cy="8287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91712" y="1829062"/>
            <a:ext cx="8929116" cy="4696324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839343" y="5661279"/>
            <a:ext cx="252222" cy="36614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en-US" altLang="ko-KR"/>
          </a:p>
        </p:txBody>
      </p:sp>
      <p:sp>
        <p:nvSpPr>
          <p:cNvPr id="9" name=""/>
          <p:cNvSpPr txBox="1"/>
          <p:nvPr/>
        </p:nvSpPr>
        <p:spPr>
          <a:xfrm>
            <a:off x="1215961" y="2915221"/>
            <a:ext cx="237554" cy="35947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en-US" altLang="ko-K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"/>
              <p:cNvSpPr/>
              <p:nvPr/>
            </p:nvSpPr>
            <p:spPr>
              <a:xfrm>
                <a:off x="-1908810" y="116586"/>
                <a:ext cx="6000750" cy="1409700"/>
              </a:xfrm>
              <a:custGeom>
                <a:avLst/>
                <a:gd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*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1,1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+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*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,</m:t>
                          </m:r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=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𝑧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</a:p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*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2,1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+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*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2,</m:t>
                          </m:r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 xml:space="preserve">1 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 =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𝑧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0" name=""/>
              <p:cNvSpPr txBox="1"/>
              <p:nvPr/>
            </p:nvSpPr>
            <p:spPr>
              <a:xfrm>
                <a:off x="-1908810" y="116586"/>
                <a:ext cx="6000750" cy="14097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"/>
              <p:cNvSpPr/>
              <p:nvPr/>
            </p:nvSpPr>
            <p:spPr>
              <a:xfrm>
                <a:off x="-118110" y="1685258"/>
                <a:ext cx="3143250" cy="1409700"/>
              </a:xfrm>
              <a:custGeom>
                <a:avLst/>
                <a:gd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 = 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𝑖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𝑔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(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𝑧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</a:p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 = 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𝑖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𝑔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(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𝑧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"/>
              <p:cNvSpPr txBox="1"/>
              <p:nvPr/>
            </p:nvSpPr>
            <p:spPr>
              <a:xfrm>
                <a:off x="-118110" y="1685258"/>
                <a:ext cx="3143250" cy="14097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"/>
              <p:cNvSpPr/>
              <p:nvPr/>
            </p:nvSpPr>
            <p:spPr>
              <a:xfrm>
                <a:off x="-2034921" y="3094958"/>
                <a:ext cx="6000750" cy="1409700"/>
              </a:xfrm>
              <a:custGeom>
                <a:avLst/>
                <a:gd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*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1,1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+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*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1,2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=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𝑧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</a:p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*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2,1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 +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*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𝑤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2,2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= 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𝑧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3" name=""/>
              <p:cNvSpPr txBox="1"/>
              <p:nvPr/>
            </p:nvSpPr>
            <p:spPr>
              <a:xfrm>
                <a:off x="-2034921" y="3094958"/>
                <a:ext cx="6000750" cy="14097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"/>
              <p:cNvSpPr/>
              <p:nvPr/>
            </p:nvSpPr>
            <p:spPr>
              <a:xfrm>
                <a:off x="-506158" y="4827651"/>
                <a:ext cx="2943225" cy="1409700"/>
              </a:xfrm>
              <a:custGeom>
                <a:avLst/>
                <a:gd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3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=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𝑖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𝑔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(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𝑧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3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</a:p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𝑎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3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 xml:space="preserve"> =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𝑖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𝑔</m:t>
                      </m:r>
                      <m:r>
                        <a:rPr sz="3500" i="1">
                          <a:latin typeface="Cambria Math"/>
                          <a:sym typeface="Cambria Math"/>
                        </a:rPr>
                        <m:t>(</m:t>
                      </m:r>
                      <m:sSubSup>
                        <m:sSubSupPr>
                          <m:ctrlPr>
                            <a:rPr sz="3500" i="1">
                              <a:latin typeface="Cambria Math"/>
                              <a:sym typeface="Cambria Math"/>
                            </a:rPr>
                          </m:ctrlPr>
                        </m:sSubSupPr>
                        <m:e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𝑧</m:t>
                          </m:r>
                        </m:e>
                        <m:sub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  <m:sup>
                          <m:r>
                            <a:rPr sz="3500" i="1">
                              <a:latin typeface="Cambria Math"/>
                              <a:sym typeface="Cambria Math"/>
                            </a:rPr>
                            <m:t>3</m:t>
                          </m:r>
                        </m:sup>
                      </m:sSubSup>
                      <m:r>
                        <a:rPr sz="3500" i="1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"/>
              <p:cNvSpPr txBox="1"/>
              <p:nvPr/>
            </p:nvSpPr>
            <p:spPr>
              <a:xfrm>
                <a:off x="-506158" y="4827651"/>
                <a:ext cx="2943225" cy="14097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16" name=""/>
          <p:cNvSpPr txBox="1"/>
          <p:nvPr/>
        </p:nvSpPr>
        <p:spPr>
          <a:xfrm>
            <a:off x="4583811" y="363378"/>
            <a:ext cx="4415790" cy="617316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3500" b="1"/>
              <a:t>순전파 </a:t>
            </a:r>
            <a:r>
              <a:rPr lang="en-US" altLang="ko-KR" sz="3500" b="1"/>
              <a:t>:</a:t>
            </a:r>
            <a:r>
              <a:rPr lang="ko-KR" altLang="en-US" sz="3500" b="1"/>
              <a:t> </a:t>
            </a:r>
            <a:r>
              <a:rPr lang="en-US" altLang="ko-KR" sz="3500" b="1"/>
              <a:t>feedforward</a:t>
            </a:r>
            <a:endParaRPr lang="en-US" altLang="ko-KR" sz="35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911352" y="332613"/>
            <a:ext cx="7771638" cy="617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/>
              <a:t>역전파 </a:t>
            </a:r>
            <a:r>
              <a:rPr lang="en-US" altLang="ko-KR" sz="3500" b="1"/>
              <a:t>:</a:t>
            </a:r>
            <a:r>
              <a:rPr lang="ko-KR" altLang="en-US" sz="3500" b="1"/>
              <a:t> </a:t>
            </a:r>
            <a:r>
              <a:rPr lang="en-US" altLang="ko-KR" sz="3500" b="1"/>
              <a:t>backpropagation (backward)</a:t>
            </a:r>
            <a:endParaRPr lang="en-US" altLang="ko-KR" sz="3500" b="1"/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31442" y="1541027"/>
            <a:ext cx="8929116" cy="4696324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10403967" y="3065526"/>
            <a:ext cx="313182" cy="36347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5</a:t>
            </a:r>
            <a:endParaRPr lang="en-US" altLang="ko-KR"/>
          </a:p>
        </p:txBody>
      </p:sp>
      <p:sp>
        <p:nvSpPr>
          <p:cNvPr id="7" name=""/>
          <p:cNvSpPr txBox="1"/>
          <p:nvPr/>
        </p:nvSpPr>
        <p:spPr>
          <a:xfrm>
            <a:off x="10403967" y="5005578"/>
            <a:ext cx="313182" cy="36766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8" name=""/>
          <p:cNvSpPr txBox="1"/>
          <p:nvPr/>
        </p:nvSpPr>
        <p:spPr>
          <a:xfrm>
            <a:off x="10403967" y="1541027"/>
            <a:ext cx="1146048" cy="90499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T = 10 , 4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오차 </a:t>
            </a:r>
            <a:r>
              <a:rPr lang="en-US" altLang="ko-KR"/>
              <a:t>5, 1</a:t>
            </a:r>
            <a:endParaRPr lang="en-US" altLang="ko-KR"/>
          </a:p>
        </p:txBody>
      </p:sp>
      <p:sp>
        <p:nvSpPr>
          <p:cNvPr id="9" name=""/>
          <p:cNvSpPr txBox="1"/>
          <p:nvPr/>
        </p:nvSpPr>
        <p:spPr>
          <a:xfrm>
            <a:off x="1415415" y="6093333"/>
            <a:ext cx="800100" cy="63893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a31</a:t>
            </a:r>
            <a:endParaRPr lang="en-US" altLang="ko-KR"/>
          </a:p>
          <a:p>
            <a:pPr>
              <a:defRPr/>
            </a:pPr>
            <a:r>
              <a:rPr lang="en-US" altLang="ko-KR"/>
              <a:t>w1,11</a:t>
            </a:r>
            <a:endParaRPr lang="en-US" altLang="ko-KR"/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2401062" y="3429000"/>
            <a:ext cx="4362450" cy="800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138064"/>
            <a:ext cx="12192000" cy="30830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67334" y="924306"/>
            <a:ext cx="3486531" cy="56045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3100" b="1"/>
              <a:t>다음 모임까지 할일</a:t>
            </a:r>
            <a:endParaRPr lang="ko-KR" altLang="en-US" sz="3100" b="1"/>
          </a:p>
        </p:txBody>
      </p:sp>
      <p:sp>
        <p:nvSpPr>
          <p:cNvPr id="5" name=""/>
          <p:cNvSpPr txBox="1"/>
          <p:nvPr/>
        </p:nvSpPr>
        <p:spPr>
          <a:xfrm>
            <a:off x="1381124" y="2276856"/>
            <a:ext cx="7163182" cy="150266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100" b="1"/>
              <a:t> </a:t>
            </a:r>
            <a:r>
              <a:rPr lang="en-US" altLang="ko-KR" sz="3100" b="1"/>
              <a:t>1.</a:t>
            </a:r>
            <a:r>
              <a:rPr lang="ko-KR" altLang="en-US" sz="3100" b="1"/>
              <a:t> 이번주차 복습 잘하기</a:t>
            </a:r>
            <a:endParaRPr lang="ko-KR" altLang="en-US" sz="3100" b="1"/>
          </a:p>
          <a:p>
            <a:pPr>
              <a:defRPr/>
            </a:pPr>
            <a:r>
              <a:rPr lang="ko-KR" altLang="en-US" sz="3100" b="1"/>
              <a:t> </a:t>
            </a:r>
            <a:r>
              <a:rPr lang="en-US" altLang="ko-KR" sz="3100" b="1"/>
              <a:t>2.</a:t>
            </a:r>
            <a:r>
              <a:rPr lang="ko-KR" altLang="en-US" sz="3100" b="1"/>
              <a:t> 파이썬</a:t>
            </a:r>
            <a:r>
              <a:rPr lang="en-US" altLang="ko-KR" sz="3100" b="1"/>
              <a:t>,</a:t>
            </a:r>
            <a:r>
              <a:rPr lang="ko-KR" altLang="en-US" sz="3100" b="1"/>
              <a:t> 판다스</a:t>
            </a:r>
            <a:r>
              <a:rPr lang="en-US" altLang="ko-KR" sz="3100" b="1"/>
              <a:t>,</a:t>
            </a:r>
            <a:r>
              <a:rPr lang="ko-KR" altLang="en-US" sz="3100" b="1"/>
              <a:t> 넘파이 대충 살펴보기</a:t>
            </a:r>
            <a:endParaRPr lang="ko-KR" altLang="en-US" sz="3100" b="1"/>
          </a:p>
          <a:p>
            <a:pPr>
              <a:defRPr/>
            </a:pPr>
            <a:r>
              <a:rPr lang="ko-KR" altLang="en-US" sz="3100" b="1"/>
              <a:t> 막 가져다가 쓴다는 느낌으로 살펴보기</a:t>
            </a:r>
            <a:endParaRPr lang="ko-KR" altLang="en-US" sz="31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3215639" y="764667"/>
            <a:ext cx="5400676" cy="1296162"/>
          </a:xfrm>
          <a:prstGeom prst="rect">
            <a:avLst/>
          </a:prstGeom>
          <a:solidFill>
            <a:schemeClr val="lt1"/>
          </a:solidFill>
          <a:ln w="635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3500">
                <a:solidFill>
                  <a:schemeClr val="tx1"/>
                </a:solidFill>
              </a:rPr>
              <a:t>파이썬</a:t>
            </a:r>
            <a:r>
              <a:rPr lang="en-US" altLang="ko-KR" sz="3500">
                <a:solidFill>
                  <a:schemeClr val="tx1"/>
                </a:solidFill>
              </a:rPr>
              <a:t>,</a:t>
            </a:r>
            <a:r>
              <a:rPr lang="ko-KR" altLang="en-US" sz="3500">
                <a:solidFill>
                  <a:schemeClr val="tx1"/>
                </a:solidFill>
              </a:rPr>
              <a:t> 판다스</a:t>
            </a:r>
            <a:r>
              <a:rPr lang="en-US" altLang="ko-KR" sz="3500">
                <a:solidFill>
                  <a:schemeClr val="tx1"/>
                </a:solidFill>
              </a:rPr>
              <a:t>,</a:t>
            </a:r>
            <a:r>
              <a:rPr lang="ko-KR" altLang="en-US" sz="3500">
                <a:solidFill>
                  <a:schemeClr val="tx1"/>
                </a:solidFill>
              </a:rPr>
              <a:t> 넘파이</a:t>
            </a:r>
            <a:endParaRPr lang="ko-KR" altLang="en-US" sz="3500">
              <a:solidFill>
                <a:schemeClr val="tx1"/>
              </a:solidFill>
            </a:endParaRPr>
          </a:p>
        </p:txBody>
      </p:sp>
      <p:sp>
        <p:nvSpPr>
          <p:cNvPr id="6" name=""/>
          <p:cNvSpPr/>
          <p:nvPr/>
        </p:nvSpPr>
        <p:spPr>
          <a:xfrm>
            <a:off x="3215638" y="4077081"/>
            <a:ext cx="5400676" cy="1296162"/>
          </a:xfrm>
          <a:prstGeom prst="rect">
            <a:avLst/>
          </a:prstGeom>
          <a:solidFill>
            <a:schemeClr val="lt1"/>
          </a:solidFill>
          <a:ln w="635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3500">
                <a:solidFill>
                  <a:schemeClr val="tx1"/>
                </a:solidFill>
              </a:rPr>
              <a:t>캐글 타이타닉</a:t>
            </a:r>
            <a:endParaRPr lang="ko-KR" altLang="en-US" sz="3500">
              <a:solidFill>
                <a:schemeClr val="tx1"/>
              </a:solidFill>
            </a:endParaRPr>
          </a:p>
        </p:txBody>
      </p:sp>
      <p:cxnSp>
        <p:nvCxnSpPr>
          <p:cNvPr id="8" name=""/>
          <p:cNvCxnSpPr>
            <a:endCxn id="6" idx="0"/>
          </p:cNvCxnSpPr>
          <p:nvPr/>
        </p:nvCxnSpPr>
        <p:spPr>
          <a:xfrm rot="5400000">
            <a:off x="4907851" y="3068953"/>
            <a:ext cx="2016252" cy="2"/>
          </a:xfrm>
          <a:prstGeom prst="straightConnector1">
            <a:avLst/>
          </a:prstGeom>
          <a:ln w="63500">
            <a:solidFill>
              <a:schemeClr val="dk1"/>
            </a:solidFill>
            <a:tailEnd type="arrow" w="med" len="med"/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711</ep:Words>
  <ep:PresentationFormat>화면 슬라이드 쇼(4:3)</ep:PresentationFormat>
  <ep:Paragraphs>198</ep:Paragraphs>
  <ep:Slides>31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ep:HeadingPairs>
  <ep:TitlesOfParts>
    <vt:vector size="32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2021-05-02T10:53:06.516</dcterms:created>
  <dc:creator>이상민</dc:creator>
  <cp:lastModifiedBy>이상민</cp:lastModifiedBy>
  <dcterms:modified xsi:type="dcterms:W3CDTF">2021-06-12T16:58:14.429</dcterms:modified>
  <cp:revision>136</cp:revision>
  <cp:version>1000.0000.01</cp:version>
</cp:coreProperties>
</file>